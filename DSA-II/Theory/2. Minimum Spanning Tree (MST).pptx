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75"/>
  </p:notesMasterIdLst>
  <p:handoutMasterIdLst>
    <p:handoutMasterId r:id="rId76"/>
  </p:handoutMasterIdLst>
  <p:sldIdLst>
    <p:sldId id="506" r:id="rId2"/>
    <p:sldId id="578" r:id="rId3"/>
    <p:sldId id="579" r:id="rId4"/>
    <p:sldId id="570" r:id="rId5"/>
    <p:sldId id="575" r:id="rId6"/>
    <p:sldId id="576" r:id="rId7"/>
    <p:sldId id="577" r:id="rId8"/>
    <p:sldId id="507" r:id="rId9"/>
    <p:sldId id="508" r:id="rId10"/>
    <p:sldId id="568" r:id="rId11"/>
    <p:sldId id="509" r:id="rId12"/>
    <p:sldId id="510" r:id="rId13"/>
    <p:sldId id="511" r:id="rId14"/>
    <p:sldId id="514" r:id="rId15"/>
    <p:sldId id="580" r:id="rId16"/>
    <p:sldId id="581" r:id="rId17"/>
    <p:sldId id="582" r:id="rId18"/>
    <p:sldId id="515" r:id="rId19"/>
    <p:sldId id="516" r:id="rId20"/>
    <p:sldId id="517" r:id="rId21"/>
    <p:sldId id="518" r:id="rId22"/>
    <p:sldId id="519" r:id="rId23"/>
    <p:sldId id="520" r:id="rId24"/>
    <p:sldId id="521" r:id="rId25"/>
    <p:sldId id="522" r:id="rId26"/>
    <p:sldId id="523" r:id="rId27"/>
    <p:sldId id="524" r:id="rId28"/>
    <p:sldId id="525" r:id="rId29"/>
    <p:sldId id="526" r:id="rId30"/>
    <p:sldId id="527" r:id="rId31"/>
    <p:sldId id="528" r:id="rId32"/>
    <p:sldId id="529" r:id="rId33"/>
    <p:sldId id="530" r:id="rId34"/>
    <p:sldId id="531" r:id="rId35"/>
    <p:sldId id="532" r:id="rId36"/>
    <p:sldId id="533" r:id="rId37"/>
    <p:sldId id="534" r:id="rId38"/>
    <p:sldId id="535" r:id="rId39"/>
    <p:sldId id="536" r:id="rId40"/>
    <p:sldId id="537" r:id="rId41"/>
    <p:sldId id="538" r:id="rId42"/>
    <p:sldId id="573" r:id="rId43"/>
    <p:sldId id="572" r:id="rId44"/>
    <p:sldId id="539" r:id="rId45"/>
    <p:sldId id="540" r:id="rId46"/>
    <p:sldId id="541" r:id="rId47"/>
    <p:sldId id="542" r:id="rId48"/>
    <p:sldId id="543" r:id="rId49"/>
    <p:sldId id="544" r:id="rId50"/>
    <p:sldId id="545" r:id="rId51"/>
    <p:sldId id="546" r:id="rId52"/>
    <p:sldId id="547" r:id="rId53"/>
    <p:sldId id="548" r:id="rId54"/>
    <p:sldId id="549" r:id="rId55"/>
    <p:sldId id="550" r:id="rId56"/>
    <p:sldId id="551" r:id="rId57"/>
    <p:sldId id="552" r:id="rId58"/>
    <p:sldId id="553" r:id="rId59"/>
    <p:sldId id="554" r:id="rId60"/>
    <p:sldId id="555" r:id="rId61"/>
    <p:sldId id="556" r:id="rId62"/>
    <p:sldId id="557" r:id="rId63"/>
    <p:sldId id="558" r:id="rId64"/>
    <p:sldId id="559" r:id="rId65"/>
    <p:sldId id="560" r:id="rId66"/>
    <p:sldId id="561" r:id="rId67"/>
    <p:sldId id="562" r:id="rId68"/>
    <p:sldId id="563" r:id="rId69"/>
    <p:sldId id="565" r:id="rId70"/>
    <p:sldId id="566" r:id="rId71"/>
    <p:sldId id="567" r:id="rId72"/>
    <p:sldId id="574" r:id="rId73"/>
    <p:sldId id="569" r:id="rId74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  <a:srgbClr val="0000CC"/>
    <a:srgbClr val="5674F6"/>
    <a:srgbClr val="6289F8"/>
    <a:srgbClr val="8097F8"/>
    <a:srgbClr val="2C61F6"/>
    <a:srgbClr val="A50021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0929"/>
  </p:normalViewPr>
  <p:slideViewPr>
    <p:cSldViewPr snapToObjects="1">
      <p:cViewPr varScale="1">
        <p:scale>
          <a:sx n="86" d="100"/>
          <a:sy n="86" d="100"/>
        </p:scale>
        <p:origin x="137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algn="l" defTabSz="966648">
              <a:defRPr sz="1300">
                <a:cs typeface="+mn-cs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cs typeface="+mn-cs"/>
              </a:defRPr>
            </a:lvl1pPr>
          </a:lstStyle>
          <a:p>
            <a:pPr>
              <a:defRPr/>
            </a:pPr>
            <a:fld id="{18524A33-7E7D-4764-8771-6679A60A024E}" type="datetime8">
              <a:rPr lang="en-US"/>
              <a:pPr>
                <a:defRPr/>
              </a:pPr>
              <a:t>5/21/2025 9:46 AM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l" defTabSz="966648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/>
            </a:lvl1pPr>
          </a:lstStyle>
          <a:p>
            <a:fld id="{DF035309-6551-4324-B917-8C53DC0D53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6981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5-21T03:55:16.2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21062 11003 249 0,'0'0'8'0,"0"0"19"0,0 0 15 15,-80-34-7-15,53 29 4 16,1 5-22-16,-2 0 5 0,0 0-12 16,-1 11 0-1,1 7 2-15,5 10 0 16,0 8-5-16,5 11-3 15,5 10 1-15,4 10 4 16,7 11-4-16,2 5 3 16,0 4 1-16,4-4-6 15,18-3-2-15,2-12 0 16,4-4-3-16,2-7-1 16,2-4 1-16,-1-11-5 15,-5-3-50-15,-8-14-158 0</inkml:trace>
  <inkml:trace contextRef="#ctx0" brushRef="#br0" timeOffset="1013.32">21227 11375 368 0,'0'0'-1'16,"0"0"3"-16,0 0 8 0,0 0 2 15,0 140 3 1,0-91-1-16,0 2 3 15,0-6-4-15,0-4 5 0,0-8-1 16,0-6-4 0,0-8-3-16,0-8 1 0,0-2 1 15,0-8-4 1,0-1-2-16,0 0 8 16,0-12 28-16,0-18-24 0,0-15-2 15,0-13-8 1,5-11-2-16,1 0-3 15,1-2-2-15,-5 11 1 0,0 8 1 16,0 14 0-16,0 13 6 16,0 6-1-16,2 6-1 15,4 1-4-15,0 6 1 16,2 1-3-16,4 5-1 0,0 0 2 16,6 17-2-1,2 14 2-15,1 10 1 16,1 6 1-16,0 1-2 15,-6-4-1-15,0 0 0 16,0-8 2-16,-8-3-3 16,0-10 0-16,-3-1 2 0,-2-6-2 15,-3-2 0 1,0-8 1-16,2-6-1 16,2 0 0-16,3-24 3 15,6-16-2-15,4-13 0 16,3-8-1-16,2-2 1 15,-5 12 0-15,-4 7-2 16,-1 16 3-16,-10 10-1 16,-2 12 4-16,-2 2-2 15,2 4-3-15,2 0-1 0,4 12-1 16,1 16 2-16,2 6 1 16,2 9 0-16,-2 5 0 15,-1 2 0-15,1 2 0 16,-2-7 0-1,2-3 1-15,-3-4-3 16,-2-1 1-16,1-8 1 16,-2-4-1-16,-1-2-1 15,0 0 1-15,0 1 1 0,-2-8-2 16,0 2 1-16,5-5 0 16,-2-2-1-16,1-11 0 15,2 0-10-15,4-30-127 16,0-12-137-16</inkml:trace>
  <inkml:trace contextRef="#ctx0" brushRef="#br0" timeOffset="1514.52">22310 11246 486 0,'0'0'5'16,"0"0"6"-16,0 0 17 0,-120-29 1 15,84 29-8 1,7 22-7-16,3 4-6 16,9 3-1-16,4 3-5 0,7-1 1 15,6-1-2-15,0-3 0 16,0-2-1-16,16-3 1 15,10-7-2-15,9-2 2 16,3-10-1 0,6-1 2-16,1-2-4 15,-5 3 4-15,-3 6-1 16,-6 6 0-16,-11 7-3 0,-6 4 4 16,-12 6 0-16,-2 6-1 15,0-1 1 1,-26-1-1-16,-8 5 0 0,-7-3 2 15,2-3-2 1,2-3 1-16,5-12 0 0,10-5 0 16,10-8 2-16,6-3 4 15,-2-4 11-15,6 0-3 16,-2 0-8-16,-2 0-9 16,-5-4 0-16,0 4-2 15,-6 0-55-15,6 0-251 16</inkml:trace>
  <inkml:trace contextRef="#ctx0" brushRef="#br0" timeOffset="2033.77">22562 11521 480 0,'0'0'6'0,"0"0"29"0,0 0-10 15,0 0-11-15,6-62-10 16,20 52-2-16,8-2 2 16,9-1 0-16,5-4-2 15,6-1 5-15,-1-2-3 16,5 4-1-16,-2-2-2 16,0 1-2-16,-7 2 3 0,-5 5-2 15,-8-2-2 1,-10 6 2-16,-13 3-11 0,-13 3-72 15,0 0-319 1</inkml:trace>
  <inkml:trace contextRef="#ctx0" brushRef="#br0" timeOffset="2366.98">22839 11356 432 0,'0'0'13'0,"0"0"57"16,0 0-3-16,0 0-46 0,0 0-20 16,-30 35 7-16,24 2 5 15,-1 11 8-15,2 4 4 16,1 4-8-16,-2 1-8 0,2 3-3 15,-3-2-4 1,5-2-1-16,-3-6 0 16,3-3-2-16,2-9 3 15,0-9-4-15,0-9 1 16,0-12-3-16,4-8-7 16,8-2-116-16,0-27-332 15</inkml:trace>
  <inkml:trace contextRef="#ctx0" brushRef="#br0" timeOffset="2733.68">23198 10782 441 0,'0'0'4'16,"0"0"4"-16,0 0 8 16,114 11-2-16,-71 24-3 15,1 9-3-15,-4 12-4 16,-6 15-3-16,-10 8 0 0,-12 11 0 15,-12 10 0-15,0 1 2 16,-12 6 3-16,-18-2-4 16,-4-8 3-16,-3-10-2 15,-1-12-2 1,3-15-1-16,2-16-4 0,-3-15-14 16,-2-19-402-16</inkml:trace>
  <inkml:trace contextRef="#ctx0" brushRef="#br0" timeOffset="5985.07">18013 12551 213 0,'0'-4'12'16,"0"2"15"-16,0 0 29 15,0-2-15-15,0 4-18 16,0-2 2 0,0 2 5-16,0 0-6 0,0 0-12 15,0 0-6-15,0 0-4 0,0 0 0 16,0 0 0-1,10 0 0-15,14 0-1 0,6-4 1 16,16-7 1 0,7-5-1-16,12-7 1 15,6-2-2-15,-1 0 0 16,-5 1-1-16,-15 9-2 16,-27 12 3-16,-23 3-17 0,-27 6-424 15</inkml:trace>
  <inkml:trace contextRef="#ctx0" brushRef="#br0" timeOffset="8163.49">15220 11139 401 0,'0'0'-11'0,"19"-6"12"16,7 1 0-16,13-7 4 15,19 0-3-15,11 3-1 0,17-5 1 31,13 5-1-31,9-1 0 0,3-1 3 0,3 4-2 16,5 0-1 0,2 1 2-16,3 1-4 15,5 0 1-15,6 2 1 16,12-8-1-16,6-2-1 16,4-5 2-16,2-2 0 0,1-5 0 15,-5-3 0 1,-16 1-3-16,-10 4 1 15,-17 3 4-15,-15 3-5 16,-19 5 2-16,-20 2 1 16,-20 7-1-16,-12-1 0 15,-11 4 0-15,-11 0 0 16,-4 0 2-16,0 0 5 0,0-2 4 16,0-1 10-1,0 3 3-15,-2 0-15 16,-3-1-9-16,2 1-1 15,1 0-2-15,-5-2-10 0,-2-3-81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5-21T03:55:30.57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582 3107 298 0,'-2'-5'11'0,"0"-1"10"0,0 4 48 15,0-4-4-15,0 0 2 16,0 1-5-16,2 2-13 16,0 3-17-16,-2-3-18 15,2 3-9-15,0 0-6 16,0 0-3-16,0-1 1 15,0 0-5-15,6-5-6 0,18 0 13 16,10-6 3 0,11-1 1-16,7-3 0 0,6 1-3 15,5-1-1 1,-3-2 0-16,0 3-17 16,-7 0 20-16,-9 3-1 15,-10 2-11-15,-12 2 16 16,-7 4-11-16,-7 4-18 15,-8 0-86-15,0 0-31 16,0 0-150-16</inkml:trace>
  <inkml:trace contextRef="#ctx0" brushRef="#br0" timeOffset="392.59">916 2977 432 0,'0'0'66'0,"0"0"-17"0,0 0 22 15,0 0-56-15,0 0-17 16,0 14-12-16,0-3 7 15,0 7 8-15,0 3 13 16,2 8-6-16,7 3 5 16,0 8-2-16,-1-1-7 15,1 1 4-15,-1 2-4 16,3-7-1-16,-4 1 1 0,-1-11-3 16,0-2 2-1,-2-6-3-15,1-5 1 16,-3-2 0-16,1-3-1 15,-1-3 2-15,-2 0-3 0,0-2-14 16,0-2-156 0,0 0-155-16</inkml:trace>
  <inkml:trace contextRef="#ctx0" brushRef="#br0" timeOffset="1121.97">1262 3096 489 0,'0'0'35'15,"0"0"15"-15,0 0 0 16,0 0-47-16,0 0-17 16,13 77 18-16,-4-44 4 0,-1 3-7 15,1 4 4 1,0-1-2-16,-3 3 2 15,1-4 3-15,-3 1-3 16,-1-4-2-16,0-4 1 16,-3-8-3-16,2-7-1 15,-2-7 2-15,0-6 5 0,0-3 22 16,0 0 63 0,0-12-20-16,0-12-51 15,0-9-18-15,0-5-3 0,-2-3-8 16,-4 1 12-1,4 3-3-15,0 1-2 0,2 10-2 16,0 2-6 0,0 7 12-16,0 4-11 0,2 1 11 15,8 0-6 1,6 4-3-16,3 2 9 16,4 3-9-16,1 3 3 15,0 0-5-15,-2 2-3 0,-3 15-10 16,-4 5 7-16,-6 1 5 15,-3 1 0-15,-4-5 1 16,-1-3-5-16,-1 0 1 16,0-4 5-16,0-4 2 15,0-1 3-15,0-2 2 16,-1 0 2-16,-3-5 3 16,0 0 0-16,1 0 0 15,3 0-3 1,0-10-22-16,0-5 5 0,0-1-13 15,0 1-89-15,11-3-199 16</inkml:trace>
  <inkml:trace contextRef="#ctx0" brushRef="#br0" timeOffset="1734.82">1641 3516 324 0,'0'0'-3'16,"0"0"9"-16,0 0-2 15,0 0 3-15,58 11 18 0,-32-11-3 0,4-4-10 16,0-13-3 0,-4-1-2-1,-3-3-8-15,-5-4 5 0,-5 0 11 16,-7-3 13-1,-1 3-2-15,-5 0 15 0,0 5 4 16,0-1 14-16,-9 8-19 16,-4 1 2-16,-2 5-5 15,0 1-12-15,-2 3-4 16,4 0-11-16,0 3-9 16,3 0-1-16,-4 0 1 15,2 16-7-15,-2 3 6 0,4 5-2 16,-1 2 1-1,4 4-2-15,4 2 3 0,3 1-2 16,0 0 4-16,0 0-2 16,19-4-2-1,7-7-3-15,4-7 2 16,6-4 3-16,5-9-6 16,2-2 7-16,0 0 10 0,0 0-13 15,-6 0-7 1,-7-12-40-16,-13 4-151 15</inkml:trace>
  <inkml:trace contextRef="#ctx0" brushRef="#br0" timeOffset="2319.83">2050 3516 507 0,'0'0'-15'0,"0"0"41"16,0 0-22-16,0 0 6 0,39-16-7 16,-15 3-1-16,4-7 2 15,0 1-4-15,-1-5 1 16,-3 1-4-16,-5-2 2 16,-4 1-6-1,-10 6 10-15,-1-3 1 16,-4 4 6-16,0 6 14 15,-13-3 45-15,-6 6-28 16,-1-1-19-16,-4 3 2 16,6 4-9-16,-6 2-12 15,4 0-2-15,3 0 0 16,4 8-4-16,3 8 3 16,5 2-4-16,5 3-2 15,0 5 3-15,0 8 0 0,9 0 5 16,10 5-1-1,4 0-1-15,8-8 1 0,6-2-1 16,-2-10-2-16,9-8-1 16,-4-9 2-1,2-2 1-15,-3-2-6 0,-9-18 1 16,-6-10-26-16,-12-4-68 16,-7-3-143-16</inkml:trace>
  <inkml:trace contextRef="#ctx0" brushRef="#br0" timeOffset="3054.14">2859 3016 481 0,'0'0'26'0,"0"0"5"0,0 0-11 16,0 0-22-16,-2 0-5 15,2 0 1-15,0 0 5 16,0 3-3-16,0 5 4 16,2-2-4-16,8 2 0 15,4-4-7-15,-1-3-6 0,4-1-10 16,-8 0 8-1,3 0-19-15,-5 0 10 0,-7 0 38 16,0 0 18 0,0-1 11-16,0 0 3 15,-13-2-1-15,2 3-12 16,-4 0-21-16,4 0-2 16,5 0 1-16,0 0 8 15,4 0-9-15,2 0-4 16,0 0-4-16,0 0-3 15,0 0-6-15,0 0 0 16,0 0-5-16,0 0-6 0,0 0-4 16,0 0 7-1,0-2-1-15,2 1-2 0,-2 1-154 16</inkml:trace>
  <inkml:trace contextRef="#ctx0" brushRef="#br0" timeOffset="3771.89">2902 3573 450 0,'0'0'31'0,"0"0"39"15,0 0 3-15,0 0-50 16,0-3-16-16,0 3-6 16,0 0-3-1,0 0-3-15,0 0-2 0,0 0-5 16,0 0 9-16,7 0-6 15,1 0-2 1,3 0-7-16,0-4 21 16,-5-3 0-16,1-4-6 15,-3 4 13-15,-4 3 5 16,0 1-4-16,0 3 4 16,0 0 5-16,-9 0-6 0,-4 0-12 15,-2 0-4 1,3 1 6-16,0 6-6 0,8 2 1 15,0-3 0-15,4 1-2 16,0-1-1-16,0 0-2 16,0-3-1-1,2 0-5-15,13-3 2 0,2 0-7 16,1 0 2-16,-3-5-9 16,-3-6 12-16,-5-1-15 15,-5 3 47-15,-2 1-4 16,0 0 0-16,0 6 14 0,-9 2-1 15,-9 0-22-15,4 0-9 16,1 7-15-16,7-4-141 16</inkml:trace>
  <inkml:trace contextRef="#ctx0" brushRef="#br0" timeOffset="4353.85">2887 3114 365 0,'0'0'51'16,"0"0"4"-1,0 0-7-15,0 0-36 16,-10 0-10-1,10 0-3-15,0 0-6 0,0 0 1 0,0 0-4 16,0 0 0 0,0 0 2-16,0 0-1 15,0 0 6-15,2 0 1 16,6 0-3-16,-4-3 8 16,0-3 6-16,-3 2 13 0,3-1-24 15,-4 4 15 1,0 0 0-16,0 1-5 0,0 0 16 15,0 0 11 1,0 0-18-16,0 0-15 0,0 0 3 16,0 0-7-1,0 0 0-15,0 0-2 0,0 0-3 16,0 0-2-16,0 0-2 16,0 0 5-16,0-3-4 15,0 1-32-15,2 1-140 16</inkml:trace>
  <inkml:trace contextRef="#ctx0" brushRef="#br0" timeOffset="4954.43">3008 3546 456 0,'0'0'70'15,"0"0"-40"-15,0 0-25 16,0 0-6-1,-7 0-8-15,7 0 0 0,0 0-12 16,0 0 3 0,0 0 11-16,0 0 3 15,0 0 0-15,0-1-2 0,0-2 3 16,0 0-26 0,0-2-83-16,0-2-198 0</inkml:trace>
  <inkml:trace contextRef="#ctx0" brushRef="#br0" timeOffset="5588.48">2921 3082 381 0,'0'0'43'0,"0"0"9"0,0 0-36 16,0 0-17-1,0 0-4-15,0 12 5 0,0-5-1 16,-2 0 1-16,0 2-3 16,2-6 0-16,0 1 1 15,0-2-2 1,0-2 0-16,0 0-7 15,5 0-4-15,14 0 8 16,-4-2 18-16,2-9-30 0,-4-3-10 16,-7 0 2-16,-6 3 34 15,0 0 12-15,0 5 14 16,-10-3 35-16,-1 5-25 16,-4 1-1-16,4 1-17 15,2 2 5-15,1 0-21 16,1 0-12-16,3 0-2 15,2 12 1-15,-2 0 2 16,4 1-2-16,0-1-3 16,0-4-2-16,0 1-2 15,8-6 1-15,7 0 3 0,-1-3-3 16,0 0-9 0,-7 0-58-16,-7 0-119 0</inkml:trace>
  <inkml:trace contextRef="#ctx0" brushRef="#br0" timeOffset="6715.75">630 3146 222 0,'0'0'11'0,"0"0"-2"16,0 0-2-16,11 3-6 0,-9 0 0 15,4-3 8 1,-4 1 0-16,2-1 15 0,4 0-7 15,-2 0-4 1,4 0 0-16,6 0 2 0,5 0-2 16,5 0 7-1,6 0-5-15,4-5-8 16,10-7 1-16,8-4-7 0,6-5 2 16,3-1 3-16,1 2-5 15,-4-2 1 1,-13 6-4-16,-10 5 3 0,-14 4-2 15,-9 2 0 1,-8 5 2-16,-6 0 17 0,4 0 14 16,-4 0-5-16,0 0-16 15,2 0-7-15,-2 0-8 16,2 0-4-16,1 0-8 16,-3 0-13-16,0 0-114 15,0 0-107-15</inkml:trace>
  <inkml:trace contextRef="#ctx0" brushRef="#br0" timeOffset="7370.48">892 3027 387 0,'0'0'70'0,"0"0"-19"0,0 0-7 16,0 0-23-16,0 0-6 16,-2 0-1-16,2 0 0 15,0 0-2-15,0 0-4 0,0 0-2 16,0 8-5-1,0 3-3 1,0 6 5-16,0 5 6 0,0 7-2 16,0 9-5-16,2-2 4 15,9 7-4-15,4 2 0 16,0 0-1-16,0 3 1 16,2-4 0-16,-1 2 2 15,-2-3-2-15,-2-4 2 16,-2-3-4-16,-2-6 1 15,2-3-2-15,-4-10 2 16,0-2-2-16,-4-5 2 0,2 0-2 16,-4-7 3-1,2 1-1-15,-2-2 2 16,0-2-1-16,0 0-1 16,0 0 0-16,0 0 1 15,0 0 1-15,0 0 0 0,3 0-4 16,-3-9-15-1,0-3-112-15,0-5-432 16</inkml:trace>
  <inkml:trace contextRef="#ctx0" brushRef="#br0" timeOffset="29270.88">4412 3289 72 0,'0'-1'-14'0,"0"-2"-13"16</inkml:trace>
  <inkml:trace contextRef="#ctx0" brushRef="#br0" timeOffset="30094.33">4406 3284 92 0,'0'0'44'0,"0"0"1"0,0 0-3 16,0 0 7-1,0 0-8-15,0 0 2 0,-6-7 11 16,6 7-7-16,0 0-10 16,0 0-10-16,0 0-18 15,0 0-8 1,0 0-2-16,0 0-1 16,0 0 4-16,0 0 0 0,0 0 0 15,0 0-2-15,0-1-1 16,0-2 11-1,0 1-6-15,0 2 4 0,0-1 0 16,0 1 6-16,0 0-3 16,0 0-3-16,0 0 11 15,0 0-7-15,0 0 1 16,0 0-11-16,0 0-8 0,0 0 0 16,0 0 7-1,-3 0 2-15,3 0-2 0,0 0 5 16,0 0-3-1,0 0-1-15,0-1-2 0,0-2-4 16,0 1-3 0,0-2 14-16,0 3-6 15,0-1 8-15,0-1-2 16,-2 3 1-16,2 0 11 16,0 0-2-16,-2 0-15 0,2 0-9 15,0 0-1 1,0 0 8-16,0 0-1 0,0 5 3 15,0-4-2 1,0 2-3-16,0-2 3 16,0-1 3-16,0 0-6 15,0 0 3-15,0 0-3 16,0 0-2-16,0 0-2 16,0 0 3-16,0-7 19 0,0-4-11 15,0 0-2-15,0 3 3 16,0 0-2-16,0 5 1 15,0-1 1-15,0 2 1 16,0 2 1 0,0 0 16-16,-9 0-6 0,-1 0-14 15,-3 0 18 1,-5 0-16-16,0 13-1 0,-2 9-1 16,0 4-3-1,4 4 3-15,2 1-3 0,8 1-1 16,6-2-2-16,0-3 1 15,0 0-1-15,0-2 5 16,12 0-6-16,6-4 6 16,4-3-5-16,6-4-1 15,4-8 1-15,7-6 0 16,3 0-12-16,4-16-21 16,-6-8-24-16,-1-1-77 15,-11-2-61-15,-8-2-89 0</inkml:trace>
  <inkml:trace contextRef="#ctx0" brushRef="#br0" timeOffset="30520.2">4627 3198 475 0,'0'0'81'16,"0"0"-4"-16,0 0-24 0,0 0-17 15,-70-11-16 1,59 11-19-16,-2 3-4 0,2 13 11 15,3 5 18 1,-4 6-20-16,4 3-3 16,4 2-3-16,2 3 4 15,2-2 2-15,0 0-7 16,4-4-2-16,11-6 2 16,9-5-4-16,-1-9 4 0,5-5-3 15,1-4-1 1,-1 0 3-16,0-10 4 0,-5-11-15 15,-2-8 4-15,-7-4 0 16,-8-3 10 0,-6-1 4-16,0-2 6 0,-11 4-2 15,-8 4 10-15,-3 8-2 16,2 5 5-16,0 11 9 16,4 3-21-16,1 4-15 15,4 0-11-15,3 0-2 16,6 11-6-16,2-1-78 15,0-6-257-15</inkml:trace>
  <inkml:trace contextRef="#ctx0" brushRef="#br0" timeOffset="31151.53">4802 3159 445 0,'0'0'51'15,"0"0"-1"-15,0 0-18 16,0 0-23-16,0 0-18 0,0-7-16 16,12 26 19-16,6 8 14 15,0 4-6-15,0 6 3 16,0-1-1 0,-8 3-1-16,1-4 1 0,-2-4-2 15,-5-4-4-15,-2-5 3 16,0-9 1-16,-2-4 1 15,3-5 0-15,-3-4 1 16,0 0 8-16,0-1 14 16,0-18 5-16,0-9-17 15,0-5-3-15,0-2-6 16,0-2-3-16,0 6 0 16,0 3 0-16,0 6-2 15,0 5 1-15,2 7-1 16,0 5 0-16,2-1-1 15,1 6-2-15,1 0-5 16,3 0-12-16,5 19 15 16,2 6 8-16,4 5 0 15,0 2 2-15,-2 3-1 0,-1-4-3 16,0-4 3-16,-8 0-3 16,2-1-3-1,-3-6 5-15,-3-2-3 0,-1-1 1 16,0-5 1-1,-2-6-4-15,0-2 2 0,3-4-17 16,-3 0-45 0,-2-16-46-16,4-9-262 0</inkml:trace>
  <inkml:trace contextRef="#ctx0" brushRef="#br0" timeOffset="31702.05">5150 3282 503 0,'0'0'25'16,"0"0"-14"-16,0 0 6 0,0 0-14 16,0 0-3-1,11-36-2 1,0 36 2-16,1 0-4 0,0 13 10 15,0 10 3-15,0 4-3 0,-2-1-3 16,1 3-1 0,-4 1 3-16,-1-1-2 15,-2-4 3-15,0-6 8 16,-2-2-4-16,-2-5 1 0,2-6-7 16,-2-4-2-1,0-2 3-15,0 0 13 16,0-12 18-16,0-13 9 15,0-6-26-15,0-4-16 16,3 0-3-16,1 4 0 0,0 6 3 16,3 10-3-1,-1 4-1-15,3 0-1 0,-1 4-1 16,6 4-1 0,0-3 2-16,6 6-3 0,0 0 6 15,2 3-4-15,2 25 3 16,-6 5 1-1,3 12 1-15,-3 2 3 0,-4-3 0 16,0-3-5 0,-8-5 3-16,2-13-3 0,-1-10 1 15,-2-4-1 1,-3-6-1-16,-2-3-2 16,0 0-29-16,0-25-224 0</inkml:trace>
  <inkml:trace contextRef="#ctx0" brushRef="#br0" timeOffset="32164.41">5677 3446 403 0,'0'0'18'0,"0"0"24"16,0 0-13-16,0 0 1 0,0 0-6 16,102-89-19-16,-83 58-1 15,-8 1 3 1,-7 3 6-16,-4 3 32 15,0 4 27-15,-10 5-11 16,-12 3-5-16,-2 6-18 0,-2 6-21 16,0 0-11-1,3 10-8-15,1 9 3 0,3 5 3 16,10 1-5-16,5 6-5 16,4 2 3-16,0 3 2 15,11 5-1 1,10 0 4-16,10-3 2 0,1-5-6 15,10-8 1 1,4-13 2-16,3-12-4 16,3 0-3-16,-2-25-44 0,-3-18-126 15,-15-13-238-15</inkml:trace>
  <inkml:trace contextRef="#ctx0" brushRef="#br0" timeOffset="32814.44">6091 3167 301 0,'0'0'-12'16,"0"0"25"-16,0 0-13 15,0 0 9-15,0 0 2 0,42-18-12 16,-42 9 9-1,0-3 22-15,0 7 74 16,-12 1-12-16,-6 2-17 16,4 2-30-16,-6 0-12 0,3 0-21 15,4 9-6 1,0 9-6-16,7 3-3 0,4 8 3 16,2 2-3-1,0 7-1-15,8 0 4 16,13 0 0-16,3-3 0 15,4-6 0-15,2-5-5 16,0-15 1-16,5-9-2 0,-3 0-9 16,0-19 9-1,-2-12-6-15,-2-10-2 0,-2-6-11 16,-6-6 21-16,-7-10 7 16,-7-5-1-16,-6-2 7 15,0 2 14-15,0 7 2 16,-8 13 1-16,-3 11 23 15,-4 15 40-15,2 9-27 16,2 9-5-16,2 1-25 16,5 0-11-16,0 3-8 15,2 0-10-15,2 0-7 16,0 20-5-16,0 13-3 16,0 13 13-16,6 11-2 15,12 6 1-15,1 3 0 16,2 0 1-16,-1-2 0 15,1-4-1-15,-6-4 3 16,0-6-4-16,-1-11-2 16,-4-8-2-16,-2-11-16 15,-1-13-43-15,-2-7-16 16,-4 0-33-16,-1-27-176 16</inkml:trace>
  <inkml:trace contextRef="#ctx0" brushRef="#br0" timeOffset="33067.76">6304 3188 507 0,'0'0'37'16,"0"0"-23"-16,0 0-12 0,0 0-5 15,30-10 9-15,-9-3 0 16,5 1-3-16,0-3-1 16,-5 3-2-16,-4 0-1 15,-1 6-61-15,-10 6-404 16</inkml:trace>
  <inkml:trace contextRef="#ctx0" brushRef="#br0" timeOffset="33550.8">6521 3462 533 0,'0'0'-26'15,"0"0"43"-15,0 0-10 16,0 0-15-16,0 0 4 0,0 0 8 16,40-5 5-1,-15-4-7-15,3-7 9 0,0-5-4 16,2-2-8-16,-2-2 8 16,-2-4-15-1,-9 4 24-15,-7 0-10 0,-5 5 1 16,-5 1 28-1,0 3 53-15,-9 4 4 0,-8 2-43 16,-5 5-18 0,3 1-14-16,2 4-2 0,-1 0-7 15,5 0-5 1,2 4-5-16,7 13-2 16,2 9 3-16,2 6-2 0,0 7 1 0,0 8 1 15,6-5 2 1,16-1-3-16,2-6 3 15,6-10-4-15,5-10 0 16,1-9-3-16,2-6-14 16,4 0-60-16,-6-17-68 15,1-15-114-15,1-4-29 16</inkml:trace>
  <inkml:trace contextRef="#ctx0" brushRef="#br0" timeOffset="34018.78">7123 3210 463 0,'0'0'110'16,"0"0"-21"-16,0 0-33 0,0 0-18 15,0 0-28 1,-123 19-8-16,103 0 2 16,0 4-2-16,7-3-2 0,9-2-2 15,1-6-1-15,3 2-1 16,0-4-1-16,0-3 2 15,9 1-1 1,2-5 0-16,4-3 2 0,4 0-8 16,-1-6 3-16,1-19 2 15,2-9-33-15,-3-10-11 16,-8-6 29-16,-10-10 19 16,0-5 8-16,0 5 13 15,-4 3 16 1,-13 14 10-16,2 10 10 0,-1 14 17 15,8 11-15 1,0 6-23-16,2 2-10 16,2 0-18-16,0 0-9 0,4 0-6 15,0 24 1 1,0 10 4-16,0 13 0 0,12 10 2 16,6 6 1-16,4 3 1 15,-2-4-1-15,1-6 0 16,-1-8-1-16,-1-5-3 15,-3-14-10-15,3-10-37 16,-5-11-75-16,-4-8-132 16</inkml:trace>
  <inkml:trace contextRef="#ctx0" brushRef="#br0" timeOffset="34652.12">6280 3241 296 0,'0'0'75'0,"0"0"-25"0,0 0-30 15,0 0-15 1,-2 11 1-16,2-6 5 0,0-3-4 16,0-2 3-1,2 0 12-15,4 0 7 0,8 0-3 16,2 0 0-16,8 0-11 16,2-11-8-16,4 0-1 15,-2 1-3-15,-5 0 0 16,-3 3-3-16,-4 3 1 15,-6 2-1-15,-4 2 2 16,-4 0-6 0,-2 0-10-16,0 0-229 15</inkml:trace>
  <inkml:trace contextRef="#ctx0" brushRef="#br0" timeOffset="35854.46">8122 3188 186 0,'0'0'21'0,"0"0"5"0,0 0 12 15,0 0 7-15,22-1 11 16,-22-2 9 0,0 1 1-16,0 2-9 0,0-1-4 15,0-3-9 1,0 0-3-16,0-2-12 0,-18 2-14 15,-2 0 2 1,-2 4-7-16,-9 0-4 0,1 0-3 16,0 8-1-1,2 9-3-15,4 3 2 0,6 1-1 16,6 5-4-16,8 0 1 16,4 6 1-16,0 4 0 15,0-1 0-15,2-2 1 0,16-4-1 16,-3-8 2-1,6-7-4-15,5-10 0 16,-5-4 0-16,1-4 0 16,-1-21 5-16,-4-6-1 15,1-6 0-15,-10-6 2 16,-3-2 1-16,-2 3 6 16,-3 4-5-16,0 9 2 0,0 7 2 15,0 9 20 1,0 7 0-16,0 6-1 0,0 0-12 15,0 0-13 1,0 0-8-16,0 13-7 16,0 16 4-16,12 10 14 15,2 5-2-15,8 6-2 16,2-2 0-16,3-10 0 0,3-9-2 16,6-15-2-1,-4-14-2-15,-4-4-11 16,-7-29-88-16,-4-11-344 15</inkml:trace>
  <inkml:trace contextRef="#ctx0" brushRef="#br0" timeOffset="36666.96">8498 3126 439 0,'0'0'-10'0,"0"0"7"16,0 0 3-16,0 0-2 15,0 0-3-15,-2 0 6 16,6-13 4-16,1-4 22 16,-3 4 0-16,-2 1 15 15,0 4 49-15,0 3 4 0,-9 4-28 16,-5 1-45-1,-2 0-14-15,0 0-1 16,0 12-4-16,0 4-1 16,8 6-4-16,2 5-3 15,4 4 4-15,2 4 0 0,0 2 0 16,4-1-1 0,14 0-1-16,4-11-1 15,5-7-2-15,5-7 2 16,0-11-4-16,3 0-3 15,-8-6-7-15,1-13-21 16,-2-5-2-16,-6-5 2 0,-10 1 13 16,-5-2 33-1,-3 1-2-15,-2 6 4 0,0 5 6 16,0 5 3-16,0 7 6 16,0 6 20-16,0 0-26 15,0 0-18-15,0 14-9 16,0 5 13-1,11 2-4-15,2-3-2 0,4-3 0 16,4-6-2 0,7-8 0-16,2-1 1 0,5 0-1 15,0-14-1 1,-3-7-35-16,-7-1-10 16,-9-3 27-16,-10-2 12 0,-6 2 25 0,0 0 16 15,0 6 8 1,-4 1 8-16,0 6 1 15,-1 5 0-15,5 7-10 16,0 0-22-16,0 1-16 0,0 22-9 16,0 7 14-1,11 13-3-15,9 7-1 16,2 4 1-16,0 4-1 16,0 2 0-16,-7-1 1 15,-6-7 0-15,-5-4 0 16,-4-7 0-16,-4-7-1 15,-18-5 4-15,-8-4 0 0,-2-7-3 16,-3-4 0 0,5-9-1-16,2-5-30 0,4 0-103 15,14-18-165-15</inkml:trace>
  <inkml:trace contextRef="#ctx0" brushRef="#br0" timeOffset="37585.54">9387 3163 356 0,'0'0'-5'0,"0"0"0"16,0 0 5-16,0 0-4 16,8 12 1-16,-1-12-3 15,0 0-2-15,-3 0-6 16,0-6 40-16,-2-8-2 16,-2 3 22-16,0-1 11 15,0 4 15-15,-10 4 13 16,-8 4-30-16,-1 0-44 0,-2 0-3 15,-1 6-7 1,7 10 1-16,0 3-4 0,8 8 1 16,7 2 1-1,0 6-3-15,0 2 1 16,13 0 0-16,13-9 0 16,6-8 1-16,5-10-3 15,4-10 0-15,4 0-2 0,5-27-2 16,-1-14 6-1,-8-5-35-15,-4-8-55 16,-14-7 55-16,-14-5 46 16,-9-2 25-16,0 5 33 15,-2 3-17-15,-14 8 5 16,2 11-11-16,3 13 12 0,2 14-8 16,3 5-17-1,3 7-4-15,1 1 0 0,0 1-9 16,0 0-15-16,0 15-12 15,2 14 5-15,0 12 1 16,0 11 3-16,0 6 0 16,17 4 0-1,5-1-3-15,2-10 1 0,2-6-2 16,1-6 0-16,1-14-2 16,0-6-5-16,-4-4-8 15,-1-9-5-15,-4-5-11 0,1-1-4 31,0 0 10-31,-6-11 9 0,4-13 10 16,-3-7 4-16,-2-8 10 16,-3-3-3-16,1 2 4 15,-7 9 6-15,-4 6 3 0,0 11 10 16,0 8 18 0,0 6 9-16,0 0-28 0,0 0-17 15,0 6-6 1,0 14-1-16,0 11-1 15,0 10-1-15,0 3 2 16,11 7 1-16,6-3 0 0,5-5 3 16,0-11-6-1,4-10 0-15,2-19 0 0,2-3-4 16,-5-13-5-16,-1-21-130 16,-9-10-245-1</inkml:trace>
  <inkml:trace contextRef="#ctx0" brushRef="#br0" timeOffset="37903.07">10015 2813 397 0,'0'0'-7'15,"0"0"5"-15,0 0 3 16,0 0 0-16,9 0 2 16,-7 0 28-16,-2 0 71 15,0 0 31-15,0-2-63 16,0-4-10-16,0 0-9 0,0 1-14 16,-2 2-8-1,-3 0-15-15,1 0-7 16,4 3-10-16,-2 0-1 15,2 0-6-15,0 0-23 16,0 3-131-16,0 5-175 16</inkml:trace>
  <inkml:trace contextRef="#ctx0" brushRef="#br0" timeOffset="38314.65">10308 3008 532 0,'0'0'-24'0,"0"0"31"0,0 0-2 16,0 0 0-1,0 0-5-15,28 13 4 0,-24-13-2 16,-2 0 1-16,3 0-3 15,-1 0 2-15,-2 0-16 16,0-11 43-16,-2-4-17 16,0 2-1-1,0 1 24-15,0 4 29 16,-4 4 8-16,-11 4-39 0,0 0-22 16,-2 2-5-1,-1 14 4-15,4 4-2 0,2 5 1 16,8 6-5-16,4 2-1 15,0 2-1-15,6 0 5 16,14 0-2-16,6-4-3 16,6-6-1-16,1-7-2 15,5-9 5-15,-2-9-5 16,2 0 2-16,-17-10-10 0,-8-22-185 16</inkml:trace>
  <inkml:trace contextRef="#ctx0" brushRef="#br0" timeOffset="39865.76">11242 3046 252 0,'0'0'33'15,"0"0"26"-15,0 0 10 16,0 0 11-16,-5-67 28 16,-9 55-35-16,-4 5-21 15,-2 1-18-15,0 2-6 0,-4 4-10 16,0 0-9-16,-4 0 0 15,0 17-5-15,-2 11-4 16,4 4 1-16,7 5-4 16,3 6 4-16,10 2-2 15,6 1-2-15,0 1 2 16,0-1-1-16,18-2-1 16,5-3 4-16,3-4-2 15,6-10 1-15,2-5-5 0,1-13 3 31,-4-7-4-31,-4-2-18 16,-6 0 6-16,-7-11 7 0,-12-9 4 16,-2 1 9-16,0-3 5 15,-7 1-3-15,-6 4 2 0,-4 0 0 16,0 6 3 0,3 3 0-16,4 4-3 0,2 2-4 15,4 2-1 1,1 0-1-16,3-1-5 15,0 1-1-15,0-1-3 16,15-4-2-16,13 0 8 16,6-6 3-16,3 1 1 15,2-1-1-15,-9 3-3 0,-11-1-4 16,-5 6 1-16,-10 0 2 16,-2 3 5-16,-2 0 0 15,0 0 4-15,0 0 2 16,0 0-5-16,-2 0 0 15,-4 0-3-15,0 0-2 16,4 10 0 0,2 5 1-16,0 2 0 0,0 3 0 15,8-2-2 1,10-1 0-16,6-5 1 16,2-4 0-16,-2-2-5 0,1-3-14 15,-3-3-13-15,-2 0-7 16,-8 0 16-16,2-4 3 15,-8-9 28-15,0-9-8 16,-6 0 10-16,0-6 3 16,0-4 6-16,-4 0 4 15,-10-1 8-15,-4 4-3 16,-2 6-12-16,7 7-5 0,0 7 19 16,5 5-10-1,3 4-10-15,3 0-11 16,2 0 1-16,0 0-2 15,0 4-3-15,11 2 2 16,9-1 3-16,1-3 1 16,4 0 2-16,5-2 0 0,3 0 0 15,2 0-2 1,4-2 3-16,-5-8-5 16,-4 3 8-16,-6-4-4 0,-8 5 1 15,-7 5-1 1,-4 1 1-16,-5 0 3 0,0 4-2 15,0 14 6 1,-2 5 4-16,-3 4-2 0,3 4-7 16,2 0-3-1,0 4 1-15,0-4-1 0,4 0 0 16,13 0 0-16,1-8-2 16,5-8 3-16,3-7-8 15,6-8-6-15,8 0-16 16,0-11-18-16,5-17-59 15,9-7-189 1</inkml:trace>
  <inkml:trace contextRef="#ctx0" brushRef="#br0" timeOffset="40502.98">12208 3077 630 0,'0'0'44'15,"0"0"18"1,0 0-19-16,-120-6-13 15,102 12-23-15,6 16-10 16,0 5 2-16,8 4 2 16,0 2-3-16,4-2 1 15,0-1-2-15,0-4 3 16,4-2-1-16,12-5-3 0,-2-7-2 16,6-9-22-1,1-3-22-15,-4 0-5 0,1-8 12 16,-3-15 3-1,-5-8 11-15,-5-5 44 16,-5-1 1-16,0 4 6 16,0 6 6-16,0 6 11 15,0 9 6-15,0 10 2 16,-3 2-27-16,3 0-16 16,0 12-14-16,0 5 11 15,0 2-3-15,5 1-2 16,12-5-2-16,4-3-3 0,4-8-6 15,5-4-1 1,2 0-12-16,0-8-32 0,-2-11-39 16,-4-5-37-1,-5 1 70-15,-7 1 70 0,-10 3 37 16,-4 1 79 0,0 4 31-16,0 2-37 0,0 5-35 15,-4 1-30-15,-2 1-18 16,2 1 0-16,2 4-11 15,2 0-13-15,0 0-7 16,0 22-11 0,0 10 7-16,0 14 5 0,4 9 1 15,12 6 2-15,-4 2-2 16,8-1-2-16,-3-3 3 16,-4-7-3-16,2-10 1 0,-2-8-2 15,-2-9-2 1,-5-12-12-16,-4-13-59 0,-2 0-75 15,0-30-23 1,0-17-283-16</inkml:trace>
  <inkml:trace contextRef="#ctx0" brushRef="#br0" timeOffset="40811.65">12354 3035 614 0,'0'0'40'16,"0"0"-17"0,0 0-23-16,0 0-5 0,56-6 8 15,-24 6 0 1,2 0-4-16,-1 0 2 16,-5 4-1-16,-4 8 2 0,-10 3-4 15,-2 4 2-15,-8 4 4 16,-4 3 3-16,0-1 2 15,-4 3-3-15,-10-5 0 16,-2-4-4-16,-2-1-1 16,1-7-2-16,4-6-19 0,4-5-206 31</inkml:trace>
  <inkml:trace contextRef="#ctx0" brushRef="#br0" timeOffset="41250.21">12633 2923 645 0,'0'0'63'0,"0"0"11"16,0 0-38-16,0 0-34 15,0 0-11-15,-8 2-5 16,8 21 15-16,6 8 1 15,4 10 2-15,0 2-1 16,-4-1-1-16,-4 2 0 0,3-5 2 16,1-4-1-1,-3-10 0-15,-1-4-2 16,0-8 1-16,0-7-3 16,2-6 0-16,3 0-3 0,2-11 0 15,5-12 15-15,3-6-2 16,3-4-8-1,-2 0 3-15,-2 8-5 0,-2 4 0 16,-2 7-2 0,-4 10 1-16,0 4-2 0,0 0 0 15,0 1 0 1,-1 17 5-16,3 4-1 16,-1-1 3-16,-2 3-1 0,-1-3 1 15,-3-2-2-15,3-3-3 16,-6-2 0-16,0-5-32 0,0-5-279 15</inkml:trace>
  <inkml:trace contextRef="#ctx0" brushRef="#br0" timeOffset="45580.96">17878 952 361 0,'-2'0'65'15,"2"-1"2"-15,0-2 12 0,-3 3-23 16,3 0-31-1,0 0-7-15,0 0-2 0,-3 0 5 16,3 0-2 0,-4 0-15-16,2 0 0 15,0 0-3-15,0 9-2 16,0 13 7-16,-2 10-6 16,4 8-1-16,0 8 3 15,-2 5-3-15,2 1 2 16,0-2 0-16,0-8-1 15,0-7-1-15,0-13 2 16,0-7-2-16,0-9-1 0,0-7-1 16,0-1 4-1,0 0 3-15,0 0 7 0,0-15 25 16,2-13 13-16,4-7-26 16,-4-12-14-1,0-5 0-15,-2-7-4 0,0 1-3 16,0 4 5-1,0 4-5-15,0 10-1 0,0 10 1 16,0 7-1-16,0 8-1 0,0 5 2 31,0 4-1-31,0 6 0 16,0-2-2-16,0 2-5 16,0 0 1-16,9 6-4 0,4 15 2 15,4 8 8-15,2 10 1 16,1 6-1-16,6 1 0 15,-5-2-1-15,1-1 1 16,-2-8-1-16,-4-4 1 16,0-6-2-16,-4-6 2 15,-1-4-1-15,-4-4-2 16,-3-2-3-16,-4-1-36 16,0-3-119-16,0-2-219 15</inkml:trace>
  <inkml:trace contextRef="#ctx0" brushRef="#br0" timeOffset="45835.76">17899 1269 318 0,'0'0'62'0,"0"0"-19"0,0 0-14 16,0 0-22-16,92-48-3 0,-58 37-1 15,5 1 0 1,-2-2-3-16,-9 2-1 16,-7 3-4-1,-14 3-105-15,-7 0-241 0</inkml:trace>
  <inkml:trace contextRef="#ctx0" brushRef="#br0" timeOffset="46516.7">17972 664 318 0,'0'0'55'0,"0"0"-8"16,0 0 14 0,0 0-14-16,-140-12-26 15,99 14 14-15,-5 14-6 16,2 5 2-16,3 1 0 16,0 3-10-16,7 4-12 15,3 3-6-15,3 5-7 0,2 8 12 16,5 7-5-1,2 10-1-15,8 6 0 16,4 3 4-16,7 7-5 16,0-1-2-16,24-2 2 15,20-5 1-15,9-4-7 0,16-8 8 16,6-11-3-16,7-11 3 16,2-13-5-16,2-7 2 15,-2-16 1-15,-2 0 0 16,-1-10-1-16,-1-21 4 15,-7-7-4-15,-9-9-3 16,-1-11 4-16,-8-10 10 16,-10-11-6-16,-11-10 5 15,-15-8 1-15,-10-3 25 16,-9 1 1-16,-5 12 2 16,-22 11-9-16,-15 17 7 15,-5 16-9-15,-9 15-15 16,-7 19-16-16,-7 9-3 15,-8 2-22-15,-8 23-165 16,-9 3-413-16</inkml:trace>
  <inkml:trace contextRef="#ctx0" brushRef="#br0" timeOffset="47464.46">17815 1775 444 0,'0'0'66'0,"0"0"-20"16,0 0 9-16,2-2-10 16,-2 2-14-16,0 0-8 0,0 0 7 15,0 0 2 1,0 0-11-16,0 0-2 0,0 0-6 15,-4 0-8 1,-5 0-1-16,-6 8-3 0,-3 11-4 16,0 10 1-1,-4 12 2-15,-2 10-1 0,-2 14 2 16,-4 15-2 0,0 9 1-16,-6 9 0 15,-5 6 1-15,-3 2-2 0,-4-4 2 16,0-7 1-1,1-9-3-15,3-12 2 0,6-12 1 16,8-12-2 0,4-9 3-16,2-10-5 15,9-6 4-15,0-8-2 0,4-3 0 16,7-4-4 0,4-4-8-16,0-6-68 0,0 0-208 15</inkml:trace>
  <inkml:trace contextRef="#ctx0" brushRef="#br0" timeOffset="48014.53">16953 3045 574 0,'0'0'9'15,"0"0"40"-15,0 0 6 0,0 0-39 16,0-12-11-1,0 12-5-15,4 6 0 0,6 18 5 16,1 7 0 0,6 13 0-16,-2 6 4 0,2 8 1 15,-1 3 4 1,-4-5-2-16,-1-10 1 0,-2-5-3 16,-3-13-5-1,-1-8-2-15,1-8-3 0,-4-6-3 16,0-6 2-16,0 0-2 15,0 0-7-15,-2-20-74 16,0-11-129-16,0-7-219 16</inkml:trace>
  <inkml:trace contextRef="#ctx0" brushRef="#br0" timeOffset="48514.41">16955 3101 386 0,'0'0'-1'16,"0"0"23"-16,0 0-6 15,0 0-5-15,0 0-3 0,131-74-1 16,-99 74-5 0,-6 0-1-16,-2 0 1 15,-8 8 1-15,-2 9-2 16,-8 5 0-16,-6 3 15 0,0 4 3 15,-11 2 5 1,-8 0 5-16,-1-4-6 16,4-3-18-16,2-6-3 15,4-6-7-15,10-6-4 0,0-4 2 16,0-2 1-16,2 0 1 16,20 0 7-16,5 0 1 15,8-3-2-15,3-2 1 16,3 3-2-16,-5 2 2 15,-3 0-4-15,-7 0 1 16,-11 13 0 0,-9 6 0-16,-6 3 1 0,0 6 6 15,-6-3 1 1,-14 0 2-16,-1-3 2 16,-2-3 3-16,-1-2 1 0,2-1-12 15,0-4-2-15,1-3-2 16,4-1-3-16,4-8-13 15,0 0-74-15,6 0-239 16</inkml:trace>
  <inkml:trace contextRef="#ctx0" brushRef="#br0" timeOffset="49134.41">17268 2838 373 0,'0'0'28'0,"0"0"25"16,0 0 17-16,-124-2-21 16,92 15-31-1,1 3-7-15,1 3-4 0,0 3-6 16,0 4 1-16,-4 6 6 0,-1 6 7 16,-4 5-6-1,0 3 2-15,7 5 10 16,2 5-10-1,8 3-6-15,12 3-2 16,10 3-1-16,0 1 1 0,4 0 0 16,24-9-1-1,11-7-1-15,10-5-2 0,12-10 0 16,9-8 2-16,8-7 0 16,1-11 1-16,6-6 0 15,-3-3 0-15,-10-5-4 16,-5-20-5-16,-9-6 4 15,-12-6 8-15,-10-6-7 16,-10-1 5-16,-9-4 5 0,-9-6 0 16,-8-4 6-1,0-8 35-15,-17-6 14 16,-10-1-9-16,-8-1-37 16,-3 6 5-16,-4 8-8 15,-1 16-5-15,-4 13 4 0,0 17-3 16,-3 14-11-1,3 0-3-15,0 6-18 16,8 0-144-16,7-6-564 16</inkml:trace>
  <inkml:trace contextRef="#ctx0" brushRef="#br0" timeOffset="50045.93">18567 1595 235 0,'0'0'31'0,"0"0"12"16,0 0 2-16,0 0-12 15,0 0-10-15,0 0 16 16,0 0 25-16,0 0 29 16,0 0-29-16,0 0-28 15,-1 0-13-15,1 0-3 16,0 0-11-16,0 0-4 16,0 0-4-16,0 0-2 15,0 10-2-15,0 12-1 0,8 15 4 16,11 10 1-1,10 13 0-15,7 10-1 16,9 5 1-16,11 7-2 16,5 1 1-16,10 2-1 0,0-3 1 15,0-3 1 1,-5-4 1-16,-8-6-3 16,-8-4 2-16,-11-9-2 15,-11-10 4-15,-8-7-3 16,-8-9 1-16,-7-11-2 0,0-6 1 15,-5-7 0 1,0-6 0-16,0 0 1 16,0 0 2-16,0-16-8 15,0-6-43-15,0-6-181 16</inkml:trace>
  <inkml:trace contextRef="#ctx0" brushRef="#br0" timeOffset="50884.18">19401 2844 443 0,'0'0'-5'16,"0"0"6"-16,0 0 3 15,0 0 8-15,0 0 0 0,12 15-6 16,-6-13 1-1,0 0 1-15,-2-2-3 0,0 0 4 16,-2 0-1-16,2 0-2 16,-4 0 7-16,2 0 0 15,0 2 2-15,-2-2-4 16,0 0-8 0,1 0-4-16,6 0 0 0,-3 0 0 15,-2 0 1-15,2 0 2 16,-2 0-1-1,0 2-1-15,-2-2 0 16,0 0 1-16,2 0 0 0,-2 0-3 16,2 0 1-1,-2 0 9-15,0 0 3 0,0 2-4 16,0-2-2 0,0 0 0-16,0 2 1 0,0-2-3 15,0 2-5 1,0 0 0-16,1-2 2 0,5 3 1 15,-3 0 0-15,1 0 0 16,0-1 0-16,0 0-2 16,6-2 1-16,2 0-2 15,2 0 4-15,0-13 9 16,1-3 7-16,-2 1 12 16,-7 3-7-16,-4 4 11 15,-2 7 40-15,0-2-12 16,0 3-26-16,-11 0-18 15,-10 0-14-15,-1 0-2 16,-5 16-2-16,4 3 3 16,5 8-2-16,2 6-2 15,10 0 1-15,6 4-5 0,0 1 4 16,8-3 0-16,20-2 0 16,4-1 1-1,8-9-2-15,9-6 2 0,3-5-1 16,4-6 1-1,-3-6-7-15,-3 0-28 16,-16-4-153-16,-8-18-195 16</inkml:trace>
  <inkml:trace contextRef="#ctx0" brushRef="#br0" timeOffset="51484.51">19618 2650 485 0,'0'0'62'0,"0"0"19"16,-109-25-33-16,61 25-22 15,-2 0-16-15,3 0-4 16,-3 7 8-16,6 13 12 16,2 5-9-16,2 6-10 15,-3 7 3-15,1 7 2 16,2 12-2-16,3 4-2 16,4 12-1-16,10 5-3 0,13 6-2 15,10 6 1 1,7-3-3-16,33-1 1 0,18-11 2 15,20-11 1 1,12-15-2-16,11-17 2 16,8-13 1-16,0-8-3 15,1-11 0-15,-12 0-1 0,-11-6-1 16,-15-16-3 0,-9 0-11-16,-13-9 14 15,-10-6-1-15,-6-10-3 0,-3-5 8 16,-12-8-5-16,-4-10 0 15,-9-5 1-15,-6-12 3 16,0-4 0 0,-21-6 2-16,-9 2-1 0,-7 7-1 15,-2 13 2 1,1 14 0-16,-5 16 3 0,-4 16 0 16,-6 15 6-1,-13 12-11-15,-11 2-7 0,-11 6-45 16,1 11-360-16</inkml:trace>
  <inkml:trace contextRef="#ctx0" brushRef="#br0" timeOffset="69644.47">19545 1413 455 0,'-2'-2'41'0,"2"-2"9"16,-2 2 6-16,2 0-30 0,0 0-16 16,0 0-10-16,0 2-2 15,0 0-1 1,0 0-5-16,0 4 2 0,0 14 7 15,4 7 2-15,3 2 1 16,1 0 1-16,-4-1-1 16,1-10-2-1,-3-1 0-15,2-9-1 0,2-5-1 16,7-1-3-16,3 0 9 16,2-16 7-16,8-5 1 15,2-4-17-15,0-4 16 16,-2 0-11-16,-4 6-1 15,-3 5-2-15,-7 14-4 16,-6 4-39-16,-6 2-379 16</inkml:trace>
  <inkml:trace contextRef="#ctx0" brushRef="#br0" timeOffset="71349.89">18478 4407 279 0,'0'0'61'0,"0"0"-10"15,0-12 5-15,0 6 10 16,0 3-13-16,0-2-10 0,0 3-10 16,0-2-6-1,0 4-9-15,0-2-1 16,0 2 0-16,0 0-2 15,0 0-2-15,0 0-2 0,0 0-4 16,0 0-2 0,0 0-3-16,0 0-4 0,4 12-2 15,2 10 3 1,3 6 3-16,0 7 0 0,0 5 0 16,1 3-1-16,-5 2 2 15,-1-5-2 1,-2 0 2-16,0-2-1 0,0-7-1 15,-2-5 0 1,1-4 1-16,2-7-2 0,-1-3 1 16,0-4-1-1,-2-2 0-15,2-4-1 16,1-1-1-16,-3-1 0 16,0 0-1-16,0-1-77 0,0-17-354 15</inkml:trace>
  <inkml:trace contextRef="#ctx0" brushRef="#br0" timeOffset="71794.75">18365 4366 458 0,'0'0'80'0,"0"0"-29"0,0 0-24 16,0 0-20-16,0 0-3 15,72-38 1 1,-40 38 2-16,3 0-4 15,5 0 0-15,4 10-1 0,0 9 0 16,-5 10-2 0,-2 6 1-16,-10 3 1 0,-9 4-2 15,-10 2 4 1,-8-3-1-16,0 0 1 16,0-2 1-16,-18-1-1 0,0-3-1 15,-4-1-1-15,3 0-1 16,0-7 2-16,2-2-2 15,-1-4 0-15,4-5-1 16,-2-5 1-16,2-3-1 16,2-8-3-16,0 0-99 15,3 0-233 1</inkml:trace>
  <inkml:trace contextRef="#ctx0" brushRef="#br0" timeOffset="72663.85">18578 4203 210 0,'0'0'34'0,"0"0"0"16,0 0 16 0,0 0-13-16,0 0-14 0,-20-11-8 15,12 11 1 1,-1 0-3-16,-2 0-2 0,-4 0-4 16,-1 3-1-16,-1 5 1 15,0 3 3-15,-1 1 3 16,0 5-3-16,-3 3-2 0,0 3-3 15,-1 6 2 1,-3 4 2-16,1 5 4 16,1 4 1-16,-1-4 3 15,-2 5-3-15,1 1 1 16,3 1 4-16,2 3-2 0,3 4-2 16,8 1-4-1,7 5 3-15,2 1-8 16,0 0-1-16,11-2-3 15,15-6 0-15,1-1-2 0,10-1-1 16,0-6 3 0,6-5 0-16,1-6-2 0,4-7-1 15,6-8 0 1,3-8 0-16,-1-9 0 0,-1 0-1 16,-1-6 3-16,-6-16-4 15,-4-7 8-15,-2-6-6 16,-6-6 3-1,-3-4-2-15,-5-8 10 16,-5-4-11-16,-7-3 14 0,-4 2 2 16,-10-4-8-1,-2 2 6-15,0 6 8 0,-2-1 8 16,-21 0 1 0,-3-3-4-16,-7-4-9 0,-1 4-3 15,-7-3-7-15,0 5-4 16,-5 9-3-16,2 13 0 15,1 13-3-15,-1 10-4 16,4 11 1-16,3 0-21 16,5 12-138-16,8 2-213 15</inkml:trace>
  <inkml:trace contextRef="#ctx0" brushRef="#br0" timeOffset="73694.52">19396 3688 258 0,'0'0'46'0,"0"0"-6"15,0 0-3 1,0-6-7-16,0 6 1 16,0-2-5-16,0 2-2 15,0 0 0-15,0 0-8 0,0 0-7 16,0 0-2 0,0 0 2-16,0 0 2 15,-3 0-1-15,-6 8-1 16,-2 2 0-16,0 3-5 0,0 4 0 15,-3 5-2-15,3 3-1 16,-4 4 2-16,2 2-1 16,-3 5-1-1,2 7 1-15,-6 4-2 16,3 5 1-16,-5 4 0 0,3 7-1 16,-5-3 0-1,1 3 1-15,-1-7 0 0,4-1-1 16,1-10 1-1,2-3-2-15,4-9 2 0,0-5-2 16,7-3 1-16,-3-7 1 16,5-4 0-16,-5-3-1 15,7-1 0-15,-3-4 2 16,1-1-2-16,-1-1 1 16,4 0 0-16,-1-2-1 15,-2 2 1-15,2 0 0 0,-1-2 0 16,3 0-1-1,-2-2 1-15,2 0 1 0,0 0-1 16,0 0 2 0,0 0-2-16,0 0 3 15,0-2-9-15,0-12-3 0,7-5-4 16,-1-6-25 0,-6-1-368-16</inkml:trace>
  <inkml:trace contextRef="#ctx0" brushRef="#br0" timeOffset="101898.28">17505 3742 67 0,'0'-4'48'0,"0"0"-18"16,0 0 9-16,0 1-8 15,0-1 5-15,0 2-4 16,0 2-12-16,0-3-5 16,0 3-7-16,0 0-3 15,0 0 1-15,0 0 9 0,0 0 14 16,0 0 0-1,0 0-7-15,0 0-1 0,0 0-3 16,0 0 6 0,0 0-6-16,0 0-3 15,0 0-10-15,0 0-3 16,0 0 2-16,0 0 5 16,0 0-4-16,0 0-3 0,0 0 1 15,0 0 2 1,0 0-4-16,0 0 3 0,0 0 0 15,0 0 0 1,0 0 6-16,0 0 0 16,0 0 0-16,0 0 5 15,0 0-2-15,0 0-4 16,0 0-7-16,0 0-1 0,0 0 1 16,0 0 2-16,0 0-2 15,0 0-2-15,0 0-1 16,0 0-2-16,0 0 2 15,0 0 0-15,0 0 3 16,0 0-2-16,0 0 5 16,0 0-4-16,0 0 3 15,0 0 0 1,0 0 0-16,0 0-2 0,0 0 1 16,0 0-5-16,0 0 2 15,0 0 2-15,0 6 0 16,0 0-2-16,0-2-1 15,0 2 3-15,3-2-2 16,-3 0 1-16,2 1 0 16,2-1 2-16,-2 2-1 15,0 0-2-15,2 0 1 16,0 0-1-16,0 0 1 0,2-1-1 16,-4 1 0-1,2 0 1-15,-2-1 1 16,2 2 0-16,0-3-2 15,1 2 0-15,-3-3 2 0,2 3-1 16,1 0 1 0,3-1-2-16,-1 2 2 0,-4-1-3 15,4-1 1-15,-2-2 1 16,1 6-2-16,-1-3 1 16,-2 0 1-1,2-2-1-15,-1 0 0 16,2 4 0-16,4 1 0 15,-4-5 0-15,-2 2 0 16,4 5 0-16,0-6 1 16,-2 1-1-16,-2-2 1 15,0 0-1-15,0 2 0 16,0-2 0-16,2 1 0 16,-2 1 0-16,0 0 1 0,-2 0-1 15,4 0-1-15,-2-2 1 16,1 2 0-16,-2 1 0 15,3-1 1-15,-2 0-1 16,0 0 0-16,0-1 1 16,1 1 0-16,1 0-2 15,-1-2 2-15,-1 1-1 16,2 1 0 0,-1 0 1-16,1 0-1 0,-2 0 0 0,1 4 0 15,-1-5 2 1,0 3-2-16,1 1 1 0,-1-4-1 15,0 2 0 1,-2 0 0-16,2-1-1 16,3-1 3-16,-2-2-2 15,-1 1 1-15,-2 1-1 16,2 1 0-16,-2-3 3 16,2 1-2-16,0 2-1 15,0-3 1-15,0 3-1 0,0 0 0 16,0 0 0-1,-2-1 1-15,2 3-1 16,2-2 0-16,0 2 1 16,-3-2-1-16,2 0 0 0,-3-1 1 15,0-1-1 1,0 2 0-16,2-2-1 0,1 0 2 16,-1 2-1-1,1-1-1-15,1 5 2 16,-2-4-1-16,0 2 0 0,3-3 0 15,-3 1-1-15,1 0 2 16,-3 0-1-16,0-2-1 16,2 0 2-1,1 0-1-15,-3 0 0 0,1 1 1 16,0-1-1-16,1 2 0 0,1 0 0 16,-1 2-1-1,0-4 1-15,1 2 1 0,1-1-2 16,-4 2 1-1,2-4 1-15,1 2-1 0,-1 1 0 16,1-2 0 0,-1 1 0-16,-2-2 0 15,2 0 0-15,-2 0-1 16,2-2 1-16,-2 4 0 16,6-4 0-16,-4 3 0 0,0 3 1 15,0-1-1 1,0-1 0-16,3 1 0 0,0-3 0 15,-3 2 0 1,0 1 0-16,2-4 1 16,1 3-2-16,-3-1 1 15,-3-1 0-15,7 0 0 16,-6 0 0-16,2 0 0 16,0 0 0-16,1 1 1 0,-2-1-2 15,0 2 1-15,2-1 0 16,-1-1 0-1,-2 3 1-15,5-2-2 0,-3 2 2 16,0-2-1 0,-2 2 0-16,2-2 0 15,-1 0 0-15,1 0 0 16,-2-1 1-16,3 0-1 0,-3-2-1 16,-2 1 2-1,2-2-2-15,-2 0 1 0,2 0 0 16,-2 2 0-1,1 0 0-15,2 0 0 0,-1-2 0 16,0 2 0 0,0-2 0-16,1 4 1 0,-3-4-1 15,2 2-1-15,3 0 2 16,-5-1-2-16,0 2 2 16,2-3-1-16,0 3 0 15,-2 0 0-15,2-2 0 16,-1 1 0-16,-1 0 0 15,3 0 0-15,-1 0 0 0,0-2 0 16,-2 2 0 0,0 0 1-16,2 0-1 15,-2-2 2-15,0 0-3 0,0 0 1 16,0 4 0 0,2-2 0-16,0-2 0 0,-2 2 0 15,2 1 1 1,-2 0-1-16,4-3 0 0,-4 0 0 15,0 0 0 1,2 1 0-16,-2-1 1 16,0 0 1-16,0 0-2 15,2 0 1-15,-2 0-1 16,0 0-1-16,0 0 1 0,0 0 0 16,0 0 0-16,0 0 1 15,0 0-1 1,0 0 0-16,0 0 1 0,0 0-1 15,0 0 0 1,0 0 0-16,0 0-8 0,0 0-137 16</inkml:trace>
  <inkml:trace contextRef="#ctx0" brushRef="#br0" timeOffset="111744.55">19934 1496 338 0,'-2'-2'51'0,"-4"-1"9"16,1-3-13-16,-1 2-9 0,2 0-16 16,2 2-9-1,-1-2-6-15,-1 2 7 0,0 2 1 16,-1 0-3-1,-1 0-5-15,-2 0-13 0,-4 19 13 16,2 10 6 0,0 8-1-16,-4 10-15 0,4 4 11 15,-2 6-9 1,2-3 7-16,2-7-6 16,-1-8 1-16,2-12-1 0,3-9 2 15,0-16-4-15,2-2-17 16,-3-1-113-1,-3-24-159-15</inkml:trace>
  <inkml:trace contextRef="#ctx0" brushRef="#br0" timeOffset="112066.58">19680 1401 412 0,'0'0'73'16,"0"0"1"-16,0 0 22 0,0 0-46 15,0 0-32 1,-10 23-20-16,10 3-9 0,22 9 12 15,5 7 1 1,8 8 0-16,6 5 0 16,-1-1-1-16,-3 4-1 15,-7 0-1-15,-10 0-25 16,-3-2-417-16</inkml:trace>
  <inkml:trace contextRef="#ctx0" brushRef="#br0" timeOffset="125128.84">1178 4327 312 0,'2'-2'73'0,"1"2"-37"0,-1 0 14 15,0 0 4 1,1 0-24-16,-3 0-3 0,0 0-4 16,0 0-1-1,0 0-13-15,0 17-6 16,-12 10 5-16,-2 8 29 0,0 0-30 16,0-1-5-1,3-3 1-15,1-5-2 0,9-8-6 16,1-7-2-16,0-3 2 15,0-4-13-15,0-1 18 16,0-3-2-16,7 3 2 16,8-3 3-16,6 3 3 15,2 1-5-15,-1 4 0 16,2 6-2 0,-4 7 0-16,-6 8-5 15,-5 7 3-15,-9 6 3 0,0-3-7 16,0-3 6-16,0-9-4 15,-3-6 20-15,-7-13-20 16,-5-5 62-16,-3-3 13 16,-3 0-21-16,-1 0-12 15,-1-13-11-15,-3 0-6 16,7-1-7-16,2 2-4 16,6 3-5-16,2 3-2 15,3 4-2-15,6 2-3 16,0 0-11-16,0 0-34 15,0 0-150-15,15 2-207 16</inkml:trace>
  <inkml:trace contextRef="#ctx0" brushRef="#br0" timeOffset="125481.31">1363 4542 624 0,'0'0'37'0,"0"0"-7"16,0 0-10 0,0 0-18-16,0 0-8 0,24 32 3 15,-13 0 5-15,6 8 2 16,1 12 1-16,1 9 6 15,0 2-3-15,-2 5 1 16,-2-2 5-16,0-6-2 16,-1-4 1-16,-5-10-5 15,5-9-5 1,-7-11 0-16,1-7-7 0,-4-10 5 16,0-7-2-16,-4-2 2 0,0-5-4 15,0-26-83 1,-11-16-130-16,-6-11-272 15</inkml:trace>
  <inkml:trace contextRef="#ctx0" brushRef="#br0" timeOffset="125813.13">1338 4580 525 0,'0'0'26'15,"0"0"-8"-15,0 0-18 0,0 0 5 16,0 0-3 0,93-19 0-16,-53 19-3 0,1 0 3 15,-3 6 2 1,-4 13-2-16,-7 4 0 0,-10 2 0 16,-6-2 1-1,-9 1 6-15,-2-1 1 0,0 1-9 16,-4-4 19-1,-13 5-10-15,-3 1-6 0,4-3-2 16,-4 0 0-16,4-9-4 16,6-2 3-16,4-9 0 15,6-3-1-15,0 0-58 16,0-7-107 0,0-9-101-16</inkml:trace>
  <inkml:trace contextRef="#ctx0" brushRef="#br0" timeOffset="126346.82">1831 4650 485 0,'0'0'65'0,"0"0"-4"16,0 0-15-16,0 0-17 16,0 0-10-16,-112 25-11 15,93-2-8-15,8 7 1 16,0 1-1-16,4 3 1 0,5 1-4 16,2 0 2-1,0-4 1-15,0-4-3 16,15-4 2-16,4-7-5 0,3-9 1 15,2-4 0-15,2-3-1 16,-2 0-4 0,-1-22 12-16,-6-5-10 0,-4-2 9 15,-7-4 2 1,-6 0-8-16,0 2 35 16,0 8-5-16,-2 2 6 0,-6 6 23 15,1 8-7-15,5 4-8 16,2 0-9-16,0 3-13 15,0 0-11-15,0 0-8 16,0 0-7-16,0 11-8 16,4 8 4-16,16 10 20 15,2 5-6-15,7 7 0 16,1-4 0-16,0-2-3 16,5-8-4-16,-7-7-51 15,-2-12-204-15,-7-8-253 0</inkml:trace>
  <inkml:trace contextRef="#ctx0" brushRef="#br0" timeOffset="126830.56">1936 4709 590 0,'0'0'7'0,"0"0"5"15,0 0-12-15,0 0 19 16,0 0-21-16,38-63 5 16,-20 63-16-16,-1 0 6 15,2 14 11-15,1 12 3 0,-1 10 1 16,1 1-1 0,-8-1 0-16,-3 1-3 0,-2-6-1 15,-5-8 1-15,0-9-2 16,-2-5 0-16,0-3 0 15,0-6 2-15,0 0 9 16,0 0 22 0,0-12 25-16,0-13-32 0,0-8-23 15,0-7-4-15,0-4 1 16,0 6 0 0,0 4-2-16,0 8-1 0,0 9-1 15,4 7 0 1,-1 10-4-16,7 0-12 15,3 2 4-15,0 16 16 0,3 5 2 16,2 5 4-16,-3-1-6 16,-2 0 0-16,-3 1 1 15,4-1-2-15,-6 0-2 16,1-2-11-16,0-7-106 16,-5-2-205-16</inkml:trace>
  <inkml:trace contextRef="#ctx0" brushRef="#br0" timeOffset="127330.91">2302 4672 450 0,'0'0'42'0,"0"0"-6"15,0 0-23 1,0 0-13-16,0 0 3 0,38-22-9 16,-22 24 3-16,-2 18 7 15,2 6 10 1,-3 5-2-16,-1 4-4 16,-7 2 7-16,1-2 12 0,-4-3-1 15,-2-6 3-15,0-9-12 16,3-3-7-1,-3-7-8-15,0-4-1 0,2-3 3 16,-2 0 9-16,0-16 15 16,0-11 16-16,0-10-27 15,0-5-13-15,0-4 1 0,0 5-4 16,6 1 1 0,0 6 0-16,6 9-2 15,-2 5-4-15,0 7 3 16,4 5-1-16,-5 6-2 15,6 2-7-15,-1 2 1 16,2 15 6-16,1 8 9 16,-2 3-5-16,0 1 4 15,-2-3 0-15,-2-2-3 16,-1-2-1-16,-2-9-3 16,0-1-12-16,-4-6-57 15,2-6-119-15</inkml:trace>
  <inkml:trace contextRef="#ctx0" brushRef="#br0" timeOffset="127624.37">2809 4594 764 0,'0'0'48'0,"0"0"-15"16,0 0-30-16,0 0-10 15,0 0 8 1,0 75-2-16,7-46 2 0,2 5 1 16,-3-5-2-16,0 5 0 15,0-1 1 1,2-2-1-16,-2-4 0 16,-2-6 0-16,0-5-2 0,0-8-7 15,1-8-10-15,0 0-23 16,-3-18-51-16,0-15-92 15,-2-13-174-15</inkml:trace>
  <inkml:trace contextRef="#ctx0" brushRef="#br0" timeOffset="127874.4">2758 4389 610 0,'0'0'89'15,"0"0"-37"1,0 0-18-16,0 0-29 0,0 0-12 15,0 0 3 1,-24 27 1-16,39-20-4 0,-1-1 2 16,4-6 1-1,-4 0-2-15,-2 0-4 16,-8-13 0-16,-4-7 36 0,0-1-15 16,0 0 3-1,-10 5-8-15,-7 6 2 0,-1 10-7 16,1 0-6-1,4 0-24-15,3 14-144 0,3 1-316 16</inkml:trace>
  <inkml:trace contextRef="#ctx0" brushRef="#br0" timeOffset="128396.78">2926 4666 379 0,'0'0'27'16,"0"0"-3"-1,0 0-5-15,0 0-11 0,0 0-6 16,77-60-1-1,-58 60-2-15,-1 3 5 0,1 20-4 16,-2 8 7 0,-4 4 2-16,2 1 1 15,-8-3-5-15,-1-5 3 16,-2-9 1-16,-1-7 9 16,-1-6-5-16,0-4 5 0,-2-2 18 15,0 0 15 1,2-10-6-16,-2-11-7 15,2-9-35-15,0-4-1 16,3-4-1-16,-1-2 1 16,2 6 1-16,5 3 1 15,0 8-2-15,1 7-4 0,0 10 0 16,2 6-1 0,0 0-3-16,-2 6 6 0,4 17 2 15,-4 3 2-15,2 2 0 16,-2 5-1-16,-1 1-1 15,-5-3-1-15,3-4-4 16,-7-7-48 0,0-4-172-16</inkml:trace>
  <inkml:trace contextRef="#ctx0" brushRef="#br0" timeOffset="129079.73">3556 4577 539 0,'0'0'7'16,"0"0"17"-1,0 0 41-15,0 0-37 16,0 0-11-16,-86-26-4 15,66 26 0-15,2 17-2 0,0 9-1 16,8 7-8 0,2 1 0-16,8 3-1 0,0 0-1 15,0-5-2 1,18-6 0-16,2-6 1 16,3-7-3-16,5-11 4 0,2-2-1 15,0-2 0-15,0-23-5 16,-4-9 1-16,-4-4-16 15,-9-5 22 1,-11 1 4-16,-2 4 32 0,0 6 51 16,-5 6-6-1,-5 8 0-15,4 8-36 0,3 6-21 16,3 4-21 0,0 0-10-16,0 4-8 0,0 21 3 15,0 16 13-15,15 13-1 16,3 10 0-1,1 10 1-15,0 5 1 0,-2 2-4 16,-3-2 2-16,-8-3 0 16,-6-6 0-16,0-6-1 15,0-7-1-15,-20-7-5 16,-3-12-1-16,-3-11-8 16,0-13 2-16,0-14 9 0,-2 0 8 15,4-37-8 1,6-10-5-16,4-6 5 15,8 0 0-15,6 5-3 16,0 7 0-16,20 8-1 0,10 8 1 16,6 5-2-1,3 3-18-15,-5 0-135 16,-2-2-375-16</inkml:trace>
  <inkml:trace contextRef="#ctx0" brushRef="#br0" timeOffset="129844.43">4042 4344 455 0,'0'0'79'16,"0"0"3"-16,0 0-22 0,2-4-28 16,-2 4-15-16,3 0-8 0,-3 20-3 31,2 12 2-31,0 15 5 15,0 11 2-15,5 8 0 0,-1 3-6 16,9 2-4-16,2-8-3 16,7-9-2-16,2-6 0 15,4-13-3-15,2-11 1 16,-2-13 2-16,7-8-3 0,-7-3-6 16,-4-12-31-1,-9-14-240-15</inkml:trace>
  <inkml:trace contextRef="#ctx0" brushRef="#br0" timeOffset="130546.06">3949 4767 442 0,'0'0'20'0,"0"0"-1"15,0 0-33 1,0 0 31-16,0 0-2 0,91-33-5 16,-57 19-6-1,6 1-1-15,-6-2 1 16,-4 7-2-16,-2 2-2 0,-7 0 0 16,-8 3 0-16,-4 1 1 15,-7 2 2-15,-2 0 18 16,0 0 62-16,0 0-20 15,0 0-36 1,0 0-11-16,0 0-8 0,2 0-9 16,4 2-2-16,4 14 4 15,0 6 3 1,2 6 1-16,6 4-1 0,2 8 0 16,-3-2-3-1,2-1-1-15,-2-4 0 0,-2-6 1 16,-4-5-1-16,-5-8 0 0,-1-8 1 15,-5-5 0 1,0-1 4-16,0 0 6 16,0-18 20-16,0-11 15 15,0-7-27-15,-2-9-8 16,-7-7-1-16,1 1-6 0,3 4-1 16,3 6-1-1,2 7-1-15,0 11-1 0,0 6-2 16,7 7-2-1,7 6-2-15,8 4-1 0,2 0-1 16,0 0 4 0,2 20-3-16,-3 5 2 15,-4 4-10-15,1 4 9 16,-10-1-7-16,-3-4 8 16,-3-9 4-16,-4-4 3 0,0-5 0 15,0-6-1 1,0-4 6-16,0 0 7 15,0 0 3-15,-11-5-13 16,3-11-6-16,-3-3-3 16,5 1-10-16,1 0-53 0,5 5-143 15,0 0-288-15</inkml:trace>
  <inkml:trace contextRef="#ctx0" brushRef="#br0" timeOffset="131276.89">4711 4857 356 0,'0'0'6'0,"0"0"25"15,0 0-12 1,0 0-4-16,48 0 4 16,-27-6-6-16,3-7 4 15,-2-7-7-15,4-3-2 16,-5-6-4-16,0-1 3 0,-1 3 1 16,-10-1 3-1,-3 7 21-15,-5 1 36 16,-2 8 5-16,0 3 11 15,-9 3-39-15,-8 2-14 16,-2 2-19-16,-3 2-6 16,4 0-1-16,0 0-4 0,0 8 2 15,8 9-8 1,2 7 1-16,3 1 2 0,3 4 1 16,2-3-1-1,0 4 0-15,9-1 1 0,7-2-1 16,8 0 3-16,2-2-1 15,4-5 0 1,2-5-2-16,3-9 0 0,-1-6-1 16,0 0 4-16,-3 0-1 15,-3-19 0-15,-4-3 1 16,-5-4-2-16,-6-2 4 16,-5 1-1-16,-6-2 0 15,-2 1 3-15,0 2 1 16,-4 1 1-16,-11 6 2 15,-4 1-1-15,2 8-3 0,1 4 5 16,4 6-1 0,1 0-4-16,2 0-5 15,3 10 1-15,4 8-3 16,2 3-1-16,0 7 0 16,6 4 3-16,10 3 0 15,5 5 0-15,5 3 1 16,4-4-1-16,4-5-2 15,7-7 1-15,4-14-2 16,5-13-9-16,1 0-80 0,1-28-213 16</inkml:trace>
  <inkml:trace contextRef="#ctx0" brushRef="#br0" timeOffset="131756.26">5701 4357 528 0,'0'0'54'0,"0"0"38"15,0 0-46-15,0 0-31 16,-17 9-13-16,13 9-3 15,4 2 3-15,0-1-3 16,0-1 0-16,0-5 1 16,0-6-3-16,2-2 0 0,5-5 2 15,-1 0 2 1,0 0 2-16,0 0-3 0,1-6 5 16,-4-3-2-16,-3-3 0 15,0 1 2 1,0-1-1-16,0 3-3 0,-10 0-3 15,0 6-21 1,2 0-234-16</inkml:trace>
  <inkml:trace contextRef="#ctx0" brushRef="#br0" timeOffset="132824.35">5830 4880 495 0,'0'0'36'16,"0"0"-17"-16,0 0 6 15,0 0-12 1,-4 18-10-16,4-13-2 0,0-2-3 16,0-2 2-1,0 1-2-15,0-2 1 16,2 0 2-16,3 0 1 0,-1 0 9 16,0 0-6-16,0-6 1 15,1 1-3-15,-5 3 7 16,0 0 7-16,0 2 5 15,0 0-1-15,0 0-11 16,0 4-7-16,0 4-3 16,0-1-1-16,0-1 1 15,0-2-4-15,0-4 4 16,0 0 3-16,0 0 2 16,0 0 9-16,0 0 9 15,0 0 2-15,0-4-16 16,0-6-7-16,0 3 1 15,0-1-2-15,0 2 1 16,0 4 1-16,-9 0 2 0,1 2 2 16,-3 0-5-1,0 0 3-15,0 0 0 0,-2 0 0 16,5 0-1-16,-1 0-3 16,2 4-2-16,1 6-1 15,4-5-1-15,2 1-1 16,0 0-1-1,0-2 2-15,0-2-1 0,0 0 2 16,0-2 0 0,4 0 0-16,2 0 2 15,-3 0-1-15,2-8 6 0,-3-1-2 16,-2 1-1-16,2 2 0 16,-2 4 2-1,0 2 1-15,0 0-1 0,0 0-1 16,-2 0-4-16,-3 0 1 15,-2 4-3-15,5 2 1 16,0 0-1-16,2-3 1 16,0 3-2-16,0-6 0 15,0 2 0-15,6-2 0 16,6 0-7-16,-4 0-62 16,-4 0-331-16</inkml:trace>
  <inkml:trace contextRef="#ctx0" brushRef="#br1" timeOffset="154444.38">22660 1448 455 0,'0'0'37'15,"0"0"0"-15,0 0 28 16,0 0-14-16,0 0-34 0,0 2-12 16,0 10-9-16,0 7-4 15,0 12 8-15,0 9 4 16,0 13-1-16,0 5 2 15,0 2-2-15,0 0 2 16,0-8 0-16,-4-5-1 16,0-13-1-1,2-9-1-15,-1-9 1 0,3-9-2 16,0-4-1-16,0-3 4 16,0 0 12-16,0-22 13 15,0-13 8-15,0-9-17 16,0-12-5-16,0-8-6 15,0 0-2-15,0 3 0 16,0 14-5-16,0 12-2 16,0 12 1-16,0 11-1 15,0 8 4-15,0 4-1 16,0 0-1-16,0 0-2 16,0 0-3-16,3 0-8 15,10 10-8-15,4 15 12 0,4 14 14 16,5 7-7-1,0 8 4-15,-2 0 2 0,-1 1-6 16,-1-6 1 0,-3-11-1-16,-4-3 1 0,-4-10-3 15,-2-9-10-15,-7-7-81 16,-2-9-153-16</inkml:trace>
  <inkml:trace contextRef="#ctx0" brushRef="#br1" timeOffset="154655.76">22643 1855 404 0,'0'0'11'0,"0"0"4"0,0 0 1 15,112-63-4-15,-76 42-7 16,3-2-4-16,-2 2-3 16,-9-3-15-16,-7 3-375 15</inkml:trace>
  <inkml:trace contextRef="#ctx0" brushRef="#br1" timeOffset="155214.01">22611 1260 468 0,'0'0'11'0,"0"0"6"0,-121 47 33 16,87-24-11 0,2 4-21-16,6 8-12 0,7 3 1 15,3 9 2 1,10 5-3-16,6 5-2 0,0 3-3 16,4 5-1-1,20 5 2-15,8 0 0 0,7 0-1 16,11-1-1-16,8-5-3 15,6-10 0 1,9-5 3-16,7-15 3 0,-1-9-2 16,1-11-1-1,-2-14-3-15,-5 0 1 0,-2-23 2 16,-9-15 1-16,-2-15 4 16,-6-9-5-16,-7-10 6 15,-4-8-4-15,-8-5 2 0,-11-5 13 16,-12 1-2-1,-12-1 12-15,0 11 13 16,-16 8 22-16,-22 6-5 16,-8 15-24-16,-9 8-14 15,-3 11-5-15,0 8-11 16,-4 9-1-16,-1 14-5 16,5 0-2-16,1 19-9 15,1 22-54-15,4 9-155 16</inkml:trace>
  <inkml:trace contextRef="#ctx0" brushRef="#br1" timeOffset="155961.78">21782 3196 412 0,'0'0'78'0,"0"0"25"16,0 0-19-16,0 0-33 0,-4 2-14 15,4 0-12-15,0 8-18 16,0 3-11-1,0 12 5-15,11 6 4 0,4 10 1 16,-2 2-2-16,2 3 0 16,-2-2 1-16,0 1-1 15,-1-6-3-15,2-6-1 16,-2-2 1 0,-1-11-8-16,-2-9-57 0,-7-11-347 15</inkml:trace>
  <inkml:trace contextRef="#ctx0" brushRef="#br1" timeOffset="156374.54">21836 3269 367 0,'0'0'14'0,"0"0"15"15,0 0 4-15,0 0-17 16,0 0-7-16,0 0-8 15,86-71-5-15,-81 71 11 0,-3 18 5 16,-2 7 3 0,0 5 8-16,0 0-10 0,0 1-3 15,0-6-7 1,0-2-2-16,0-9 0 16,0-5-1-16,0-3-4 0,0-2 1 15,13-4 4-15,8 0 3 16,3 0-3-16,2 0-2 15,2 0 0 1,-4 0 4-16,-1 0-2 0,-4 8-5 16,-6 5 3-1,-4 6 1-15,-7 3 0 16,-2 3 1-16,0 4 2 0,-4 2 0 16,-16 1 6-16,1-1-6 15,2-2-2-15,2-7-1 16,4-12-2-16,7-10 1 15,2-4-44-15,2-30-187 16</inkml:trace>
  <inkml:trace contextRef="#ctx0" brushRef="#br1" timeOffset="156895.57">21918 3001 457 0,'0'0'13'0,"0"0"0"0,0 0 17 16,-116 19-5 0,84 2 1-16,-3 8-1 15,-1 3 1-15,0 6-6 0,-2 9-8 16,4 5-5-1,2 10 0-15,6 6 2 0,9 7-2 16,8 2 2 0,9-2-6-16,3 0-1 0,31-4-3 15,13-7 1-15,11-7 0 16,9-10 1 0,8-11-4-16,2-8 4 0,-1-12-3 15,1-13-1-15,1-3 1 16,-7-9 4-1,-9-20-5-15,-8-10-10 0,-9-6 13 16,-11-6-11-16,-8-10 13 16,-10-5 3-16,-10-7 4 15,-6-8-7-15,0-6 12 16,-22-2 1-16,-10 2 4 16,-9 9 4-16,-6 12 2 15,-9 17-1-15,-7 23 14 16,1 14-27-16,2 12-8 15,9 0-3-15,9 19 0 16,19 11-5-16,16 0-30 16,7-2-197-16</inkml:trace>
  <inkml:trace contextRef="#ctx0" brushRef="#br1" timeOffset="157924.1">23889 3035 349 0,'0'0'59'0,"0"0"16"15,0 0-20-15,0 0-35 16,0 0-15-16,0 0-7 15,0 0 1-15,2 4 3 0,2-2-2 16,-1 1 2 0,-1-2-1-16,-2-1-1 15,0 0-1-15,0 0 2 16,0 0 3-16,0 0 3 16,0 0 3-16,0 0 9 15,0 0 9-15,0 0-6 0,0 0-13 16,0 0-6-16,0 0-7 15,0 0 2 1,0 0 1-16,0 0 0 0,2 0 0 16,-2 1 1-1,3-1-2-15,0 0 2 0,2 0-1 16,-3 2-1 0,0-2 2-16,0 3-3 0,0-3 5 15,-2 0 1 1,0 0 1-16,0 0-1 0,0 0 3 15,0 0-5-15,0 0-1 16,2 1-2-16,1-1 2 16,-1 0-3-16,0 2 6 15,0-2-4-15,2 0 2 16,3 0-4-16,2 0-5 16,0 0 12-16,5-8 9 15,-2 0-8-15,-3-3-1 16,3 4-2-16,-10 1 3 0,-2 2 10 15,0 2 37 1,-4 2-2-16,-15 0-34 0,0 0-7 16,0 0-1-1,0 0-1-15,0 15-6 16,3 6 0-16,1 4-1 0,4 1 2 16,3 5-2-1,6 2-1-15,2 0-1 0,0-2 2 16,8-3-2-1,14-3 4-15,12-6-3 16,9-7-1-16,13-6 2 16,7-6-2-16,5 0-7 0,-5-6-15 15,-11-13-104 1,-16-3-213-16</inkml:trace>
  <inkml:trace contextRef="#ctx0" brushRef="#br1" timeOffset="158544.68">23964 2844 444 0,'0'0'49'0,"0"0"10"16,0 0-5-16,0 0-24 0,-129-53 4 15,103 53-12 1,0 0 0-16,1 0-4 0,-3 11-2 15,-2 10-6 1,-1 5-6-16,4 6 1 16,-1 6 2-16,4 7-1 15,4 7-1-15,8 11-2 0,5 7-1 16,7 10 0 0,0 4 0-16,15 1 0 15,24-6 0-15,12-10-1 16,16-6 0-16,12-15 0 15,10-13 0-15,4-14 3 0,-7-10-3 16,-11-7-1 0,-6-4-1-16,-13-1-4 15,-13-23 0-15,-4-9 0 16,-9-8 7-16,0-9-3 0,-6-12 0 16,-3-7 2-1,-8-10 0-15,-6-5 2 0,-7 1-1 16,0 0 2-16,-3 9 5 0,-20 8 0 31,-10 14 4-31,-9 9 4 0,-14 14 10 16,-13 14-13-1,-15 11-14-15,-13 4-18 0,-3 0-219 16</inkml:trace>
  <inkml:trace contextRef="#ctx0" brushRef="#br1" timeOffset="159959.29">22654 2158 22 0,'0'0'14'0,"0"0"0"16,0 0 8-16,6-6 8 15,-3 5 13-15,-3-1 4 16,2-2-3-16,2 0-13 0,-2 1-6 15,-2-2 4 1,2 1 2-16,-2 2 3 16,0-2-2-16,2 2 8 15,-2 2 12-15,0 0 1 16,0 0-9-16,0 0-10 16,2 0-5-16,-2 0-1 15,0 0-1-15,0 0-7 0,0 0-5 16,0 0-6-1,0 0-2-15,0 0-6 0,0 0 3 16,0 0 2 0,0 0 2-16,0 0-1 15,-6 6-1-15,-9 13 0 0,-2 9-7 16,0 6 2-16,-3 7 0 16,1 4-1-16,0 5-1 15,-1 4 1-15,-2 0 1 16,1 1 0-16,-5 3-1 15,0 4 0-15,-4 0 0 16,-2 1 1 0,0 2-1-16,-5 0 1 15,5-3-4-15,2-5 5 0,4-7-2 16,4-7 1-16,8-9 1 16,2-7-2-16,4-4-2 15,2-5 2 1,2-4 0-16,2-3 2 0,-3-5-1 15,5 1-1-15,-3-6 0 16,3-1 0-16,0 2 1 16,0-2 0-16,0 0 0 15,0 0 1-15,0 0 1 16,0 0-2-16,0 0-6 16,-4-14-27-16,-4-9-233 0</inkml:trace>
  <inkml:trace contextRef="#ctx0" brushRef="#br1" timeOffset="161954.5">23338 2066 190 0,'0'0'70'0,"0"-3"-16"15,0 3-2-15,0-1 5 0,-2 1 0 16,2 0 6-16,0 0-1 15,0 0-17 1,-2 0-17-16,0 0-9 0,2 0-6 16,0 0-6-16,0 0-5 15,0 0 0-15,0 0-1 16,0 0-3-16,0 0 1 16,0 0-1-16,0 0 0 15,0 0-1-15,0 5-1 16,8 9 6-16,7 6-1 15,6 2 1-15,5 6-3 16,5 1 3-16,1 4-2 16,4 2 1-16,3 5 1 15,2 4-2-15,0 3 1 0,5 1 0 16,-4-1-1 0,3-1 2-16,1-3-3 0,-4-4 3 15,2-6-2 1,-5-6 1-16,-4-1-2 15,-2-6 2-15,-5-2-1 16,-6-3 0-16,-3 1 0 16,-4-4 2-16,-2 1-1 15,-2-1-1-15,-2 1 1 0,-3-3 0 16,-3-1 0 0,2-1 0-16,0-2-1 0,-5-2 1 15,5 0 0-15,-3 0-1 16,0 1 1-16,0 3-1 15,2 2 1-15,0 1-1 16,-2-3 1-16,0 1 0 16,0-3 0-16,-2-3 0 15,0-3 3-15,3 0-1 16,2 0-2 0,1 0-6-16,-3 0 0 0,-3-10-30 0,-7-11-643 31</inkml:trace>
  <inkml:trace contextRef="#ctx0" brushRef="#br1" timeOffset="163345.91">21858 558 318 0,'0'-6'89'0,"0"2"-5"15,0 0-3-15,0 2-23 16,0 0-20-16,-2 2-7 16,0 0-13-1,-7 0-13-15,-2 0-7 0,1 9 12 16,-6 5 4-16,6 0-11 16,-1-3-2-16,4-1 0 15,5-5-2-15,2-2-2 16,0-1-2-16,0-1-2 15,0-1 3-15,2 0-4 16,12 0 5-16,0 0 2 16,8 0 2-16,-2 3-2 15,0 2-2-15,-2 3-5 16,-5 4-2-16,-2 1-3 16,-5 4 6-16,-4 1 6 0,0 4 0 15,-2-2 0 1,0 4 1-16,0-4-2 0,0 1 3 15,-6-5 2 1,0-1-5-16,-3-6 6 0,4-3 0 16,-1 0-2-1,4-6 0-15,2 0-2 16,0 0-57-16,0-8-90 0,0-11-12 16,0-6-163-1</inkml:trace>
  <inkml:trace contextRef="#ctx0" brushRef="#br1" timeOffset="164244.26">22114 524 543 0,'0'0'80'0,"0"0"-20"15,0 0-35-15,0 0-20 16,0 0-7-1,-43 37 1-15,39-15 1 0,2 3-4 16,2-2 5-16,0 2-3 16,0-4-1-16,10-3 0 15,3-2 1-15,2-6 2 16,-2-1-5-16,0-7-4 16,-2-2 4-16,-1 0 1 15,-1-2 7-15,0-15-10 0,-1-1 13 16,-2 0 15-1,-4 3-15-15,2 3-2 0,-2 4 4 16,-2 4-4 0,0 3-1-16,2 1-7 15,4 0-3-15,2 5-7 16,6 11 14-16,0 3 2 0,8 0-6 16,-1-2-23-16,1-9-38 15,0-3-1 1,-1-5 55-16,-2 0-3 0,-1-13-32 15,-4-9 39 1,-2-7 11-16,-6-4-2 0,-6-4 10 16,0-3 2-1,0-6 16-15,-8 4 25 16,-6 5-24-16,2 6 15 16,2 8-4-16,6 10-4 15,2 7-13-15,2 4 5 0,0 2-27 16,0 0-5-1,0 6-10-15,0 23 0 0,0 11 14 16,2 10 0 0,4 11 2-16,6 1-2 0,-4 0 0 15,1-10-2 1,2-9 0-16,-5-11-1 16,0-13 1-16,-3-7-1 15,1-8-1-15,-2-4 0 0,5 0 3 16,1-11-4-16,-1-13 31 15,6-7-23-15,-3-6 7 16,3-1-5-16,-4 1 0 16,-2 8-5-16,-1 8 0 15,-2 5-2-15,0 11-4 16,0 3-11-16,4 2 6 0,0 0 5 16,4 0 3-1,2 0 0-15,0 2-3 0,0 9 0 16,-4 5 5-1,-1 1-1-15,-2-1-3 0,-5 1 4 16,-2-3-2 0,0-3-2-16,0 1 7 15,0-2-3-15,-2-1 1 16,-14 0-2-16,-1-2 3 16,0-4 2-16,1 0-1 15,2-3-1-15,1 0 2 16,0 0-21-16,5 0-43 15,-1-9-120-15,2 2-198 16</inkml:trace>
  <inkml:trace contextRef="#ctx0" brushRef="#br1" timeOffset="165410.88">22833 538 532 0,'0'0'28'0,"0"0"26"16,0 0-16-16,-50 0-9 16,40 0-20-1,-2 0-4-15,0 2-3 16,0 7 0-16,-2 3-1 15,1 2 0-15,2 3-1 0,1 0 0 16,5 1-1 0,3-3 0-16,2-1-1 0,0-3-4 15,0-2-1-15,4-6 0 16,13-3-1-16,5 0 2 16,2 0-7-16,2-9 22 15,-3-11-10 1,-1 1 7-16,-7 0 5 0,-4 1-6 15,-7 4 14-15,-4 5 20 16,0 3 29-16,0 2-19 16,0 4-20-1,0-2-20-15,0 2-1 0,0 0-8 16,0 0-6-16,0 0-5 0,6 16-6 16,3 11 17-1,2 8 1-15,3 7 1 16,6 3-3-16,-2 0 2 15,0-3-2-15,-2-5-1 16,-4-2-2-16,-5-6-7 16,-7-2-10-16,0-4-18 15,0-2 9-15,-11-5 10 16,-6-4 5-16,-2-7 11 16,1-5 7-16,1 0 1 15,2 0 0-15,3-5 0 16,2-7 1-16,6 2-3 0,2-2-4 15,2 2 4 1,0-3-6-16,4-2 4 0,12-3 2 16,-2-3-2-1,6-1 3-15,-2-3-3 16,-4-2-1-16,0-5 1 16,-2-5 6-16,-4-3-1 15,-3-6-1-15,-5 6 1 0,0 3 2 16,0 8 1-1,0 10 1-15,0 4 7 0,-7 8 1 16,-1 6-9 0,2-2 1-16,-1 3-10 15,2 0-2-15,3 0 8 16,2 0-13-16,0 0-10 0,20 0 2 16,8 0 14-1,4 0 1-15,3 3 2 0,-3-2-5 16,-6-1 0-1,-7 0-8-15,-6 0-2 0,-5 0 3 16,-5 0 5-16,-1 0 9 16,-2 0 2-1,0 0 0-15,0 4 0 0,0-1 0 16,0 4 1-16,0 4-7 16,-7 5-1-16,3 2-1 15,2 5 2-15,2 2 1 16,0 0-2-16,0 1 2 15,0-3-2-15,13-2-1 16,4-5-4-16,0-6-43 16,5-5-141-16,1-5-86 0</inkml:trace>
  <inkml:trace contextRef="#ctx0" brushRef="#br1" timeOffset="166093.59">23428 528 544 0,'0'0'72'16,"0"0"-20"-16,0 0-13 15,0 0-24-15,-100-8-11 16,82 8-2-16,3 14-3 0,2 1 0 16,5 5 0-16,-1 1-1 15,4 4-1 1,5 2-1-16,0 2 3 0,0-4-3 15,8-1-1 1,10-11-8-16,4-7-28 0,2-6-37 16,2 0 8-16,-3-9 13 15,-5-13 17-15,-6-1 15 16,-3 0 36-16,-7 2 9 16,-2 5 36-16,0 3 8 15,0 3 5-15,0 4-9 16,0 4-17-16,0 0-35 0,0 2-15 15,0 0 3 1,0 0-3-16,0 0 1 0,0 6 7 16,3 4 0-1,5-3-2-15,2 1-3 0,6-2-6 16,-4-6-17 0,6 0-1-16,-6 0-30 15,4 0-20-15,-6-12 31 16,-2-3 23-16,-3-3 29 15,-2 3 5-15,-3-5 57 0,0 5-1 16,0 0-13 0,0 2 0-16,0 3-16 0,0 6 12 15,0 0-3-15,0 2-9 16,0 2-4 0,0 0-14-16,0 0-14 0,0 0-13 15,0 6-3-15,0 15-3 16,10 10 20-16,3 5-6 15,2 9 2 1,0-3-1-16,-1 5-1 16,-2-6 0-16,-2-2 2 15,-2-5-1-15,0-3-1 16,-2-6-1-16,3-7-18 16,-3-4-50-16,1-13-9 0,1-1-67 15,-3 0-42 1</inkml:trace>
  <inkml:trace contextRef="#ctx0" brushRef="#br1" timeOffset="166504.5">23534 413 601 0,'0'0'-1'0,"0"0"19"15,0 0-21-15,0 0 2 16,73 6 3-16,-56 1-1 16,1 3-4-16,-6 0 5 0,-3 5 0 15,0-2 0 1,-5 5 1-16,-4 1-5 0,0 6 2 16,0 2 7-1,-4 0-2-15,-10 2-2 16,2-2 0-16,2-3-2 0,-2-5-1 15,6-6-7 1,0-4-119-16,4-9-285 0</inkml:trace>
  <inkml:trace contextRef="#ctx0" brushRef="#br1" timeOffset="167310.6">23795 273 631 0,'0'0'57'16,"0"0"-34"-16,0 0-18 16,0 0-8-16,0 0-7 0,12 30 5 15,2-2 7-15,0 5 0 16,-1 4 0-1,2 1 2-15,-4 0 1 0,0-1-2 16,-5-3-1-16,3-4 0 16,-5-5 3-16,-3-5-4 15,2-5 0-15,0-5-1 16,-1-4 0-16,0-6-1 0,-2 0 1 16,2 0 3-1,0 0 1-15,2-12 26 16,3-9 25-16,1-2-28 15,1-2-16-15,4 1-9 0,-3 3-2 16,4 6-2 0,-2 3-2-16,2 5 1 0,-2 1-1 15,5 4 1-15,1 2 1 16,3 0-4-16,3 9 1 16,-1 16 6-16,1 7 2 15,-2 2 1 1,-2 3-1-16,-6-6-1 0,0-3-1 15,-8-8 0 1,0-3-1-16,-4-4 1 16,0-3-1-16,-2-3 0 15,0-1-15-15,0-4-173 16,0-2-368-16</inkml:trace>
  <inkml:trace contextRef="#ctx0" brushRef="#br1" timeOffset="175055.36">17116 3817 237 0,'0'0'0'0,"0"0"-3"0,2 0-12 16,6 0-27-16</inkml:trace>
  <inkml:trace contextRef="#ctx0" brushRef="#br1" timeOffset="180173.73">22715 2089 106 0,'0'0'-7'16,"0"0"19"-16,4 0-11 0,4 0 8 15,-4 0-3 1,-2 0 0-16,0 0 1 0,-2 0 14 16,0 0 10-16,0 0-3 15,0 0-4-15,0 0 2 16,0 0-1-16,0 0 2 15,0 0 7-15,0 0 0 16,0 0-8-16,0 0-10 16,0 0-2-1,0 0 2-15,0 0 1 0,0 0-6 16,0 0-2-16,0 0-2 0,0 0-2 16,0 0 2-1,0 0 1-15,0 6-1 0,0 3-1 16,0 3 3-1,-6 1-2-15,2-1 2 16,-4 2-4-16,3-3-3 16,0 0-1-16,1 1 0 15,-2-2 0-15,0 4 0 16,-1-3 0-16,0 4 0 16,-1 1 0-16,-3 0-1 0,3 1 1 15,-3 1 2 1,2-3 0-16,1 1 1 15,-1-1 0-15,2 0 0 16,-1 1-3-16,0-1 2 0,1 1-1 16,0-3 0-1,-1 4 0-15,0-4 4 0,0 1-3 16,0 3 2 0,-2-1 0-16,1 0-2 15,-2 0-1-15,1-1 0 16,-2 1-1-16,4-3 0 15,-3 3 2-15,-2-3-3 0,0 3 1 16,1 0 0 0,-2-1-1-16,2 2 0 0,-4 4 0 15,4-7 0 1,-2 5 0-16,2-1 0 0,1-3 0 16,0 2 0-16,1 1-1 15,3 0 1 1,-2-3 0-16,1 1 0 0,-1-1 1 15,3 1-2 1,-3-3 3-16,-2 5-3 16,3-1 1-16,-3 4 1 15,0-1 0-15,-1 1-1 16,0-5 1-16,4-1-1 0,2-4 1 16,2-3-1-16,2 2-1 15,-4-4 1-15,4 1-1 16,2-1 1-16,-2 1 1 15,0-1-2-15,2-1 2 0,-2 1-1 16,0-3 1 0,0 1 1-16,0 2-1 0,0-2-1 15,0-1 0 1,2 0-1-16,-2-1 0 16,2-2 0-16,0 0-2 0,0 0 1 15,0 0 4 1,0 0 0-16,0 0-1 0,0 0 1 15,0 1-1 1,0-1-1-16,0 0 1 0,0 0-2 16,0 0 0-1,0 0 0-15,0 0-1 16,0 0 2-16,0 0-5 0,0 0 0 16,0 0 6-1,0 0 3-15,0 0-4 0,0 0-2 16,0 0-1-1,0 0-9-15,0 0 5 0,0-1-1 16,6-13 9 0,2-2 25-16,4-3-5 0,-2-4-18 15,2-2 35-15,4-2-30 16,-1-2-1-16,2-2-9 16,3 0 8-1,-1 2-6-15,-2 2 1 0,2-1 1 16,-5 3 0-16,-2 2-1 15,2 1-2 1,-4-3 8-16,0 0-6 0,4-3-1 16,-2 0 0-16,4-1 2 15,-4-6-2-15,1 3-12 16,0-3 14-16,4-2-10 16,-1 2 14-16,-4 7-1 15,0 0-1-15,-2 5-5 16,0 4 7-16,-2 1-10 15,0-1 6-15,2-1 1 0,4-3-2 16,-4-1-1 0,-1 4-2-16,2 1 4 0,-5 2-18 15,1 6 30 1,-5 3-12-16,-2 5 3 16,0 3-6-16,0 0 1 0,0 0 0 15,0 0-2 1,0 0 3-16,0 0 3 0,0 0-4 15,0 0 2 1,0 2 1-16,0 4-2 16,-5 1 1-16,-1 0-3 15,0 4 3-15,-3 0-2 16,-2 3 2-16,-4 3-3 0,4 6 2 16,-5 2-1-16,-4 4 1 15,0 4-2 1,-1 2 1-16,-1 4-1 0,5-1 1 15,0-1 0-15,0-2-1 16,4-2 1-16,0-4-1 16,2-3 1-16,1-1 0 15,-2-2 0-15,2-1 1 16,-3 0-2-16,4 0 1 16,-1-2 1-16,-3 4-1 15,0 1-1-15,2-1 2 16,-2-1-2-16,0-2 2 0,3 2-1 15,-4-6 0 1,6 1 0-16,-2-2 1 16,-2-5-1-16,6 1 0 15,-2-2 0-15,0-3 1 16,2 1-1-16,2 1 0 16,0-5 0-16,2 2 0 15,0-3-1-15,0-2 2 0,2 1-2 16,0-2-3-1,0 0-6-15,0 0-3 0,0 0 11 16,0-8 9 0,0 0-10-16,0-1 10 15,4 0-5-15,2-1-4 16,2-4 2-16,6-1-1 0,-2-5 1 16,6-3 0-16,-3-4 1 15,2-2-6 1,2-2 4-16,-1-2 3 0,-1-2-2 15,2-2 1-15,3 1-8 16,0-5 14-16,-2 2-6 16,4-3-5-16,0 2 9 15,-2 2-8-15,-1 4 4 16,-1 0-2-16,-4 5 3 16,0 2 0-16,-2 4-2 15,2-2 0-15,-1 2-3 0,0-3 2 16,-2 1 1-1,2 4 2-15,-4-1-10 16,-1 5 15-16,-3 6-9 16,-3 3 6-16,-4 5-1 15,2 0 3-15,-2 3-2 16,0 0 0-16,0 0-3 16,0 0-1-16,0-2-1 15,3-2-1-15,-3 2 2 16,0-4 1-16,2 2-1 0,-2 1 1 15,2-1 0 1,-2 2 2-16,0 1-3 16,0 1 2-16,0 0-2 15,0 0-3-15,0 0-7 16,0 0 7-16,0 0 10 16,0 0-5-16,0 0-1 15,0 0-1-15,0 0 0 16,0 6 0-16,-9 8 1 0,-6 5-1 15,0 9-1-15,-4 0 2 16,2 6-2 0,-5 4 2-16,2-1-1 0,0 2-1 15,-6 2 1 1,-3 1-1-16,1 4 2 16,-4 2-1-16,0 2 0 0,2-2 1 0,2-6-1 15,6-5 0 1,3-6 0-16,4-6 0 15,2-3 0-15,2-3-1 16,-2 3 2-16,1 3-1 16,-2-2 0-1,2 0 0-15,0-2 0 0,4-4 0 16,4-7-1-16,2-4 1 0,0-4 1 16,2-2-1-1,0 0 2-15,0 0 0 16,0 0-1-16,0 0 1 15,0 0 0-15,0 0 0 0,0 0-1 16,0 0-2 0,0 0 0-16,0 0-7 0,0 0-18 15,0 0-4 1,-2-8-148-16</inkml:trace>
  <inkml:trace contextRef="#ctx0" brushRef="#br1" timeOffset="183091.88">17813 1708 262 0,'-3'0'30'0,"3"0"-7"15,-2 0-7-15,2 0-8 16,-2 0-5-16,2 0-1 16,-2 0 3-16,-5 0 4 15,1 0 1-15,0 11-6 16,-3 4 0-16,1 3 2 16,-3 1 5-16,4 2-3 0,1 3-5 15,-5-2 0 1,5 3 2-16,-2 1 0 0,3 6-3 15,-6 4 2 1,5 5-3-16,-3 1 2 0,2 3-3 16,1-3 0-1,2 0 1-15,0-6-2 0,-3-3 2 16,-2-2 0-16,1 0 1 16,-5 0 4-1,0 4 2-15,-4 1 4 16,3 1-3-16,0-5 0 0,2 1-3 15,4-4-4-15,2-5-2 16,0-4 0 0,4-3 1-16,-3-4-1 0,0-1 1 15,-1 1 0 1,0 1-1-16,2 4 2 16,-5 1-1-16,-2 2 1 0,3 4-1 15,-4-2 0-15,2 2 1 16,1-3 0-16,1-2-1 15,-1-5-1-15,5-1 0 16,-1-5 4-16,1-3 2 0,-2 0 8 16,2 0-1-1,-3 0-5-15,3-1-4 16,-3 1-1-16,3 0-1 16,-2-1-2-16,1 1 0 15,3-3 1-15,0-2-1 0,2-1 0 16,0 0-2-1,-2 0 2-15,2 0 1 0,0 0 0 16,0 0-4 0,0 0-5-16,0 0 4 0,0 0 2 15,0 0-2 1,0-10 11-16,0-3-2 16,2-2-17-16,9-7 22 0,-1 1-8 15,3-4-2-15,3-3 1 16,-2 0-1-16,4-4 2 15,-4-4-4 1,2-1 8-16,4-3-5 0,-6-1 0 16,4-3 2-1,1 2-3-15,0 1 1 0,-2-2-1 16,3 0 2 0,-3 2 0-16,-4 4 1 0,-1 1 1 15,0 0-3 1,-2 5 1-16,4 1-2 15,-6 2 2-15,5-2-1 0,0 3 0 16,2-2-2-16,-4 0 1 16,4 0 2-16,-3-1-1 15,4 4-1-15,-4-2 1 16,6 3-1-16,-8 4-1 16,4 3 2-16,-6 5-1 15,-2 1 0-15,-4 7 4 16,-2 1-2-16,2 0 2 0,-2 2 2 15,0 0 3 1,0 2-3-16,2 0 1 0,-2-2 2 16,0 2-4-1,0 0 1-15,0 0 14 0,0 0-7 16,0 0 2 0,0 0-4-16,-6 0-10 15,-2 2-1-15,-2 11 0 16,-4 5 0-16,4 5-1 15,-6 7 1-15,1 1 0 16,0 7 0-16,-4 6-2 16,-1 7 2-16,2 3 0 0,-2-2-1 15,0 3 2 1,4-7-1-16,-2-4 2 0,5-7-2 16,-2-2 0-16,0 2 0 15,-1 0 1-15,0 3-2 16,-4 7 1-16,0 3 0 15,4 0-2 1,-2-3 1-16,4-9-2 0,2-4 0 16,4-9 2-1,2-11 2-15,-1-2-1 16,0-1 1-16,-1-3 0 0,0 7 0 0,-5-4-2 31,4 5 2-31,-2-1-1 0,1 1 0 0,3-5-1 16,2 1 1-1,-1-3-1-15,4-3 1 16,0-2-1-16,0-4 1 16,2 0-5-16,0 0-5 15,0 0-11-15,0 0 17 16,0-8 12-16,4-3-6 16,2-1 0-16,3 3-2 0,-2-3 0 15,1-4 2 1,5-3-1-16,0-3-2 15,2-4 0-15,3-5 4 16,0-6-5-16,2 0 6 0,0-2-1 16,-4 1-2-1,0-3-2-15,1-2 4 0,-4-2-2 16,1-2-2 0,2-6 3-16,-1-3-1 15,0-2 0-15,0 0 2 0,2-2-3 16,-2 6 0-1,3 1-1-15,-4 5 1 0,2 3 0 16,-1 8 0 0,-2 4 0-16,0-1-2 0,-1 7 1 15,-1 6 2 1,-2-1 0-16,-3 7 0 0,1 1 1 16,-3 6-3-1,-1 1 1-15,-1 5-1 0,-1 0-4 16,-1 2 0-16,0 0 7 15,3 0-1-15,-3 0-2 16,0 0 0 0,0 0 1-16,0 0-1 15,0 0 2-15,0 0 0 0,0 0-1 16,0 2-1-16,0 10 2 16,0 5-8-16,-6 2-56 15,-8 2-144-15</inkml:trace>
  <inkml:trace contextRef="#ctx0" brushRef="#br1" timeOffset="187074.31">23260 2048 220 0,'0'-2'19'0,"0"2"6"0,0 0 28 16,0 0 36-16,0 0-22 15,0 0 3 1,0 0-11-16,2 0-28 0,-2 0-17 15,0 0-3 1,0 0-7-16,0 0 0 0,0 0-1 16,0 0-1-1,0 0 3-15,0 0 1 0,0 0 1 16,0 0 1 0,0 0-5-16,0 0 0 0,0 0-2 15,0 0 2 1,0 2 2-16,3 2-1 0,0 0 1 15,1 0 1-15,-2 2-4 16,2-3-1-16,2 3 1 16,0 0 1-16,2 2 0 15,0-1 1 1,0 4 1-16,1-2 0 0,0 2 1 16,1 0-4-16,1-3 1 0,-2 3-1 15,2-4-1 1,-1 0 1-16,-1 2-1 15,0-1 1-15,-1-1-1 16,3 0 0-16,0 1 1 0,-1 1 0 16,2-2 0-1,-2 0 1-15,2 2-2 16,0-2 1-16,-2 1 1 0,2-2-3 16,2 2 1-1,-3-1 0-15,-2-3 0 0,1 2-1 16,-3-2 1-1,-1 0 0-15,-2-2 0 16,3 0 1-16,0 1-1 16,-1 1 0-16,4 2 1 15,2 0 0-15,0 2 0 16,4 2 0-16,0 1-2 0,2-2 1 16,-3 3-1-1,0 0 2-15,0-1 0 0,-2-1-2 16,0 1 3-16,-3-3-4 15,2 3 1 1,-2-4 0-16,1 3 1 0,2-1-1 16,-5-1 0-1,6 2 0-15,-6 2-1 16,4-1 2-16,2 0-1 16,-2 0 0-16,-1 1 1 15,2-1-1-15,-1-2 1 0,-2 1-1 16,1 0 0-16,-3-3 1 15,1 1-2-15,0 0 1 16,-3-1 1-16,2-1-1 16,1 2 0-16,-2-2 1 15,1 0-2-15,-2-3 1 16,2 2 1-16,-6-1-1 16,2-3 0-16,-2 3 0 15,2-2 0-15,0 2 0 16,-2 0 0-16,4 2 0 15,0-1 0-15,-2-1 2 16,2 2-2-16,-2-1 0 16,-2-2 0-16,2 0 0 15,1 0 0-15,-3 0 0 16,2-1 1-16,-1 3 0 16,3 1-1-16,-2-3 0 15,3 3-1-15,-3-2 1 0,1 0-1 16,1-1 1-1,-2 2-2-15,-2-4 2 0,3 1 0 16,-3 1 0 0,0-2 2-16,-2-1-1 0,2 2-1 15,0 2 0 1,-1 2-1-16,4 0 1 0,0 3 0 16,4 2 1-1,-3 0-1-15,0 0 1 0,-4-3-1 16,0-4 1-16,1-1-1 15,-3-3 2-15,0 0 2 16,0 0 5 0,0 0 44-16,0 0-5 15,0 0-13-15,0-3-9 0,-3-7-12 16,-6 0-8-16,2 1-2 16,-2 1-3-16,-2 0-1 15,5 0 0-15,-3 2 4 16,-2 0-3-16,3 1 2 15,-3-3 2-15,0 2-1 16,-2 0 0-16,1-1 0 16,-4 0-4-16,2-4 1 15,-4 3 0-15,-2-3 0 16,2 0-1-16,-4-3 0 16,-3 0 1-16,3 1 0 15,-4-3 0-15,2 1-1 16,0-2 3-16,0-1-2 0,3-2 1 15,0 1 0 1,1-2 1-16,-1 1 0 0,1-1-1 16,1 2-1-1,-1 0 2-15,-1-3-3 16,4 5 1-16,-2-4 0 0,-3-1 0 16,1-1-1-1,1 0 2-15,1-2-3 0,-2 2 3 16,1-2-1-1,0 2-1-15,2 3 0 0,0 1 2 16,1 1-2-16,2 2 0 16,-2 3 2-16,3 1-2 15,0 3 1-15,0-1-1 16,2 4 0-16,1 0 2 16,0 1-2-16,1 0 0 15,0 0 1-15,2 3-1 16,2-2 0-16,0 2 0 0,-1 0-1 15,2-2 2 1,-1 3 0-16,4-2-2 16,-3 1 2-16,2-2-1 15,-2 4-1-15,3-1 2 16,0 1-2-16,0 0 0 16,2 0-1-16,0 0 3 15,0 0-4-15,0 0 0 0,0 0-2 16,0 0 0-1,0 0-2-15,0 0 3 0,0 0 0 16,8 10 3 0,5 7 0-16,6 2 1 0,0 4-1 15,3 2 1 1,0 5 1-16,2-4-3 16,1 4 3-16,5-1-1 0,0 2-1 15,0 0 1-15,0-6-2 16,-1 2 0-1,-1-2 2-15,0 1-1 16,-2-3 2-16,-2 2-1 16,2-3 0-16,-4 2 0 15,0-3 1-15,0 1-2 0,-1-3 2 16,-1-2-2 0,-5 1 2-16,0-4-1 0,0-3 0 15,-4 3 0 1,-1-4 0-16,2 3 1 0,0-1-2 15,1-1 2-15,-2 3-1 16,1-3 0-16,2 0 0 16,-6-3-1-16,5 0-1 15,-6-2 2-15,1-2-1 16,-1 2 0-16,-3-2 1 16,2-1 0-16,-4 2 1 0,3-4 0 15,-5 4-1 1,4-4-1-16,-4-1 2 0,0 0-1 15,0 2 0 1,0-2 1-16,0 0-1 0,0 0 1 16,0 0-1-1,2 0 1-15,-2 0-1 16,0 0-5-16,0 0-76 16,0-20-175-16</inkml:trace>
  <inkml:trace contextRef="#ctx0" brushRef="#br1" timeOffset="188144.51">18395 1613 26 0</inkml:trace>
  <inkml:trace contextRef="#ctx0" brushRef="#br1" timeOffset="189527.47">18395 1613 265 0,'0'-22'8'16,"0"20"9"-16,0-5 9 0,0-1-20 16,0 0 11-16,4 0-3 15,0 1 0-15,-2 2 4 16,-2 4 5-16,0 1 2 16,0-3 1-16,0 3-3 15,0 0-3-15,0 0 0 16,0-1 1-16,0 1-2 15,0 0-6-15,0 0 0 0,0 0-3 16,0 0-4 0,0 0-1-16,0 0 0 0,2 0-2 15,-2 0 3-15,1 0-3 16,4 0 1-16,1 0-1 16,1 1 0-16,4 8 3 15,-1 0 0-15,4 1 0 16,-2 0-4-16,3 4 3 15,-2-1-3 1,4 0 3-16,-3 0-2 16,0 0-2-16,0-1 3 15,0 0 0-15,0-2 1 0,-2 0-1 16,2 2 3-16,-2-1-3 16,-1-1 1-1,1 1 4-15,-1-1-5 0,-2-1 3 16,0 0-3-16,-1 0 0 15,-1-1-1-15,0 1-1 16,3 1 2-16,-1 2-2 16,1 1 1-16,2 3 0 15,0 0 3-15,-2-1-2 16,4 0 1-16,-4 1 2 16,-3-3-2-16,2-1-1 0,-1 0-1 15,-2-4 0 1,1 1-2-16,0 0 0 15,-1 1 1-15,0-4-2 16,-1 2 3-16,-1 0-1 0,0-1 2 16,3 1 2-1,-3 2-1-15,3 1 0 0,-3 1-3 16,3 0 1 0,1-1-1-16,-1 1-2 15,-3-2 2-15,2-1-1 0,0 0 0 16,-2-2-1-1,4 2 1-15,-2 1 0 16,1 2-1-16,6 3 0 16,-3 1 1-16,3 2-1 0,2-2 0 15,-2 1 0 1,0 1 0-16,0-4-1 0,-1 1 2 16,-1-3-1-16,-2 0 0 15,1-1 1-15,0-1-1 16,-2 2 0-1,4 1 0-15,0-1 0 0,-4 1 0 16,2-3 1-16,0 0-1 16,-2-3 0-1,-4 1 0-15,0-4-1 0,1 2 2 16,0-1 0-16,-1 0-1 16,1 0 0-16,0 1 1 15,2 0-1-15,-3-1 0 16,1 3 1-16,0-2-1 15,2 3 0-15,0-2 0 16,-1 2 0-16,1 2 0 16,4 1 0-16,-3 0 2 15,0-2-2-15,4-1 0 16,-6 1 0-16,3-2 0 16,0-2 0-16,-5 2 0 0,2-2 1 15,0-1-1 1,0 3-1-16,0 0 2 0,0-3-2 15,-2 1 2 1,1 0-2-16,2 0 1 0,-2 0 0 16,2-1 1-1,-5 1-1-15,4 0 1 16,-4-2-2-16,-2-2 1 16,2 0 1-16,-2-2 0 15,0 0-1-15,0 0 1 16,0 2-1-16,0 0-1 0,2 0 2 15,1 2-1 1,-3-2 1-16,0 0-2 0,2-2 1 16,-2 1 0-16,0-1 1 15,2 0-1 1,-2 0 0-16,0 3 1 0,0-3 0 16,0 0 2-16,0 0 1 0,0 0 2 15,0 0-1 1,0 0-1-16,0 0-2 0,0 0 0 15,0 0 0 1,0 0-4 0,0 0 1-16,-4 1-11 0,-18-1-234 15</inkml:trace>
  <inkml:trace contextRef="#ctx0" brushRef="#br1" timeOffset="194677.65">24057 1013 174 0,'4'6'12'0,"-2"-4"17"15,3 3-3-15,1-1-18 16,0-1-8-16,3 0 0 16,0-3 8-16,-3 0-4 15,9 0 7-15,-4 0-9 16,2 0-16-16</inkml:trace>
  <inkml:trace contextRef="#ctx0" brushRef="#br1" timeOffset="210084.72">18280 1639 275 0,'0'-1'54'0,"0"-2"6"15,0 1-2 1,0 1-14-16,2 1-13 0,-2-2-9 15,0 2-2 1,0 0-1-16,0 0-10 0,0 0-4 16,0-3 0-1,0 3-2-15,0 0 3 0,0 0-6 16,2 0 0 0,2-3-4-16,7-7-13 0,2-9-119 15</inkml:trace>
  <inkml:trace contextRef="#ctx0" brushRef="#br1" timeOffset="210824.11">17510 3629 429 0,'0'0'21'0,"0"0"7"15,0 0 14-15,0 0-16 16,0 0-13-16,-2 0-6 15,2 0-2-15,0 0 0 16,0 0 1-16,0 0 0 0,0 0-3 16,0 0-2-1,0 0 0-15,0 5-1 0,0-4-5 16,0 2-1-16,0-3-87 16</inkml:trace>
  <inkml:trace contextRef="#ctx0" brushRef="#br1" timeOffset="211494.07">19930 3345 270 0,'0'0'12'16,"0"0"-4"-16,0 0 18 15,0 0 24-15,0 0-5 0,0 0 0 16,0 0-4-1,0 0-2-15,0 0-13 0,0 0-17 16,0 0-5-16,0 0 0 16,0 0-1-16,0 0-2 15,0 0 1 1,0 0-2-16,0 0 0 0,0 0 1 16,0 0-1-1,0 0 0-15,0 0-1 0,0 0-9 16,0 0-1-16,0 0-20 15,0 0-168-15</inkml:trace>
  <inkml:trace contextRef="#ctx0" brushRef="#br1" timeOffset="212726.47">22624 2171 90 0,'0'0'16'0,"0"0"-1"15,0 0 4 1,0 0-3-16,13-2 0 16,-11 2 6-16,-2 0 6 15,0 0 0-15,0 0-6 0,0 7 1 16,0 12 8 0,-11 6-5-16,-2 8-13 0,-2 8-5 15,-2 5-3 1,0 9-4-16,-5 7-1 0,-4 2 3 15,-8 7-1-15,-5 1 1 16,-8-3 2-16,0-1 5 16,-1-2 8-16,1-4 26 15,6-6-15-15,6-6-19 16,9-3-6-16,5-9-2 16,8-9-3-16,5-5 2 15,1-10-2-15,5-9 0 16,2-5-9-16,0 0 2 0,0-5 18 15,13-15 11-15,2-3-7 16,2-7-9-16,1-1-9 16,4-4 12-1,-2-5-4-15,8-4-4 16,-2-8-5-16,2-5 1 0,5-4 12 16,-3-1-6-1,-2-3 0-15,2 4-2 0,-2 4 0 16,-2 9-1-1,-7 10-1-15,-4 10 0 16,-6 9 3-16,-3 7 0 16,-4 9 4-16,-2 3-12 0,0 0 17 15,0 0-4 1,-4 13-4-16,-13 14-5 0,-5 9 3 16,-2 7-1-16,-4 8 0 15,0-1-4-15,2-4-6 16,1-9-123-16</inkml:trace>
  <inkml:trace contextRef="#ctx0" brushRef="#br1" timeOffset="213676.27">17944 1871 286 0,'0'0'44'0,"0"0"-19"0,0 0-11 16,0-1-7-1,0 1-5-15,0 0 1 0,0 0-6 16,0 12-10-16,0 19 6 16,0 7 22-1,0 10-8-15,0 9 3 0,-2-3 1 16,-5-1-4-16,2-11-10 15,0-5 15-15,0-14-9 16,1-8-2-16,4-9-2 16,0-6-4-16,0 0-59 15,0-17-50-15</inkml:trace>
  <inkml:trace contextRef="#ctx0" brushRef="#br1" timeOffset="-214691.01">23401 2158 397 0,'0'0'-34'15,"0"0"49"-15,0 0-8 16,14 2-15-16,-2 4 2 16,-2-1 11-16,4 4-1 0,-2 2 21 15,6-1-1 1,-2 3-10-16,4 6 5 16,6 7-4-16,1 7 1 0,8 7-1 15,0 7-4 1,1 1-7-16,3-1 2 0,-5-7-3 15,-2-3-2 1,-4-11-2-16,-4-5 2 0,-6-6 0 16,-8-5-1-1,-8-4 0-15,-2-6-5 16,-9 0-267-16</inkml:trace>
  <inkml:trace contextRef="#ctx0" brushRef="#br1" timeOffset="-212203.85">17808 3346 498 0,'0'0'13'0,"0"0"-1"0,0 0 7 15,0 0-18-15,0 0-9 16,5 0-4-16,4 0 8 16,-1 0 5-1,0 0-13-15,2 0-117 0</inkml:trace>
  <inkml:trace contextRef="#ctx0" brushRef="#br1" timeOffset="-212006.65">18017 3270 450 0,'0'0'-29'0,"0"0"44"15,0 0-10-15,0 0-8 0,0 0-37 16,0 0-142-16</inkml:trace>
  <inkml:trace contextRef="#ctx0" brushRef="#br1" timeOffset="-211855.87">18180 3227 341 0,'0'0'5'0,"0"0"-2"0,0 0 0 16,0 0-13-16,0 0-55 16</inkml:trace>
  <inkml:trace contextRef="#ctx0" brushRef="#br1" timeOffset="-211690.25">18180 3227 232 0,'123'-15'9'0,"-118"15"9"0,-1 0-8 16,0 0-4-1,5 0-3-15,-1 0-2 16,1 0-9-16</inkml:trace>
  <inkml:trace contextRef="#ctx0" brushRef="#br1" timeOffset="-211491.96">18623 3157 522 0,'0'0'21'0,"0"0"-15"16,0 0-6-16,0 0-10 0,0 0-11 31,0 0 1-31,40 2-9 0,-23-2-14 0,-4 0-75 15,2-4-58 1</inkml:trace>
  <inkml:trace contextRef="#ctx0" brushRef="#br1" timeOffset="-211338.58">18815 3142 378 0,'0'0'8'15,"0"0"5"-15,0 0-14 0,0 0-6 16,0 0-2 0,0 0-15-16,33 0-144 0</inkml:trace>
  <inkml:trace contextRef="#ctx0" brushRef="#br1" timeOffset="-211152.21">18990 3132 480 0,'0'0'33'0,"0"0"-14"16,0 0-18 0,0 0-12-16,0 0-7 15,0 0-67-15,17 16-287 16</inkml:trace>
  <inkml:trace contextRef="#ctx0" brushRef="#br1" timeOffset="-208920.48">24259 1570 404 0,'0'0'51'15,"0"0"17"-15,0 4-19 16,0 4-24-16,0 4-17 16,-5 8-3-16,-7 11-2 0,-7 12 3 15,-3 9 7 1,-2 10-1-16,-2 6-2 15,0 1-2-15,3-6-1 0,1-9-5 16,10-14 0-16,1-13-3 16,4-11 0-1,5-10-2-15,2-6-3 0,-2 0-25 16,-2 0-149-16,0-16-225 16</inkml:trace>
  <inkml:trace contextRef="#ctx0" brushRef="#br1" timeOffset="-208522.51">23956 1566 603 0,'0'0'60'0,"0"0"-19"0,0 0-20 16,0 0-16-1,0 0-6-15,8 22-7 16,8-3 5-16,0 9 5 16,10 11 0-16,6 6 1 0,3 7-1 15,1 6-1 1,2 4 0-16,0 4 0 0,-2 2-1 16,3-1 0-16,0-4 1 15,-2-8-3-15,-7-12-64 16,-6-16-511-16</inkml:trace>
  <inkml:trace contextRef="#ctx0" brushRef="#br1" timeOffset="-182442.47">21862 1269 441 0,'-2'0'-13'0,"0"0"19"16,0 0 22-16,2 0 0 15,0 0-12-15,0 0-6 16,0 0 6-16,0 0 13 16,0 0 22-16,-2 0-2 15,2 0-25-15,0 0-10 0,0 0-2 16,0 0-6 0,0 0-5-16,0 0 0 0,16-3-1 15,13-5 1-15,9-4-1 16,12-3-1-16,12-4 2 15,16-3 1-15,10-3-3 16,9-2 1 0,2 2 0-16,-6 4 1 0,-5 3-1 15,-11 7-1 1,-11 5 0-16,-7 1 2 16,-7 2-1-16,-1-1 0 15,2-3 1-15,6-4 0 0,5-3 1 16,4-3-2-16,0 3-4 15,1-1 6-15,2 2-2 16,-2 1 0-16,-3 5 2 16,3-3-2-16,-2 2 0 15,-1 1 0-15,-6-5 1 16,-4 1-1-16,-7 1-1 0,-9-2 2 16,-3 2-4-1,-7 1 3-15,-8 1 0 16,-6 4 2-16,1 0-2 15,-4 0 0-15,5 1 1 0,-3-1-1 16,4-1 1 0,3 2-3-16,-2-3 2 15,5 2 0-15,-3 2 0 16,2-2 0-16,-1 1 1 0,0 0-1 16,5 0-1-16,-2-1 1 15,5-2 0 1,-1 0 1-16,-4-1-1 0,-3-4-3 15,-6 5 2 1,-4-1-3-16,-5 4 5 0,-3-3-7 16,-5 2 12-1,0-2-8-15,0 0 10 0,0-1-5 16,0-4 10-16,0 0-8 0,0-1-2 31,0 1 1-31,0-3-8 16,0-3 4-16,0-1-2 15,0-1-13-15,0-2 36 0,0 1-24 16,0 1 7-16,-6 2 6 16,1 2-9-16,-3 5-1 15,3-1 13-15,-2 1-6 16,2 3-2-16,1-1-4 16,-4 1-4-16,4 0-1 0,-4-2 8 15,0 2-5 1,-2-3-7-16,0 0 14 15,-6 0-3-15,4-3 0 16,-3 2-7-16,2-3 4 16,-2 3-2-16,2 2 4 15,0 0-5-15,5 3 0 0,-1 0 4 16,0 4 1 0,5-1 1-16,0-1-2 15,0 2 1-15,-1-2 0 16,0 0-3-16,1-2 2 15,-2 2-1-15,-2-1 1 0,-6-1-3 16,0 0 1 0,-6 2-2-16,-2-2 0 0,-3 0 0 15,1 0 2-15,0 1 1 16,0-3 3-16,6-2-2 16,-3-2 2-16,4 0-3 15,3 2 0 1,-2-1 0-16,-1 4 1 0,-1 2 0 15,2-1-2-15,-6 1-2 16,1 3 0 0,0 1 2-16,-3-2 0 15,-2 3 1-15,2 0-1 0,1 0 2 16,-3 0-1 0,0 0 1-16,2 0-1 0,0 0 1 15,3 0-2-15,0 4 0 16,1 1 0-16,1-3 2 15,2 2-1-15,2-1-1 16,-1 1 2-16,0-1-1 16,-6 0 0-16,-2 3 0 15,-4 0-3-15,0 0 1 16,-3 1 0-16,2 1 1 16,1-2 0-16,3-2 2 15,3-1-1-15,0-3 0 16,5 1 1-16,0-1 0 15,2 0 0-15,-3 0 0 16,4 0-2-16,-4 0 2 0,1 0-1 16,-2 0 1-1,-1 0 0-15,-2 0-2 0,1-1 1 16,-3-1 0-16,-2 1 2 16,-2 1-3-16,0 0 0 15,-4 0 0-15,2 0-1 16,0 0 2-1,5 1-2-15,1 5-1 0,4-3 6 16,4 0 0-16,0-3-2 16,4 0-1-1,-6 0 0-15,1 0-1 16,-3 0 3-16,-3 0-2 0,-1 0-1 16,1 0 0-1,-1-3 3-15,2 1-2 0,0 1 1 16,4-3-2-16,2 2 2 15,1 1-1-15,0 1 0 16,-2-3-2-16,-3 3 4 16,4 0-3-16,-4 0 0 15,-2 0 1-15,1 0 0 16,-3 0-1-16,5 3 1 16,-3 1 0-16,1-1 0 15,-1 0 0-15,3 2 1 0,0-4-2 16,1 2 1-1,4-1 1-15,0-1-1 16,4 2-1-16,-3-2 2 16,2 1 0-16,-2 2-2 15,-2-3 0-15,-4 2 1 16,-1 3 0-16,-2-2 0 16,4 0 0-16,-2-3 1 0,3 2-1 15,4-3 1 1,2 0-1-16,0 0 0 0,1 0 1 15,-1 0-1 1,0 1 0-16,-4 1-1 16,0 2 1-16,2 0-2 15,-1 0 2-15,0 0 0 16,4 0 0-16,-2-1 1 0,4 3-1 16,2-2 0-16,-1 0-2 15,0 0 2-15,5 0-5 16,-2-2 7-1,2 0-4-15,0 2 0 0,0-2 2 16,2-2-2-16,0 2 2 16,-2 2-1-16,0-1 0 15,-1 5 1 1,-1 0 1-16,-2 5-1 0,-3 1 0 16,-2 1 1-1,3 3-1-15,-3-2 1 0,2-3 0 16,3-1-2-16,0-3 1 0,1-2 0 15,0-1 0 1,3 3 0-16,-4-5 0 16,4 6 0-16,-2-2-1 15,0 1 2-15,0 2-1 16,-2-1 0-16,0 1 0 16,4-1 0-16,0 2 0 15,0-5-1-15,0 3 0 0,2-2 0 16,0 2 1-1,0-1 0-15,0 5 1 16,0-3-1-16,0 5 0 16,0 1 0-16,0 0-1 15,0 4 0-15,0-5 2 16,0 3-1-16,0-1 0 16,0 0 1-16,0-1 0 0,2 1-2 15,2-5 1-15,-2 0 0 16,2 1-1-16,0-2 1 15,0 0 0-15,0-1 0 16,0 3 1 0,-2-1-1-16,2 3 0 15,0-5 0-15,0 1 0 0,1 0 0 16,0-5-1 0,-1 1 1-16,-2 0 0 0,0 0-1 15,0-1 0 1,2 3 2-16,1 2 0 0,-1-3-2 15,0 3 2-15,1 0 0 16,-1-4-1-16,-2 1 0 16,2-1 0-16,-2-3-1 15,3 1 1-15,-3-2-1 16,0-2-1-16,0 2 2 16,0-2-3-16,1 0 2 0,1-2-2 15,5 2 0 1,-3 0 1-16,2-2 2 15,4 1 1-15,-2 2-1 16,-2-2 1-16,2 1-1 0,-4 1 1 16,0 0-1-1,2-1 0-15,0 0 0 0,-2 0 0 16,0-2-1 0,5 0 0-16,-4 2 1 15,-1-2-1-15,2 2 2 0,-1 0-1 16,-3 0 0-1,1 1 1-15,-1-3 0 16,-2 2-1-16,0-2-1 16,0 0 2-16,3 0-1 0,-3 3-1 15,-2-3 2 1,0 0 0-16,0 0 0 0,0 0 3 16,0 0 0-16,0 0 2 15,0 0 3-15,0 0 0 16,0 0 3-16,0 0 4 15,0 0-1 1,0 0-5-16,0 0-4 0,0 0-4 16,0 0-2-16,0 1-1 15,-13 9-4-15,-11 2-23 16,-4-1-245-16</inkml:trace>
  <inkml:trace contextRef="#ctx0" brushRef="#br1" timeOffset="-177011.22">6706 4606 263 0,'0'-3'83'0,"0"0"-9"16,0 1-5-16,0 2-10 0,0 0-13 16,0 0-4-1,0 0-8-15,0 0 2 16,0 0-2-16,0 0-1 0,0 0-9 16,0 0-4-1,0 0-9-15,0 0-7 16,6 11-2-16,2 8 1 15,4 9-2-15,1 11 2 0,2 5 1 16,-2 2-3 0,2 1 1-16,-2-6 0 15,-1-8-2-15,-4-10 0 16,-1-10 0-16,0-11-1 16,-3-2-1-16,-4-9-1 0,0-19 9 15,0-8-7 1,-11-9-51-16,-15-3-125 15,-10-2-249-15</inkml:trace>
  <inkml:trace contextRef="#ctx0" brushRef="#br1" timeOffset="-176710.33">6575 4429 499 0,'0'0'58'0,"0"0"-37"16,0 0-17-16,0 0-9 16,0 0 3-16,21 0 2 15,-5 0-1-15,-6 0 2 16,-2 0-2-16,0-12 17 16,-6-1 13-16,-2-5 16 15,0-2 8-15,0 2 12 16,-14 1-24-16,0 3-22 0,2 4-10 15,6 8-11 1,-2 2 1-16,6 0-8 0,2 20-21 16,0 1-122-1,14 0-250-15</inkml:trace>
  <inkml:trace contextRef="#ctx0" brushRef="#br1" timeOffset="-176241.29">7125 4594 504 0,'0'0'28'0,"0"0"18"16,0 0-11-16,0 0-28 15,0 0-2 1,-10 78 2-16,1-58 8 0,5-2 0 16,2-2-8-1,2-7-7-15,0-3-3 16,0-2 1-16,0-2 1 0,2-1-1 0,11-1-1 16,6 0 0-1,5 0 6-15,-1 0-1 0,5 0 1 16,-2 3-3-1,-7 5-1-15,-1 3 2 16,-7 7-3-16,-5 4 1 16,-6 6 3-16,0 5-2 15,0-2 4-15,-15-2-2 16,0-1 1-16,0-9 0 16,2-8 1-16,1-5 5 15,2-6 2-15,-1 0 11 16,4 0 16-16,1 0-23 0,2-9-19 15,2-4-12 1,-5-4-152-16</inkml:trace>
  <inkml:trace contextRef="#ctx0" brushRef="#br1" timeOffset="-175242.54">8557 4611 292 0,'0'0'31'0,"0"0"33"0,0 0 4 16,0 0 1 0,-22-33 0-16,9 33-13 0,-4 0-30 15,2 0-10 1,-5 8-10-16,4 12 1 16,0 5 3-16,4 4-4 0,0 3-1 15,8 4-3-15,4-3-1 16,0 1-1-16,0-5-1 0,0-4-3 15,16-6 2 1,0-7 0-16,4-6 1 16,0-6-3-16,-1 0 0 15,4-2-2-15,-3-19-2 16,-5-4 15-16,-3-6-9 0,-3-3 6 16,-2 2 1-1,-7 2 2-15,0 8 3 0,0 2-1 16,0 8 21-1,0 7 17-15,0 5-9 16,0-2-10-16,0 2-16 16,0 0-12-16,0 6-9 15,0 16 6-15,10 7 6 16,4 5-2-16,2 3-1 0,4-1 0 16,2-5 1-16,-1-3-2 15,0-9 0 1,3-8-4-16,0-5-19 0,-1-6-189 15,1 0-390 1</inkml:trace>
  <inkml:trace contextRef="#ctx0" brushRef="#br1" timeOffset="-174728.67">9652 4332 674 0,'0'0'47'16,"0"0"0"-16,0 0-17 0,0 0-17 16,-62 35-13-1,59-18-1-15,3 0-3 0,0 2 3 16,0-4 2-16,3 3-1 16,9-5-1-16,5-1-7 15,5-4 6-15,6-2 0 16,2 0 3-1,-2 0 1-15,0 3-4 0,-8-2 1 16,-4 3-2 0,-5 2 2-16,-11 3 1 15,0 2 2-15,0 7-2 16,0-3 2-16,-15 6 0 0,0 0-1 16,0 1 0-16,3-7-1 15,2-4-1 1,6-5-1-16,4-10-3 0,0-2-8 15,0 0-19-15,8-11-7 16,10-9-96-16,0-10-159 16</inkml:trace>
  <inkml:trace contextRef="#ctx0" brushRef="#br1" timeOffset="-173927.83">9972 4378 606 0,'0'0'67'0,"0"0"-25"16,0 0-26-16,0 0-11 15,0 0-4-15,-40 106-1 16,40-76 0-16,0 1 0 16,12-8-1-16,6-3 2 0,3-6-1 15,1-7-4 1,-1-7 0-16,5 0 3 15,-3 0-8-15,-1-17 4 16,-2-2 6-16,-6-5 0 16,-3 1 1-16,-6 4-1 15,-3 3 6-15,0 7-1 0,-2 3 2 16,0 6 1 0,0 0-6-16,2 13-5 0,4 7 5 15,5 1-4-15,2-2 1 16,4-5 0-1,1-6-3-15,1-8-1 0,2 0-9 16,-1-12 16 0,2-19 4-16,-4-11-3 15,0-3-7-15,-10-7 6 0,-5-5-2 16,-3 5 4-16,0 4 3 16,-17 7 3-16,-1 10 26 15,3 10 6 1,4 10-3-16,5 3-17 0,4 5-14 0,2 3-6 15,0 0-4 1,0 12-4-16,0 18 0 16,0 9 9-16,0 16-2 15,0 5-1-15,0 0 0 16,0-4 0-16,8-12-1 16,6-10-1-16,-2-13 0 15,1-7-1-15,0-11 0 16,2-3-2-16,-2 0 2 15,2-21 1-15,0-2 6 16,4-5-1-16,-3 2-3 16,0 2-1-16,2 8 0 15,-3 1-1-15,0 9-1 16,-4 1 1-16,0 3 0 16,-5 2 0-16,-4 0-2 15,0 16-1-15,-2 15 4 16,0 7 3-16,0 8-1 15,0 1-3-15,0-4 0 16,-10-11-3-16,-6-10 2 16,0-10 2-16,-8-12 6 15,-2 0 0-15,-2-14-5 16,0-13-3-16,-9-6-6 16,-3-8-59-16,-10-1-289 15</inkml:trace>
  <inkml:trace contextRef="#ctx0" brushRef="#br1" timeOffset="-172607.27">10968 4565 410 0,'0'0'62'0,"0"0"9"0,0 0 4 15,-64-29-33-15,45 29-25 16,-5 0-7-16,2 3 0 15,-2 11-7-15,4 7 1 16,4 3-3-16,-1 3 4 16,8 0-7-16,3 2 6 15,6-3-3-15,0-5-4 16,0-4 1-16,10-8 0 16,8-6 0-16,6-3 1 0,0 0-3 15,1-22 8 1,1-3-11-16,-3-6 7 0,-5-2 3 15,-7 4 2 1,-5 4 5-16,-4 4-3 0,-2 7 7 16,0 5 10-1,0 6 4-15,0 3-10 0,0 0-16 16,0 8-8-16,0 16 11 16,6 8-2-1,3 3-2-15,2 6 0 0,7-3 0 16,0 3-2-1,0-4 0-15,-4-2-2 16,0-3-12-16,-8 0-33 16,-6-5-22-16,0-1 1 0,-2-7 2 15,-16-5 40 1,-2-2 26-16,0-6 6 0,2-4 4 16,4-2 12-16,7 0 11 15,2-2 11-15,5-10-28 16,0-7-4-16,0-1 5 15,16-6-15 1,4-3 7-16,2-6-6 0,4-4 2 16,3-1-3-1,-3-3-1-15,-7 0 4 0,-6 1-5 16,-7 3 2-16,-6 4 8 0,0 10 2 16,-10 2 4-1,-10 9 22 1,5 3-8-16,2 5-10 0,2 1-7 15,3 5-2-15,4 0-6 16,4 0-4-16,0 0-3 16,0 0-4-16,0 0-2 15,19 0 1-15,9 0 5 16,4-6-7-16,2-4 9 16,1-5 4-16,-7 5-3 15,-7 0-1-15,-8 4-1 16,-2 6-5-16,-7 0 1 15,-1 0 7-15,-1 6-2 16,2 11 3-16,0 4 1 0,3 7-1 16,-1 2 0-1,1 4 0-15,1-2-2 16,6 1 0-16,-4-3 0 0,8-7 0 16,2-4-1-1,8-11-1-15,7-8-4 0,13 0-9 16,8-21-29-1,6-14-29-15,0-8-104 0,-6-3-38 16</inkml:trace>
  <inkml:trace contextRef="#ctx0" brushRef="#br1" timeOffset="-172008.27">11775 4421 445 0,'0'0'87'16,"0"0"-26"-16,0 0 15 15,0 0-23-15,-131-7-21 0,114 19-22 16,4 3-6-16,4 3-4 15,1 5-1-15,6-1 0 16,2 2 1-16,0 1 1 16,0-4-2-16,4-1 0 15,11-5-5-15,4-9 1 16,0-4-5-16,1-2-13 16,0 0 4-16,-6-8-10 15,2-11-9-15,-8-3 10 16,-6-1-5-16,-2 0 66 15,0 5-23-15,0 5 25 0,0 4-16 16,0 5 0 0,-4 4 5-16,2 0-3 15,2 8-18-15,0 9-1 16,0 0-4-16,0-1-1 16,2-3-1-16,10-5-4 0,2-4 1 15,3-4-4 1,4 0-6-16,1 0-26 0,-1-10-39 15,3-7-1 1,-2-7-11-16,-5 0 85 16,-6 4 33-16,-7 2 22 15,0 4 8-15,-4 1 60 0,0 3-29 16,0 8-34-16,0-3-8 16,0 5 1-1,0 0-13-15,0 0-19 16,-2 0-10-16,2 12-5 0,0 14 2 15,0 10 9-15,0 6-6 16,2 6 3-16,14 1-4 16,-2-5 0-16,4-1-1 15,1-8 0 1,-4-4 1-16,-2-8-2 0,-2-7-4 16,-2-9-21-16,-5-7-74 15,-4 0-45-15,0-17-72 16,0-16-174-16</inkml:trace>
  <inkml:trace contextRef="#ctx0" brushRef="#br1" timeOffset="-171760.97">11915 4410 371 0,'0'0'29'15,"0"0"-9"-15,0 0-17 0,0 0-8 16,0 0 14-16,50-6 8 15,-25 12-8 1,-1 1-9-16,0 5-8 16,-10 4 13-16,2-1-4 15,-10 4-3-15,-4 26 43 16,-2-18 20 0,-6-4-2-16,-6 3-46 15,-4-5-10-15,-1-6-4 0,4-5-11 16,-2-10-129-16,8 0-162 15</inkml:trace>
  <inkml:trace contextRef="#ctx0" brushRef="#br1" timeOffset="-171290.6">12152 4274 652 0,'0'0'37'0,"0"0"-11"16,0 0-22-16,0 0-4 15,0 0 2-15,17 105 4 16,-6-67-4-16,1 2 2 16,-1-8 0-16,-4-1-1 15,0-2-1-15,-3-4 0 16,0-3-1-16,-2-5 1 15,-2-3-1-15,2-7 0 16,0-3-1-16,2-4-3 0,6 0-5 16,2-11 2-1,-1-10 35-15,4-5-15 0,1-1-6 16,0 4-3-16,-3 3-4 16,-2 8 0-1,4 5-3-15,-6 5-2 0,4 2 3 16,-1 0 1-1,-3 0-2-15,4 0 2 0,-5 15 2 16,2 5 2 0,-2 4 2-16,-2 1-4 15,-6 2 1-15,0-4-3 16,0-6-7-16,0-13-402 0</inkml:trace>
  <inkml:trace contextRef="#ctx0" brushRef="#br1" timeOffset="-170193.21">13105 4644 430 0,'0'0'62'0,"0"0"19"16,0 0 16-16,-2-6-49 15,2 6-28-15,0 0-9 16,0 0-9-16,0 0-9 16,0 4-3-16,0 14 8 0,9 1 10 15,0 6-3-15,8-3-3 16,-5-3-1-16,2-5 0 15,2-6-2 1,0-3 0-16,3-5-2 0,-2 0-3 16,-4-6-6-1,0-7 6-15,-4-1-9 0,-5 3 24 16,-4 0 2 0,0 10 0-16,0 1 0 0,0 0 9 15,0 0-15 1,0 0-8-16,0 10-2 0,6 5 1 15,3 5 0 1,4 4 1-16,3 0-2 16,5-3-10-16,5-3-25 0,5-3-56 15,-1-10-30-15,3-5-2 16,-3 0-44-16,-4-7 42 16,-4-16 129-16,-10-5 2 15,-4 2 81-15,-8-1 32 16,0 4-22-16,0 0 12 15,-14 9-47-15,-2 1 35 16,2 4-54-16,-2 3 5 0,4 6-14 16,-4 0-25-1,6 0-3-15,-1 0-16 16,4 0-226-16</inkml:trace>
  <inkml:trace contextRef="#ctx0" brushRef="#br1" timeOffset="-169541.03">13691 4319 624 0,'0'0'30'0,"0"0"-22"16,0 0-3-16,-2 110 0 15,4-61 1-15,8 1 11 16,6-4-6-16,-6-1-1 16,5-7-4-16,-2-3 0 15,-3-7-6-15,1-7 4 16,-4-3-4-16,-2-10 2 0,1 1-2 16,-2-7 0-1,-2-2 0-15,0 0 0 0,2 0-3 16,1-8 7-1,1-5 30-15,1-2 1 0,-3 2-27 16,-2 6-2 0,2 7-7-16,0 0-1 15,6 0 0-15,0 13 4 16,6 5 3-16,-2-1-4 16,6-2 0-16,1-5-3 0,1-6-5 15,-1-4-6 1,5 0 6-16,-3-6-8 15,1-9-18-15,-6-4 3 16,-6-4 8-16,-3 1-21 0,-4-3 57 16,-5 2 0-1,0-1 25-15,0 5-6 0,0 5 0 16,0 7-10 0,0 3 3-16,0 2-2 15,0 2-2-15,0 0 5 16,0 0-19-16,0 2-13 15,0 13 5-15,0 3 4 0,0 1-2 16,4 4-2 0,6-4 1-16,3-4-2 0,0-5 2 15,0-4-3 1,-4-1-6-16,4-5-14 16,-5 0-59-16,-1-12-95 0,-5-12-189 15</inkml:trace>
  <inkml:trace contextRef="#ctx0" brushRef="#br1" timeOffset="-169391.37">14069 4361 631 0,'0'0'79'0,"0"0"-35"16,0 0-30-16,0 0-13 15,0 0-7-15,-38-5-55 0,38 16-311 16</inkml:trace>
  <inkml:trace contextRef="#ctx0" brushRef="#br1" timeOffset="-168992.63">14385 4625 223 0,'0'0'19'0,"0"0"2"15,0 0-5-15,0 0-5 0,0 0-5 16,0 0-2-16,104 0-2 0,-100 0-7 31,-4-4 55-31,0-2 87 0,0 0-5 16,0 0-64-1,-11 3-27-15,0-3 10 0,1 4-15 16,-2 2-4-16,4 0-11 16,-2 0-7-16,-2 11-14 15,8 13-2 1,-2 5 0-16,6 1 1 0,0 1 1 16,0-1-2-16,6-7-3 15,16-8 1-15,4-3 1 16,6-4-2-16,3-3 2 15,-1-5-11-15,-2 0-86 16,-2 0-284-16</inkml:trace>
  <inkml:trace contextRef="#ctx0" brushRef="#br1" timeOffset="-168443.03">14824 4280 578 0,'0'0'38'16,"0"0"-11"-16,0 0-12 0,0 0-11 15,0 0-3 1,0 39 10-16,0-10 4 0,3 8 0 15,5-1 2-15,0 4 2 16,1 0-7 0,2 1-4-16,-2-3 5 15,3-1-1-15,-5-4 1 0,-1-5-3 16,3-8-4-16,-1-7-5 0,4-2-1 16,-4-7 0-1,2-4-1-15,2 0 4 16,2-10 2-16,0-11 5 15,-2-8 0-15,1-3-11 16,-2 1 4-16,-3 6 2 16,-1 4-8-16,0 6 5 15,-5 5-1-15,2 4-4 16,-4 2 2-16,4 4-1 16,-2 0-3-16,3 0 1 0,5 0 2 15,1 12 0 1,0 11 7-16,2 2 0 0,0 4-2 15,-1 0 0 1,0 0-1-16,0-6 0 0,0-5-2 16,0-6-2-1,1-11-11-15,-9-1-54 16,1 0-330-16</inkml:trace>
  <inkml:trace contextRef="#ctx0" brushRef="#br1" timeOffset="-167310.47">15829 4292 586 0,'0'0'82'0,"0"0"-13"0,0 0-19 16,2 0-38-16,-2 0-9 0,2 0-3 16,2 10 0-1,3 11 6-15,-2 12-2 16,1 9 1-16,-2 7 3 15,0 5-2-15,2 2 6 0,0-4-4 16,-2-5 2 0,0-12-5-16,-2-10-1 0,2-9 0 15,0-9-1 1,-2-7-4-16,1 0 1 0,1 0 3 16,1 0 2-1,1-13 10-15,2-6 13 16,6-7-22-16,-4-1-1 0,5 0 4 15,-2 3-4 1,0 3-5-16,-5 6-6 0,2 5 4 16,-4 6-1-1,-4 2 0-15,0 2-2 0,2 0 4 16,-2 0-2-16,7 4 1 16,0 12 2-1,1 5-1-15,2 2 9 0,-2 4-4 16,-2 0-1-16,1-4-3 15,0-4 1-15,-3-2-1 16,3-6-4 0,-3 1-11-16,3-6-27 15,2-4-46-15,4-2-17 0,4 0-53 16,11-8-14-16,4-15-109 16</inkml:trace>
  <inkml:trace contextRef="#ctx0" brushRef="#br1" timeOffset="-166757.48">16458 4543 489 0,'0'0'81'0,"0"0"7"0,0 0-19 16,0 0-15-16,0 0-30 0,-98-71-11 16,81 65 20-1,0 6-2-15,-2 0-12 16,-3 0-8-16,0 13-3 15,6 6-3-15,-4 5-3 0,2 2-2 16,8 3-1 0,2 0-2-16,8-3 1 15,0-1 0-15,0-3-2 16,2-6 0-16,14-7-3 0,6-6-1 16,0-3 0-16,2 0 8 15,-3-6 0-15,-2-11-6 16,-1-4 2-1,-7-2-11-15,-3-2 22 0,-4 2 1 16,-4-1-2-16,0 5-1 16,0 4 0-16,0 5 0 15,0 6-1-15,0 4 1 16,0 0 10-16,0 0-6 16,0 0-7-16,0 0-4 15,0 16-5-15,0 11 5 16,2 4 2-16,5 6 0 15,6-1-2-15,4 1 3 16,4-9-1-16,3-9-4 16,0-9 0-16,0-5-10 15,-1-5-22-15,-3 0-91 16,1-9-72-16,0-14 10 16,-1-7 85-16,-2-2-1 0,-4-8 9 15</inkml:trace>
  <inkml:trace contextRef="#ctx0" brushRef="#br1" timeOffset="-166542.61">16640 4565 70 0,'0'-26'139'0,"0"9"32"15,0 9 26 1,-2 7-86-16,-9 1-33 16,-3 0-12-16,2 0-35 15,0 5-18-15,0 9-8 16,4 5-3-16,2-2-2 0,4 5-2 16,2-3 2-1,0 3-2-15,0-5-3 16,16-2-2-16,4 0 3 15,0-2-2-15,-4 0-2 0,2 6-8 16,-10 3-2 0,-1 0 7-16,-5 6 6 0,-2-1 5 15,0-1-1 1,0-6 2-16,-2-2-1 0,-5-6-8 16,-1-7-105-16,0-5-240 15</inkml:trace>
  <inkml:trace contextRef="#ctx0" brushRef="#br1" timeOffset="-164225.36">1359 6116 380 0,'0'0'87'16,"0"0"-7"-16,-3 0 3 0,3 0-36 15,-1 0-21 1,1 0-16-16,0 0-9 0,0 0-5 16,0 12-5-16,0 10 8 15,0 9-1-15,0 4 8 16,4 0 2-16,0-4 3 16,3-4-5-16,-2-5-4 0,-1-9-2 15,-2-4 2 1,2-3-2-16,-2-2 1 15,-2-2-1-15,0-2-4 16,0 0-8-16,0 0-129 16,-12-12-188-16</inkml:trace>
  <inkml:trace contextRef="#ctx0" brushRef="#br1" timeOffset="-163662.55">1323 5953 441 0,'0'0'80'16,"0"0"-32"-16,0 0 8 0,0 0-22 16,0 0-18-1,-71 46-8-15,55-18-3 16,0 2 4-16,2 5-2 16,4 2-4-16,6 3 0 0,2 5-5 15,2 4 2 1,0-1 2-16,7 4-4 0,19-4 0 15,5-3 2-15,10-9-1 16,2-6 3-16,4-10-5 16,5-9 0-16,-1-7 2 15,-1-4-9-15,-4-2 7 16,-4-19-8-16,-5-6 1 16,-7-7 1-16,-6 0 7 0,-10-5-15 15,-5 0-7 1,-9-1 62-16,0-5-32 15,-7 1 34-15,-16-3 4 16,-9 4 2-16,0 1-14 16,-3 7-3-16,4 8 6 15,-1 10-22-15,2 9-15 16,-2 8 9-16,-2 4-4 0,-1 25-5 16,-1 6-21-1,4 0-162-15,6-7-439 16</inkml:trace>
  <inkml:trace contextRef="#ctx0" brushRef="#br1" timeOffset="-155425.36">16294 1208 358 0,'-3'0'45'0,"1"0"-19"16,0 0-2-16,2 0-10 16,-2 0-2-16,2 0 3 15,-2 0 9-15,2 0 1 16,-4 0-9-16,0 11-12 15,-6 11 4-15,2 7-2 16,-9 9 2-16,2 5-1 16,-5 1 3-16,1-1-1 15,4-2 1-15,0-8-2 16,6-7-4-16,1-7-2 0,3-6-4 16,3-3 1-16,2-7 0 15,0 0-2 1,0-1-2-16,0-2-3 0,0 0-5 15,13 0 7 1,9 0-1-16,4 0 20 16,8-11-6-16,4-3 0 15,8-7-2-15,-5 6-8 16,-7-2 4-16,-10 5-2 16,-14 2-32-16,-10 3-216 0</inkml:trace>
  <inkml:trace contextRef="#ctx0" brushRef="#br1" timeOffset="-155059.71">16287 1190 602 0,'0'0'69'15,"0"0"-27"-15,0 0-3 16,0 0-20-16,0 0-13 0,0 26-7 16,0-11-6-16,0 11 7 15,4 8 4-15,14 11-2 16,1 5-1-16,-1 6 1 16,0 0 0-1,-2-3 2-15,-4-3-3 0,4-7 1 16,-6-7-2-1,0-8 1-15,0-8-1 16,-2-2 0-16,4-6-1 16,-6-5 1-16,0-1-6 15,-2-4-12-15,-4-2-86 16,0 0-264-16</inkml:trace>
  <inkml:trace contextRef="#ctx0" brushRef="#br1" timeOffset="-153942.71">16122 1964 366 0,'0'0'33'0,"0"0"-18"16,0 0 5-16,0 0-3 0,0 0-6 15,97-38-4 1,-55 14-1-16,12-4-3 15,11-7-3-15,1-2 3 16,5-3-3-16,-1-1-4 0,2 0 9 16,-5 5-4-1,-9 2-4-15,-10 7 6 16,-10 7-4-16,-12 5 1 0,-7 6 2 16,-9 3-1-1,-4 2 3-15,-4 2-15 16,-2-2 12-16,0 2 42 15,0-3 28-15,0-3-1 0,0-2-20 16,0-1-14 0,-8-7-25-16,-12 1-4 0,-4-5 0 15,-6-1-2 1,-2-2 5-16,-5-5-6 16,-1 2 1-16,-4-1-2 0,-1-2-3 15,3 2 1-15,-4-2 2 16,4 2 1-16,1 0-3 15,3 2 1-15,-2 0-1 16,4 4 0-16,0 3-1 16,0 4-5-16,-1 3 3 15,-1 4 0-15,-1 3-1 16,2 3 7-16,1 2-4 16,4 1-2-16,2 0 2 15,3 0-2 1,-1 0 2-16,0 6-2 0,-2 7-1 15,-3 5-2-15,3 1 0 16,2 0 8-16,8-1-1 16,0-5-1-16,8 1-2 15,-2-5 2-15,4-1-1 16,2 2 1-16,-5-3 0 16,4 1-1-16,1 0 0 15,-1-2 0-15,1-2-1 16,2-1 0-16,-1 1 2 0,5-2-1 15,-2 0 0 1,2-2-1-16,0 4 0 0,0 8-1 16,0 5-1-1,0 9 0-15,2 6 6 0,13 11-2 16,2 8-2-16,9 6 2 16,4 3-1-1,0 0 0-15,1 2 0 0,-1-4 0 16,-2-5 0-16,-6-9 1 15,-4-7-1 1,0-6-1-16,-2-6 1 0,-6-1 1 16,-2-5-1-16,3 0 1 15,-4-1 0 1,-3-5-1-16,0-1 0 0,0-7 1 16,1-3-2-16,-5-2 1 15,2 0 1-15,-2 0 0 16,0 0 1-16,0 0 1 15,0 0 0-15,0 0 0 16,0 0-1-16,0 0-2 0,2 0-1 16,3 0-12-1,-1-12-59-15,-4-13-385 16</inkml:trace>
  <inkml:trace contextRef="#ctx0" brushRef="#br1" timeOffset="-143142.14">23164 3888 524 0,'0'-6'51'0,"0"-10"-3"15,13 1-4-15,8-2-39 0,3-3-9 16,6 2 6-16,-4 3-2 16,-4 5 1-1,-6 4-3-15,-4 6-4 0,-4 0-5 16,-4 0 1-1,-2 14 14-15,-2 5 0 0,0 6-12 16,0 3 1 0,-10-3 19-16,-3-5-1 0,-2 0-6 15,6-8 0-15,2-5-7 0,7-3 0 16,0-2-2 0,0-2-2-1,0 0-2-15,22 0 7 0,6 2 1 16,2 0 8-16,4-1-5 15,-3 4-2-15,-7 3 0 16,-6 3-3-16,-6 11-2 16,-8 3-3-16,-4 8 7 15,0 4-2-15,0-3 1 16,0-7-1-16,-7-8 11 0,-2-8-3 16,-3-11 0-1,0-7 0-15,-6-19-259 0</inkml:trace>
  <inkml:trace contextRef="#ctx0" brushRef="#br1" timeOffset="-142580.55">23135 3502 456 0,'0'0'11'0,"0"0"18"15,-156 21 25 1,101 4-8-16,3 12-29 0,0 12-12 15,2 12-5-15,7 11 1 16,11 9-6 0,8 5 4-16,13 1 7 0,11 2-9 15,0-3 4-15,29-2-2 16,7-4 2-16,9-6 0 16,13-13 0-16,2-5-3 0,8-13-1 15,7-12 8 1,4-10-5-16,1-10 1 15,2-11 0-15,1 0-1 16,-3-7 3-16,-2-20-6 16,-7-10-5-16,-7-10-5 15,-12-10 12-15,-14-8-7 16,-12-6 5-16,-15-11 11 0,-11-3 10 16,0-2-5-1,-15-2 9-15,-15 6 7 0,-2 9 8 16,-5 13 8-1,-2 10-24-15,1 16-13 0,-1 10-5 16,3 8 0-16,5 11-4 16,-8 6-2-1,-1 0-27-15,-9 17-198 16</inkml:trace>
  <inkml:trace contextRef="#ctx0" brushRef="#br1" timeOffset="-134260.27">10316 4386 285 0,'-14'0'12'0,"2"3"-44"15,8 18 32-15,2 8-27 16,2 2 27 0,0 2 0-16,0 2 14 0,0-5-28 15,-2 0 22 1,-2-5-34-16,-4-4-113 0</inkml:trace>
  <inkml:trace contextRef="#ctx0" brushRef="#br1" timeOffset="-133726.53">10278 4944 284 0,'0'0'2'16,"0"0"4"-1,0 0 18-15,0 0 8 0,0 0-9 16,6-13-6 0,-4 13-8-16,2 0-7 15,6 0-6-15,4 0-1 16,12 0 0-16,9-4 8 16,7 0-1-16,8-4 1 15,4 2-3-15,-3-3 2 16,-5 3 0-16,-6 4-1 0,-7 2-1 15,-12 0 1 1,-14 0-19-16,-7 10-317 0</inkml:trace>
  <inkml:trace contextRef="#ctx0" brushRef="#br1" timeOffset="-120795.09">2702 5968 289 0,'0'-5'61'16,"0"-3"17"-16,0 0 2 0,0 2-24 16,0 4-14-1,0-3-6-15,0 5-1 0,0-5 1 16,0 5-2-16,0-1-3 0,0 1-3 16,0 0-2-1,0 0 1-15,-2 0 0 0,-13 0-14 16,0 7-11-1,-9 15 13-15,-8 7-12 16,-5 6-3-16,5 3-1 16,4-5-4-16,7-8 3 15,14-7-1-15,5-9-13 16,2-6 10-16,0-3 6 16,0 0 0-16,9 0 1 15,14 0-2-15,5 0 6 16,2-3-3-16,5-2 1 15,1 0-3-15,-6 0 2 16,-2 5-3-16,-4 0-1 0,-5 7 0 16,-5 17-11-1,-2 5 7-15,-6 2-5 0,-3 0 14 16,-3-4-4-16,0-2 1 16,0-6-5-1,0-3 6-15,-15-2-1 0,2-7 7 16,-6-1 3-1,6-4-3-15,-5-2-3 0,4 0 7 16,0 0-3 0,2 0-3-16,1-2-6 0,6 2 4 15,-1-2-4 1,6 2-7-16,-2 0-11 16,2 0-134-16,0 4-162 0</inkml:trace>
  <inkml:trace contextRef="#ctx0" brushRef="#br1" timeOffset="-120182.36">3080 6022 452 0,'0'0'63'16,"0"0"2"-16,0 0-17 0,0 0-5 15,-77-4-24-15,64 4-13 16,3 10-6-16,1 6-4 15,7 1-1 1,-5 4 3-16,5 7 3 0,2 1-1 16,0-1 0-16,0-1 0 15,0-1-2-15,11-7-2 16,4-1-1-16,5-11 4 0,0-3-2 31,4-4-2-31,-2 0-4 0,-2 0-28 0,-1-17 23 16,-2-6 13-1,-6-7-7 1,-5-2 15-16,-2 0 3 0,-4-2 4 16,0 9 7-16,0 2 19 15,0 5 15-15,0 6-18 16,0 7 3-16,0 1-12 16,0 4-13-16,0 0-5 0,0 0-8 15,0 0-2 1,0 0-6-16,0 0-7 15,0 19-5-15,0 6 6 16,11 6 23-16,2 9-6 0,3-2-1 16,0 2-3-1,2-1 1-15,-2-4 1 16,2-2-5-16,-3-8-18 0,0-10-219 16</inkml:trace>
  <inkml:trace contextRef="#ctx0" brushRef="#br1" timeOffset="-119160.53">3345 6079 339 0,'0'0'13'0,"0"0"26"16,0 0-24-16,0 0-15 15,0 0 1-15,29-26 3 0,-9 40-3 16,2 11 3-16,-2 8-1 16,-3 6 4-16,-4 7 4 15,0 1 11-15,-7-1-2 0,0-7 4 16,-1-10-14-1,-1-8-8-15,-2-9 3 0,-2-10-2 16,0-2 3 0,0 0 7-16,0-6 11 15,0-15 56-15,0-10-56 16,-4-6-22-16,-5-4 0 16,3 0-2-16,4 4 2 0,2 6-1 15,0 5 5 1,0 7-5-16,0 0-1 15,0 3 0-15,8 4 0 16,3 6 0-16,0 6-3 16,6 0-3-16,-2 19-20 15,5 15 24-15,2 4 9 16,-4 2-3-16,4 0-1 16,-5-10-2-16,-6-6 1 0,0-10 1 15,-5-7-3 1,-2-5 1-16,-1-2 0 0,1 0 2 15,0 0 2-15,3-15 2 16,1-17-2 0,1-4-3-16,4-7 2 0,-3 2-3 15,2 7 1 1,-8 10-2-16,0 9 1 0,0 15-2 16,0 0-6-1,3 4-10-15,0 13 13 0,3 2 5 16,3 4 1-16,0-4 1 15,2-3-3-15,-2 1 1 16,0 1-1-16,4-5 0 16,0 2 0-16,3-8 0 15,2-7 0-15,-2 0 1 16,4 0-1-16,2-22 3 0,-4-1-3 16,-3-4 0-1,-4 1 1-15,-6 1 0 0,-5 1 2 16,-4 1 1-1,0 4-1-15,0 1 0 16,0 4 2-16,-2 5 2 16,-2 5 4-16,-1 2 26 15,1 2-10-15,2 0-14 16,-3 0-7-16,-1 0-6 16,0 8-8-16,-5 17 29 15,2 8-23-15,-4 14 1 16,5 3-3-16,4 4 0 15,4-6 8-15,0-9-18 16,8-12 14-16,18-15 5 0,13-12-3 16,1-2 3-1,8-23 1-15,-1-8-2 0,-8 0 0 16,-9 3-6 0,-19 10-4-16,-11 3-117 0,-6 10-430 15</inkml:trace>
  <inkml:trace contextRef="#ctx0" brushRef="#br1" timeOffset="-117311.12">5023 6021 343 0,'10'-22'33'0,"0"5"-10"16,0 3-2-16,0 5-13 16,-4 3-7-16,2 6-4 15,-4 0-5-15,5 4 3 16,0 15-2-1,-3 10 14-15,1 4 0 0,-3 4 10 0,-2-3-8 16,0-7-1 0,-2-4-2-16,0-7 11 15,0-6-13-15,0-6 3 16,0-2 0-16,0-2 8 16,2 0 21-16,5-7 27 0,0-18 16 15,1-6-31 1,2-5-30-16,0-4-8 15,2-3-3-15,-4 8 3 16,4 6 6-16,-2 4-5 16,-1 5-9-16,2 9-1 15,-1 3-2-15,-1 6-2 16,4 2-5-16,0 0 0 0,6 16-1 16,-2 11 5-16,1 4 1 15,1 4 7-15,-4 1-4 16,-1-1-1-16,-4-2 4 15,0-3-3-15,-3-8-1 16,0 0 2 0,-1-7-2-16,0-4 1 0,-4 1-1 15,-2-7-9 1,2-5-37-16,-2 0-104 16,0-5-108-16</inkml:trace>
  <inkml:trace contextRef="#ctx0" brushRef="#br1" timeOffset="-116729.86">5673 5972 510 0,'0'0'79'0,"0"0"-19"15,0 0-3-15,0 0-21 16,-103 20-20-16,91-9-16 0,0 4-7 16,8 7 3-16,0 1 3 15,4 0 1-15,0 5 1 16,0-1-5-16,0-2 3 16,4-5 0-16,14 0 0 15,2-6 1-15,4-6-2 16,2-8 5-16,4 0-1 15,-4 0 1 1,-2-19 1-16,-3-6-1 0,-3-5 0 16,-6-2-1-16,-3-5 0 15,-9-2 1 1,0 4 1-16,0 2 5 0,-11 6 4 16,-11 5 26-1,-5 10-8-15,-6 9-9 0,-1 3-17 16,2 2-8-16,1 21-7 15,13 1-13-15,8-1-119 16,10-6-424-16</inkml:trace>
  <inkml:trace contextRef="#ctx0" brushRef="#br1" timeOffset="-115612.27">6668 6059 492 0,'0'0'79'0,"0"0"-8"16,0 0-26-16,0 0-27 15,0 0-18 1,-46 14-7-16,46 17 8 0,-2 6 2 15,2 3-1-15,0 1 0 16,0-8-1-16,6-8-2 16,8-6 2-16,0-7-1 15,8-12 0-15,0 0 3 0,3 0 0 16,-2-19 0 0,2-10 0-16,-4-6 0 0,-4 1-3 15,-13 1 1 1,-4 3 2-16,0 5 1 15,-8 4 1-15,-14 3-2 16,-3 4 0-16,-3 3 0 16,0 3 0-16,2 6 0 15,4 2 1-15,-2 0 4 16,10 2-10-16,3 11-12 0,6 3 21 16,3-4-11-1,2-2 0-15,0-7 2 0,7-3 2 16,14 0 1-1,7 0 1-15,9-11 1 16,6-13-2-16,2-1-1 16,-1-6 0-16,-2-3-2 0,-5-1-2 15,-7-8-7-15,-6 0-19 16,-10-1 13 0,-6-2 13-16,-8 5 6 15,0 6 0-15,0 7 3 0,-10 9 15 16,-4 7 18-1,-5 11 11-15,5 1-3 16,-2 0-20-16,4 4-16 0,2 18-12 16,3 12-3-1,7 8 1-15,0 9 11 0,0 9-7 16,15 6-1-16,7 0 1 0,0-3-1 16,9-1 1-1,-3-9 1-15,0-8-2 16,-4-7-1-16,-2-15 3 15,-3-5-5-15,-2-7 3 16,-6-11-2-16,-1 0-2 16,-1 0 1-16,-2-11-4 15,-5-9-5-15,0-1-5 16,-2 3 15-16,0-1 3 16,0 3 1-16,-17 6 1 15,-7-1 1-15,-2 5 1 16,-4 3-3-16,4 0 2 15,2 2 0-15,6 1-1 16,6 0 4-16,5 0-2 0,6 0-2 16,1-1-1-1,0-5-1-15,22-6-3 0,8-1-1 16,10-8 3-16,2-2 2 16,3 2-3-16,-7 5 0 15,-10 5 1-15,-10 5-7 16,-8 6-4-1,-10 0 4-15,0 6-2 16,0 7-40-16,-20-1-252 16</inkml:trace>
  <inkml:trace contextRef="#ctx0" brushRef="#br1" timeOffset="-114782.4">8016 5949 532 0,'0'0'75'15,"0"0"-4"-15,0 0-22 16,0-20-24-16,0 19-12 16,0 1-10-16,0 0-4 0,2 0-7 15,16 11 3 1,1 13 8-16,7 8-3 15,2 1 1-15,0 2 0 16,-2-6 0-16,-3-2 0 16,-3-7 1-16,-5-5-2 15,-7-8 1-15,-2-1-1 16,-1-4 0-16,-5-2-1 0,3 0 3 16,-1-9 4-1,0-16 2-15,-2-12 0 0,0-8 0 16,0-5 34-1,0 2-1-15,0 4-20 0,-7 12-10 16,2 9-4 0,1 12-3-16,2 8-2 0,2 3-5 15,0 0-12 1,0 22-41-16,6 3-151 16,14 3-407-16</inkml:trace>
  <inkml:trace contextRef="#ctx0" brushRef="#br1" timeOffset="-114102.62">8565 6239 428 0,'0'0'44'16,"0"0"8"-16,0 0-14 0,0 0-25 15,46-111-11-15,-32 75-1 16,-2 1-1-16,-4 0 1 16,-8 5 4-16,0 1 1 15,0 9 21-15,-18 6 61 0,-3 8-25 16,-5 6-23 0,-2 0-19-16,2 0-2 15,1 6-3-15,10 10-16 16,1 7 0-16,8 2-2 15,6 6 0-15,0 4 1 16,0 0-1-16,8 0 3 0,14-5-2 16,4-10-5-1,2-5 7-15,4-9 0 0,1-6 1 16,1 0-6-16,-6 0-7 16,-6-6-31-1,-5-7-8-15,-7-2 27 0,-7-7 21 16,-3-3 6-16,0-6 0 15,0 0-1-15,0 1 3 16,-7 2 0 0,1 9 1-16,2 7-2 15,3 7 6-15,1 3 0 16,0 2 1-16,0 0-9 16,0 0-9-16,15-8-9 15,18 0 12-15,6-8 3 0,3 3 1 16,-5-3-1-16,-7 2-3 15,-8 7 3-15,-14 3 5 16,-8 2 6-16,0 2-2 16,0 0 8-16,0 0 21 15,0 0-22-15,0 6-16 16,0 12 0-16,0 8 0 0,0 8 1 16,0 4-1-1,0 5 1-15,7 0-1 0,4-8 1 16,1-7-2-1,0-5 2-15,0-9-2 0,2-11-1 16,0-3-18 0,-1-6-104-16,8-22-293 15</inkml:trace>
  <inkml:trace contextRef="#ctx0" brushRef="#br1" timeOffset="-113810.64">9156 5686 773 0,'0'0'89'0,"0"0"-24"0,0 0-34 16,0 0-37 0,-10 25-9-16,10 6 20 0,0 8-4 15,4 3 0-15,7 7-1 16,2 1 0-1,-3 2 1-15,2-4 0 0,-2-1 0 16,-1-5-1 0,0-5-1-16,1-7-3 15,-3-14-33-15,-1-10-140 0,-1-6-85 16,-5 0-148 0</inkml:trace>
  <inkml:trace contextRef="#ctx0" brushRef="#br1" timeOffset="-113411.27">9039 6021 588 0,'0'0'67'0,"0"0"4"0,0 0-54 16,0 0-16-1,0 0 2-15,83-45-4 16,-39 33 2-16,0 1-2 15,4-3 1-15,-3 1-4 0,1-3 2 16,-6 1-2 0,-6 4 6-16,-8-1 0 15,-8 6-4-15,-7 1 1 16,-7 5 12-16,-4 0-6 16,0 0-1-16,2 0-1 15,-2 11-4-15,0 6 6 16,2 5 4-16,-2 6-2 15,0 1 8-15,2-2-2 0,0-1 3 16,2-5-6-16,1 0-6 16,-1-3-2-1,3 1 0-15,-1-2-4 16,0 0 2-16,1-7 0 0,0-1 3 16,-1-9-4-1,-2 0-30-15,-4-31-203 0</inkml:trace>
  <inkml:trace contextRef="#ctx0" brushRef="#br1" timeOffset="-113080.4">9492 5591 361 0,'0'0'4'16,"0"0"-3"-16,0 0-12 16,0 0 0-16,0 0 28 15,14 4-15-15,-8 7 0 16,-2-1 1-16,2-3 0 16,-2 1-1-16,-1-4 4 0,0 0 6 15,-3-2 11-15,0-2 45 16,0 0 42-1,0 0-19-15,0 0-23 0,-3 0-23 16,-10-2-31 0,3-2-10-16,-6 4-7 0,6 0-21 15,-1 0-278-15</inkml:trace>
  <inkml:trace contextRef="#ctx0" brushRef="#br1" timeOffset="-112063.16">10000 6024 421 0,'0'0'10'15,"0"0"-8"-15,0 0 1 16,0 0-7-16,43-98-2 15,-39 82 16-15,-4 3-1 16,0 0 23-16,-2 2 67 16,-12 5-59-16,-6 3-12 15,-2 0-1-15,3 3-10 0,0 0-3 16,2 0 3-16,-1 5-7 16,4 13-7-1,0 2-2-15,6 5-1 0,2 5 0 16,3 3 0-1,3 5 0-15,0 1-2 0,9-2 2 16,15 1 1 0,2-9-1-16,1-4 0 0,5-12-3 15,1-7 0-15,-1-6 2 16,3 0-3 0,-5-17 6-16,0-8-4 0,2-6 0 15,-4-2 0-15,0-3 2 16,-7-7 0-16,-1 3-1 15,-14 1 4-15,-4 2-2 16,-2 6 5-16,0 6 4 16,-10 6 17-16,-12 6 8 15,0 7-4-15,3 6-15 16,0 0-14-16,2 0-2 16,6 19 4-16,2 4-7 15,9 5 1-15,0 8-2 16,0-1 2-16,9 1 2 15,12-1-1-15,8-4 0 16,3-10 2-16,2-4-2 16,9-16 2-16,2-1-1 15,4-1-2-15,1-25 4 16,2-9-11-16,-7-6 1 16,-11 1-7-16,-14-4 15 15,-12 5 2-15,-8 3 5 16,0 11 10-16,-6 8 11 15,-9 5 4-15,6 8 0 16,3 2-11-16,2 2-17 16,4 0-7-16,0 0-3 15,0 0-2-15,4 0-2 0,16 10 5 16,8 4 6-16,8 5 1 16,7 3-1-16,0 1 0 15,-4 2-3-15,-9 2-1 16,-11-6-1-1,-12 4-4-15,-7-4 5 0,-2 1 2 16,-22-5 3 0,-6 1 4-16,-2-1 0 0,-3-5-5 15,1-1 0-15,2-5-3 16,2-6-131-16,2 0-431 16</inkml:trace>
  <inkml:trace contextRef="#ctx0" brushRef="#br1" timeOffset="-110382.35">11694 5850 495 0,'0'0'61'16,"0"0"-1"-16,-18-43 2 15,12 32-23-15,-2 1-2 16,-6 5 4-16,3 1-7 0,-6 4-13 15,0 0-3 1,-5 0-26-16,-1 17 17 0,-6 6-5 16,4 5-3-1,2 2-1-15,1 6 1 0,11 6-3 16,7-2-2 0,4 1 1-16,0-4 0 15,11-8 0-15,13-10 1 0,1-9 0 16,4-10-4-1,1 0 6-15,-3-20 0 16,-1-12 0-16,-5-3 1 16,-8-2-7-16,-4 0 9 15,-6 4 2-15,-3 8 1 16,0 4-1-16,0 5 5 16,0 7 5-16,0 5-2 0,0 3-3 15,0 1-6-15,0 0-5 16,0 0-6-16,0 1-5 0,0 18 3 15,1 5 13 1,10 1-3-16,4 4 0 16,2 0-2-16,1-4 2 15,1-6-1-15,-2-7-2 16,3-4-3-16,1-8-15 16,-1 0-15-16,-4-10-37 15,4-17 16-15,-7-6 6 0,0-8-3 16,-11-1 24-1,-2 5 27-15,0 6 11 16,0 12 38-16,-4 7 47 16,-10 12-18-16,2 0-29 15,1 0-21-15,0 13-14 0,7 5-12 16,4 1-1 0,0 0-1-16,0 0 0 0,11-1 1 15,12 1 2 1,7-1-2-16,10 0 2 0,0-3-4 15,1 4 0 1,-5 1 0-16,-8 1-16 0,-10 4-7 16,-10 2 1-1,-8 1 18-15,0-6 8 0,-4-2 1 16,-8-4 3 0,-6-7 6-16,-4 1-3 0,6-4-4 15,-2 0-6-15,3-5-2 16,9-1-102-16,3 0-480 15</inkml:trace>
  <inkml:trace contextRef="#ctx0" brushRef="#br1" timeOffset="-109412.39">12692 5695 680 0,'0'0'52'15,"0"0"-19"-15,0 0-6 0,0 0-26 16,-17 32-1 0,17 0 0-16,0 11-2 15,0 3 3-15,0 3-1 16,2-1 0-16,11-1 1 0,4-9-2 16,1-5 0-1,3-10 0-15,1-9 1 0,-2-4-7 16,4-10-4-16,-2 0-3 15,0-24-1 1,-1-10 6-16,-2-5-20 0,-5-6 14 16,-4-6 7-16,-8 0 12 15,-2 2 3 1,0 7 5-16,0 7 10 0,-4 8 20 16,-5 12 20-16,5 5-13 15,0 8-25-15,4 2-10 16,0 0-16-16,0 13-12 15,0 18-2-15,0 8 19 16,0 8 0-16,4 3-2 16,6 0-1-16,2-5 2 15,0-9-3-15,4-9 1 0,-2-5 0 16,0-11-1 0,-2-5 0-16,-3-6 0 15,0 0-2-15,-1-6 3 16,1-13 8-16,-5-6-6 15,5 0 0-15,-3 0 0 16,3 3-1-16,-7 7-1 16,2 5 1-16,-2 5 0 15,1 5 0-15,3 0-6 0,0 0-10 16,1 12 6-16,-1 4 11 16,7-4 0-16,-2-2-1 15,7-7 1 1,0-3-3-16,5 0 2 15,6 0 0-15,1-11 0 0,1-7-4 16,-8-1 2 0,-3-6-1-16,-7-2-2 15,-9-1 4-15,-4-2 3 16,0-1 1-16,0 6 2 0,-14 3 3 16,2 7 1-1,-1 11 5-15,-2 4-5 16,2 0-5-16,-2 13 0 0,6 11-3 15,1 1-2-15,8 2-3 16,0-3 2-16,0-1-1 16,17-2 0-16,7-2 1 15,4-4 1-15,4-5-1 16,13-9-5-16,2-1-29 16,-4 0-27-16,-9-13-70 15,-12 0-464-15</inkml:trace>
  <inkml:trace contextRef="#ctx0" brushRef="#br1" timeOffset="-109028.7">12451 6017 414 0,'0'0'87'0,"0"0"13"16,0 0-19-16,0 0-38 0,-13-2-22 15,13 0-18-15,0 2-6 16,0 0-7 0,6 0 9-16,18 0 3 0,6 0 2 15,13-4-5 1,7-4 5-16,3-1 1 0,-1-1-12 16,-4 0 12-16,-15 1-17 0,-20 3-210 15</inkml:trace>
  <inkml:trace contextRef="#ctx0" brushRef="#br1" timeOffset="-108179.9">14312 5817 402 0,'0'0'94'15,"0"0"-19"-15,0 0-2 16,0 0-14-16,-90-10-21 0,70 10-10 16,1 0 2-1,2 9-8-15,0 9-1 16,-1 4-13-16,6 7-5 15,-1 3-3-15,8 8-4 0,3-2 5 16,2-1-2 0,0-4 0-16,2-6-4 0,16-9 6 15,1-11-5 1,1-7-1-16,5 0 8 16,-2-11-2-16,1-14 6 0,-4-3-6 15,-10-4 4 1,-3-1 1-16,-7 0 0 0,0 0 6 15,-3 2 0-15,-9 6 2 16,-4 4-8-16,6 7-3 16,4 6-4-16,4 7-4 15,2 1-6-15,0 0-33 16,2 13-83-16,12 6-191 0</inkml:trace>
  <inkml:trace contextRef="#ctx0" brushRef="#br1" timeOffset="-107547.04">14484 6050 353 0,'0'0'109'16,"0"0"-48"-16,0 0-11 16,9-111-21-16,-9 69-10 15,0 1-5-15,-4 7 15 16,-14 4 24-16,1 7-17 15,4 11 5-15,3 2-3 16,0 9-13-16,10-1-20 0,0 2-12 16,0 0-7-1,6 0-1-15,12 0 10 0,6 0 4 16,2 2 1-16,0-1-2 16,-1-1-2-16,-5 0 0 15,-2 0 3-15,-4 0 3 16,-6 0-3-1,0 0 1-15,-2 6-2 16,-2 4-4-16,-2 8 2 16,2 3 3-16,1 5 3 0,4 2-1 15,1 1-1 1,1 2 0-16,6-2 0 0,-2-8 0 16,0-3 0-1,2-9-2-15,3-7-1 0,2-2-1 16,4 0-4-16,1-13 1 15,-1-8-6-15,-4-2 4 16,-5-4 1-16,-9 2 9 16,-8 3 3-16,0 3 13 15,0 2 20-15,0 5-2 16,0 0 2-16,-2 6-4 16,2 4-10-16,-2 2-1 15,2 0-7-15,0 0-12 16,0 14-18-1,0 10 8-15,0 2 10 0,11 6-3 0,6 4 1 16,0-3-1 0,1-6-1-16,0-4 0 15,2-7-5-15,-2-7-25 16,1-7-50-16,-6-2-92 16,-5-6-196-16</inkml:trace>
  <inkml:trace contextRef="#ctx0" brushRef="#br1" timeOffset="-107395.06">14996 5634 631 0,'0'0'95'0,"0"0"-9"16,0 0-35-16,0 0-30 16,-38-45-20-16,36 45-4 15,0 0-16-15,2 9-59 16,-2 9-184-16</inkml:trace>
  <inkml:trace contextRef="#ctx0" brushRef="#br1" timeOffset="-106852.54">15239 5798 580 0,'0'0'66'16,"0"0"-9"-16,0 0-10 15,0 0-36-15,0 0-10 16,0 0 0-16,-122 66 0 0,111-45-2 16,4-2 0-1,7-6 0-15,0-1-1 0,0-2-4 16,0-2 4-1,20-4-2-15,4-4-3 0,2 0-5 16,4 0-26 0,-2-12-24-16,-7-7 3 15,-1-4 50-15,-12-4 13 0,-4 4 5 16,-2 4 27 0,-2 1 32-16,0 6 11 15,0 2 10-15,0 8-32 16,0 2-19-16,0 0-25 0,0 0-15 15,0 8-11 1,0 20 5-16,0 3 9 0,2 8-2 16,5 8 1-1,-2 2 0-15,-1-1 0 0,-4-2 0 16,0-5 1-16,0-5 0 16,0-9 0-16,-4-2 0 15,-16-2 1-15,-4-8 0 16,-4-3 0-16,-2-9-1 15,1-3-8-15,3-1-22 0,8-30-77 16,10-15-34 0,8-5-159-16</inkml:trace>
  <inkml:trace contextRef="#ctx0" brushRef="#br1" timeOffset="-106602.41">15380 5798 519 0,'0'0'121'0,"0"0"-25"15,0 0 1-15,0 0-38 16,0 0-28-16,0 0-21 0,0 9-14 16,2 13-7-16,4 8 14 15,2 2-1-15,-1 5 0 16,2-4-1-1,-1-2-1-15,1-8 1 0,-3-4 1 16,5-9-7 0,-2-10-62-16,-3 0-352 0</inkml:trace>
  <inkml:trace contextRef="#ctx0" brushRef="#br1" timeOffset="-106412.42">15448 5559 777 0,'0'0'65'0,"0"0"9"0,0 0-30 16,0 0-32-16,0 0-17 16,0 0-16-16,-17-18-24 15,17 33-220-15</inkml:trace>
  <inkml:trace contextRef="#ctx0" brushRef="#br1" timeOffset="-105902.67">15530 5822 265 0,'0'0'39'0,"0"0"-1"0,0 0-16 16,0 0-11-1,0 0 3-15,0 0 5 16,94-12-8-16,-78 30 3 0,-8 1 0 16,-2 4-3-16,-1 2 9 15,-5 2 13-15,0-2 27 16,0-4-5-16,0-3-14 15,0-9-23-15,-5-3-8 16,3-6-6 0,2 0 2-16,0 0 15 15,0-15 43-15,0-12-31 16,16-6-16-16,0-2-9 0,2 4-3 16,-3 5 1-16,-4 3-4 15,-1 12 2-15,-1 5-1 16,-2 6-6-16,6 0-1 15,-1 0-1-15,1 10 0 16,0 9 2-16,3 8 0 16,-6 7 4-16,-4-1 1 15,4 3 0-15,-2-3 0 16,-2-8-1-16,10-6-2 16,-2-9-8-16,8-6-33 15,4-4-96-15,4 0-61 16,5-22-66-16</inkml:trace>
  <inkml:trace contextRef="#ctx0" brushRef="#br1" timeOffset="-105262.62">16156 5786 441 0,'0'0'61'16,"0"0"61"0,0 0-12-16,0 0-26 0,0 0-35 15,-41-59-24 1,24 59-12-16,-5 0-11 15,-2 20-3-15,4 8-8 16,-4 1 13-16,6 3-6 16,6-2 1-16,3-5 1 15,7-5 0-15,2-3-2 0,0-7 1 16,0-5 0 0,8-3-1-16,9-2-1 0,5 0 0 15,0-17-6-15,0-2-21 16,-8-5-4-16,-1 3 25 15,-6 4 10-15,-5 4 2 16,-2 2 3 0,0 10 2-16,0 1 4 0,0 0-7 15,0 0-14-15,0 17 3 16,-4 4 3-16,1 4 3 16,3 6 0-16,0-2-3 15,0-6 3-15,0-2 0 16,13-7-3-16,11-10 2 0,4-4-5 15,4 0-25 1,9-25-59-16,-3-6 17 16,-3-4 63-16,-7-11 7 15,-13-2 3-15,-6-5 10 16,-9-1 61-16,0 2 6 0,-4-1-20 16,-5 10 9-1,0 11-9-15,3 8 3 0,-1 13-4 16,5 3-22-1,0 8-4-15,2 0-7 16,0 0-13-16,0 4-12 16,0 28-17-16,0 13 2 0,2 17 22 15,9 8-6 1,0 6 2-16,-7-4-1 0,3-9 0 16,-3-11 0-1,0-7-1-15,0-11-8 16,-2-8-33-16,-2-13-103 0,0-13-135 15</inkml:trace>
  <inkml:trace contextRef="#ctx0" brushRef="#br1" timeOffset="-103926.83">17376 5853 346 0,'0'0'146'0,"0"0"-34"15,0 0-46-15,-23-17-29 16,7 15-1-16,-4-1-7 16,-3 3-1-16,-3 0-5 15,-4 0-7-15,0 3-3 16,0 11-5-16,2 4-6 0,4 1-1 16,7 0-2-1,6-3 0-15,5-2-1 0,6-5 1 16,0-1-5-1,10-6-1-15,18-2 7 16,7 0-1-16,8 0 0 16,-4-18 1-16,-3 0-6 0,-10 1-1 15,-8 2 8 1,-14 3 6-16,-4 3 2 16,0 4 8-16,0-1-1 15,0 3-3-15,0 3-8 16,0 0-10-16,0 0-4 15,0 9-3-15,0 11 13 16,0 10-1-16,0 8 0 0,0 7 0 16,0 3 0-1,8 6 1-15,-2 2-1 0,2 0-1 16,-4-5-5-16,-2-9-11 16,-2-5-62-16,0-12 7 15,0-11-10-15,-6-8 23 16,-12-6 64-16,0 0 5 15,2-8 11 1,0-13 30-16,4-9 7 16,6 0 15-16,6-5-31 15,0-5-26-15,1 1-11 16,21-3-4-16,7 4-2 0,7 3 0 16,4 0-2-16,-1 2-1 15,-3 6 3-15,-1 0 0 16,-10 3 2-16,-9 2-1 15,-5 2 2-15,-9 5 4 16,-2 3 2-16,0 5 2 16,-5 1 7-16,-9 5 3 15,-2 1-13-15,4 0-5 16,-2 0 0-16,2 0-2 0,8 1-2 16,0 5 1-1,4-2-3-15,0-4-5 0,22 0 2 16,22 0 6-1,5 0 5-15,5 0-3 0,-4-6-1 16,-10 1 1 0,-14-1-2-16,-13 6 1 15,-9 0-2-15,-4 0 2 0,5 0 0 16,-1 0 0 0,-4 6-1-16,0 14-2 0,0 5 2 15,0 6 2 1,-4 0 2-16,-3 4-1 15,0-6-1-15,7-4-1 16,0-3-1-16,0-5-2 16,7-4 0-16,12-3-32 15,10-4-41-15,5-6-30 0,14 0-74 16,7-10-105-16,3-11 89 16</inkml:trace>
  <inkml:trace contextRef="#ctx0" brushRef="#br1" timeOffset="-103562.27">18138 5928 537 0,'0'0'119'16,"0"0"-70"0,0 0 5-16,-113-24-4 0,90 24-25 15,0 0-12-15,3 12-11 16,5 6 0-16,6 3-3 16,4-2-2-16,5 2 0 15,0-1-1-15,0-5 4 16,8-1-2-16,10-6 1 0,7-3-1 15,3-5-15 1,-2 0-66-16,0-7-92 0,-10-16 46 16,0-1 92-1,-12-3 46-15,-4 4 31 16,0 2 53-16,0 5 26 0,0 4-37 16,0 6-24-16,0 5-28 15,0 1-24-15,0 0-21 16,0 19-3-1,0 3 24-15,0 1-6 16,0 2 2-16,8-4-4 16,12-7-8-16,8-7-40 15,13-7-79-15,11 0-14 16,3-13-8-16,-1-16 133 16</inkml:trace>
  <inkml:trace contextRef="#ctx0" brushRef="#br1" timeOffset="-103332.53">18456 5839 538 0,'0'0'161'15,"0"0"-77"-15,0 0-20 16,0 0-12-16,0 0-3 0,-37-76-18 16,37 76-10-16,0 0-2 15,0 0-10-15,0 8-10 16,0 19-17-16,0 11 15 16,2 12 6-16,11 9-2 15,0 5-1-15,1-2 4 16,-2-4-3-1,3-3 0-15,-2-7-1 0,-2-12 2 16,-3-7-1-16,-1-7-5 16,-2-9 3-16,-5-11-9 15,0-2-139-15,0-7-228 16</inkml:trace>
  <inkml:trace contextRef="#ctx0" brushRef="#br1" timeOffset="-102982.45">18391 5798 248 0,'0'0'18'16,"0"0"11"-1,0 0 15-15,0 0-16 0,123 0-14 16,-93 6 3-16,-4 1-3 16,-4 5 7-16,-10 6 3 15,-10 1 9 1,-2 5 37-16,0 1 37 0,-13 0-39 16,-8-2-31-1,-5-6-25-15,0 1-7 0,3-9-5 16,-1-7-1-16,5-2-46 15,6-2-312-15</inkml:trace>
  <inkml:trace contextRef="#ctx0" brushRef="#br1" timeOffset="-102384.9">18779 5625 645 0,'0'0'42'0,"0"0"8"15,0 0-31-15,0 0-19 0,0 0-10 16,15 51 12-16,-4-12-1 16,-3 9 2-1,1 0 3-15,0 0 2 0,-3-4 0 16,-2-6 6-1,-4-5 3-15,0-6 5 0,0-7-5 16,0-5-6-16,0-7-7 16,0-2-2-1,0-6 1-15,0 0 1 0,0-4 9 0,0-15 0 16,7-3-9 0,3-5-3-16,4 0 1 0,5-2-2 15,2-1 1 1,3 8-2-16,0 0 2 15,0 8 0-15,-6 2 0 16,-1 7-1-16,-3 5 0 16,-2 2-6-16,0 26-6 15,-4 4 12-15,3 9 2 16,-2 2 7-16,-3-1-4 0,2-3-2 16,-2-8 0-1,2-8-3-15,-4-5 0 0,-4-12-2 16,0-6-96-1,0 0-500-15</inkml:trace>
  <inkml:trace contextRef="#ctx0" brushRef="#br1" timeOffset="-94731.12">1415 7372 519 0,'-4'0'55'15,"1"0"34"-15,0 0-25 16,1 0-27-16,0 0-18 0,2 0-10 16,0 0-1-16,0 0-2 15,0-2-7-15,0-2 1 16,0-4-1-16,2 0 6 15,12-1-4-15,2-1-1 16,-2 1 0-16,3 3-1 16,1 6-1-16,-1 0-7 15,-1 0 6-15,3 9 2 16,-3 10 1-16,-4 3-2 16,-4 1-2-16,-8 8 5 15,0 1-13-15,-4 4 22 0,-16 3-3 16,-3 1-9-1,-3-1 16-15,4-4-14 0,3-8 3 16,6-7 0 0,7-7-2-16,2-9-8 15,4-2 8-15,0-2-2 0,0 0-9 16,0 0 4 0,6 0-3-16,13 0 8 15,9 0 8-15,4-4-6 16,5-7 1-16,0-5 0 15,-1 3-10-15,-4-1-44 16,-8 0-101-16,-13 4-75 0</inkml:trace>
  <inkml:trace contextRef="#ctx0" brushRef="#br1" timeOffset="-94112.24">1646 7236 473 0,'0'0'68'0,"0"0"16"15,0 0-14 1,0 0-28-16,0 0-11 16,-128-40-9-16,103 36 18 15,-1 4-7-15,-7 0-11 16,2 2-9-16,-7 15 11 16,3 4-6-16,6 7-13 0,6 4-11 15,5 8-9-15,6 7 21 16,8 14-12-1,4 3 6-15,0 4-1 16,2-1 3-16,23 1-7 16,10-8 2-16,12-9 1 15,7-12 4-15,6-3-3 16,2-16 4-16,-3-5-3 16,-1-14 0-16,-9-1-1 15,-1 0 0-15,-12-19-3 0,-2-10 1 16,-4-8 0-1,-6-5 1-15,-3-8 2 0,-5-7 3 16,-8-3-3-16,-8 0 3 16,0-4-3-1,-4 5 1-15,-20 0 4 0,-8 10-1 16,-5 5 2-16,-1 7 12 16,1 9-1-16,-3 6-3 15,7 6-2-15,0 11-2 16,5 5-15-16,0 0-7 15,-2 23-23-15,2 6-119 16,1 5-556-16</inkml:trace>
  <inkml:trace contextRef="#ctx0" brushRef="#br1" timeOffset="-88245.75">2513 7459 613 0,'0'-17'10'0,"0"-1"-5"0,0 1-1 16,10 3-5-16,3 3-5 16,-2 3 1-1,2 8-3-15,0 0-6 16,0 2 1-16,-1 23 4 0,2 8 12 16,-2 4 4-16,-1 1-10 15,-4 3 14-15,-1-5 6 16,-4-6-10-16,-2-7-18 15,0-5 39-15,0-9-19 16,0-1-5-16,0-6 3 16,0-2 1-16,0 0 7 15,0 0 21-15,0 0 42 16,0-13-11-16,0-11-29 0,0-11-27 16,0-3-7-1,0-4-4-15,2 0 0 0,4 6-1 16,4 4 0-1,-2 7-2-15,0 6 1 16,4 5-1-16,-2 11-1 16,1 3-6-16,4 0-6 0,0 19 2 15,0 10 9-15,2 8 3 16,-1 0 1 0,-6-1-2-16,-2-3 4 15,0-8 3-15,-4-6-1 0,-2-7-2 16,-2-5 0-1,2-4-2-15,-2-3 1 0,0 0 5 16,0 0 7-16,0 0 0 16,0-16 0-1,0-9-4-15,0-3-9 0,0-6 0 16,0 4 0-16,0 5 0 16,0 5 2-16,0 8-1 15,0 6-1 1,0 5-2-16,0 1-3 0,0 0-5 15,10 0-4-15,8 9 10 0,4 11 4 32,-1 5 0-32,0 7-2 0,-1-2 0 15,-7 4 2-15,-1-3 1 16,-5 0 1-16,-3-5-1 16,-1-3-4-16,-3-2 5 0,0-5-9 15,0-3-58 1,0-3-28-16,0-8-10 0,0-2-96 15,0 0-70 1</inkml:trace>
  <inkml:trace contextRef="#ctx0" brushRef="#br1" timeOffset="-87932.33">3163 7408 699 0,'0'0'67'0,"0"0"17"0,0 0-13 15,0 0-48 1,-3-5-19-16,1 5-11 16,2 5-4-16,0 15 6 15,0 4 6-15,0 6-2 0,0 3 1 16,0-1 2-16,0-4-2 15,0-3 2-15,0-3-4 16,0-8 1-16,0-1-3 16,5-5 0-16,1-5 2 15,0-3-7-15,-2 0-39 16,0-3-128-16,-4-25-92 16,0-9-128-16</inkml:trace>
  <inkml:trace contextRef="#ctx0" brushRef="#br1" timeOffset="-87633.05">3038 7188 630 0,'0'0'87'16,"0"0"-37"-16,0 0-39 15,0 0-24-15,0 0-5 16,0-2 14-16,14 2 3 15,4 0-10-15,-1 0 3 16,0 0-11-16,-6 0 1 16,-5-9 7-16,-3-5 20 15,-3-7-8-15,0 1 25 0,0 3 3 16,-9 1 14 0,-4 5 5-16,0 0-5 15,0 11-23-15,-1 0-15 0,0 3-6 16,2 18-14-16,8 6-64 15,0 6-197-15</inkml:trace>
  <inkml:trace contextRef="#ctx0" brushRef="#br1" timeOffset="-87013.4">3400 7443 612 0,'0'0'34'15,"0"0"8"-15,0 0-30 16,0 0-26-16,0 0-5 16,0 10 21-16,12 18 5 0,1 0-2 15,-2 5-4 1,-5-1 5-16,0-6-2 0,-6-4 2 16,0-5-1-16,0-7 2 15,0-2-1 1,0-7 3-16,0-1-1 0,0 0 6 15,0 0 18-15,0-7 19 16,0-20-16-16,0-9-24 16,0-3-8-1,0-6-3-15,2 0 0 0,3 10 2 16,6 6-2-16,-1 8-2 16,1 7-1-1,2 7-3-15,0 4 1 0,5 3-1 16,-2 0-1-16,4 14 0 15,2 11 5-15,-1 10 4 16,-2 8 2-16,-4-1-4 16,-4-2 6-16,0-4-4 15,-7-3 0-15,-2-6-2 16,0-8 1-16,-2-1-1 16,0-3 0-16,0-5-2 15,0 0-19-15,0-9-154 16,0-1-271-16</inkml:trace>
  <inkml:trace contextRef="#ctx0" brushRef="#br1" timeOffset="-86096.03">4440 7506 442 0,'0'0'53'0,"0"0"13"16,0 0-28-16,0 0-27 15,7-66-6-15,8 64-4 16,-1 2-3-16,6 0-1 0,0 15 3 16,1 13 0-16,1 4 6 15,-3 5 2-15,-4-2-3 16,-4-2 0-16,-2-4 5 15,-5-10-3-15,-4-5-3 16,2-5-1 0,0-5 6-16,-2-4 3 0,0 0 7 15,0 0 9 1,0-4 19-16,0-17-12 0,0-6-27 16,0-8-7-16,0-4 1 15,0 1-2-15,0 3 1 16,0 4-1-16,2 10 0 15,0 7 2-15,-2 6-3 16,4 5 0-16,4 3-4 16,2 0-6-16,2 9-2 15,6 17 10-15,0 10 4 16,3 7 0-16,-4 1 2 0,-2-1-2 16,-4-4 3-1,-2-8-3-15,-1-8 0 0,-2-4-1 16,-1-6 0-1,-1-3-1-15,1-6 1 0,-5-2-6 16,4-2-50 0,-4 0-98-16,2-16-45 15</inkml:trace>
  <inkml:trace contextRef="#ctx0" brushRef="#br1" timeOffset="-85696.56">4999 7447 639 0,'0'0'74'0,"0"0"-16"16,0 0-22-16,0 0-29 15,0 0-10-15,-51 45 1 0,49-20 0 16,2 5 1-1,0 1 0-15,0 1 2 0,4 1-1 16,7-4 0-16,4-4-4 16,0-5 1-16,3-7 3 15,0-3-7-15,2-10 6 0,0 0 1 16,-1 0 2 0,-2-22 3-16,-4-4 2 0,-7-9 0 15,-1-4-1 1,-5-1 2-16,0-3 5 15,-13 7 16-15,-4 0-1 16,-3 13-6-16,-6 5-4 16,0 14-8-16,3 4-9 15,-3 0-8-15,7 18-16 16,4 1-182-16</inkml:trace>
  <inkml:trace contextRef="#ctx0" brushRef="#br1" timeOffset="-84402.44">5988 7417 475 0,'0'0'90'16,"0"0"23"-16,0 0-54 15,0 0-38-15,0 0-5 16,-16-10-7-16,6 10-4 16,-4 11 2-16,4 13-5 15,2 6 2-15,-2 4-1 16,10 1-2-16,0-1-1 16,0-3-1-16,10-4-2 15,6-9 1-15,6-1 3 16,0-5 3-16,1-9-3 15,1-3-4-15,0 0 1 16,-5 0-3-16,0-13 1 0,-3-6-6 16,-6-4-4-1,-4-1 9-15,-6 1 5 0,0 2 1 16,0 2 3-16,-10-1 2 16,-12 5 4-1,0 1 6-15,-3 3-5 0,1 1-3 16,3 2-4-1,2 4 3-15,3 2-3 0,6 0-4 16,8 2 2 0,0 0 0-16,2 0-1 0,0-2-1 15,0 1-1 1,2-4-7-16,17-2 1 16,4-3 7-16,12-3 0 15,8-11-4-15,6-8 1 0,1-1 2 16,-1-4-4-16,-3-1-19 15,-12 0-7-15,-8 3 28 16,-16 4 5-16,-5 4 1 16,-5 2 2-16,0 4 8 15,0-1 18-15,-2 6 26 16,-7 3 5-16,3 4-28 16,-3 3-6-16,4 5-10 15,1-2-1-15,2 1-9 0,0 2-5 16,0 0-5-1,0 6-4-15,0 18-8 16,0 9 18-16,2 13-8 16,0 8 3-16,0 6 0 15,2 4 2-15,10 1 0 16,4 1-1-16,-4 4 0 16,2-6 2-16,-4-2-1 15,3-6 0-15,-4-4-2 16,2-9 0-16,1-8 1 0,3-7 0 15,0-4-3 1,3-8 3-16,-6-7-2 0,4-5 1 16,-6-4-1-1,4 0-2-15,-6 0 0 16,3-16 0-16,2-3 1 0,-7-3 0 16,1-7-3-16,-7 1 0 15,0 3 2-15,0-3 4 16,-9 5 2-16,-13 4-1 15,-4 6 1-15,0-3 0 16,-2 5 0-16,5 4-1 16,6 2 1-1,2 3 0-15,4-2-2 0,3 4-1 16,5-2 1-16,-1 2 0 16,0 0 0-16,4 0 1 15,0 0-2-15,0-5 0 16,0 1-3-16,19-4-4 0,9-9 5 15,2 1 4 1,4-3-2-16,-1-1-1 16,-7 2-4-16,-9 8 2 15,-5 3-3-15,-5 3-8 16,-7 4 6-16,0 0 1 16,0 0-20-16,-8 6-29 15,-12 6-145-15</inkml:trace>
  <inkml:trace contextRef="#ctx0" brushRef="#br1" timeOffset="-83032.99">7315 7519 320 0,'0'0'29'16,"0"0"-17"-16,0-8 25 16,0 6-12-16,0 2-15 0,0-2 4 15,0 1 2-15,0-1 2 16,9-3 13-16,12-6 22 15,4-2-7-15,6-5-23 16,1-3-5-16,0-4-12 16,-4 2-3-1,-6 2-1-15,-6 1 4 0,-12 4 9 16,-4 2 52-16,0 1 3 0,0 3-30 16,-2 4-6-1,-14 4-16-15,-1 2-12 16,-2 0-7-16,-5 11 6 15,3 8 2-15,1 3-5 0,5 6-1 16,0-1-1 0,7 2-2-16,6 2 2 0,2 2-1 15,0-2 0 1,0 1-1-16,8-6 2 16,9-2-2-16,9-12 0 15,4-4-1-15,6-8 0 16,8 0 1-16,5-8-5 0,3-17-20 15,-3-4-105-15,-5 1-89 16,-1-2 3 0,-13 0 57-16,-7 7 100 15,-8 1 68-15,-4 6 59 16,-9 5 63-16,-2 2-4 0,0 0-23 16,0 4 19-16,0 1-31 31,-8 1-34-31,-10 3-23 0,-3 0-11 0,-4 0-10 15,-1 21 1-15,-3 4-1 16,3 4-6 0,2 1-2-16,8 2-3 0,2-4-1 15,10 0-2 1,4-7-2-16,0-3 2 0,4-7-1 16,16-5 0-1,4-6 0-15,4 0 1 0,0-6-3 16,-2-18-2-16,1-8-24 15,-5-7-11-15,-9-7 0 16,-5-6 21-16,-8-1 22 16,0-1 5-16,0 2 7 15,-13 5 12-15,-2 8 11 16,3 9 7-16,0 5-5 0,3 7-5 16,4 8-9-1,1 5 9-15,4 3-1 0,-3 2-5 16,3 0-22-1,0 25-15-15,0 11 11 16,0 11-1-16,7 10 2 16,14 2-2-16,3 2 0 15,2 0 0-15,2-8-1 16,2-7 0-16,4-7-3 16,-2-8-28-16,-1-12-99 15,1-11-154-15</inkml:trace>
  <inkml:trace contextRef="#ctx0" brushRef="#br1" timeOffset="-81812.65">8337 7341 515 0,'0'0'78'0,"0"0"1"0,0 0-11 16,0 0-37-16,-90-19-14 16,66 19-8-16,0 13 2 15,1 6 4 1,4 3-5-16,8 1-3 0,-1 2-4 16,6-2-2-16,4 2 0 0,2-1-2 15,0-3-1 1,0-2 1-16,15-6-2 15,4-8-2-15,10-5 1 16,3 0 3-16,-2-18 1 16,-2-9-5-16,-8-1-4 15,-8-6 9-15,-8 4 3 16,-4 2 3-16,0 6 2 0,0 8 8 16,0 3 1-1,0 7 22-15,0 1 1 16,0 3-18-16,0 0-9 15,0 0-7-15,0 6-8 0,0 14-3 16,5 12 4 0,8 9-1-16,0 6 2 0,2-1 1 15,0 5 0-15,0 0-1 16,0-2-1 0,-7-5 1-16,-2-1-1 0,-3-4-5 15,-3-7-2 1,0-2-11-16,-13-8-10 0,-6-3-1 15,-5-4 16-15,-1-13 12 16,3-2 2-16,1 0 0 16,1-8 0-1,4-14 1-15,6 3-1 16,4 0-1-16,6-2 2 0,0 4-2 16,0-2 0-16,24-3-1 15,6-3 2-15,6-1-1 16,3-1 1-16,1-4-1 15,0-1 1 1,-6 0 0-16,-4-3 0 0,-6-2 0 16,-5-1 0-16,-6 1 1 15,-7 2-1-15,-1 4 2 16,-5 6-1-16,0 3 3 16,0 7 2-16,-13 8 5 15,-4 1 4-15,-1 6-4 16,1 0-2-16,0 0 2 15,4 0-6-15,0 0-3 16,2 8-3-16,7 9-1 0,0 2 1 16,2 4-2-1,2 2 1-15,0 3-1 0,8-3 0 16,10-5 1-16,3-2 1 16,-2-8 0-1,5-4 1-15,-7-2-1 0,-4-2-1 16,2-2-1-16,-2 0 0 15,0-10 2-15,-3-9 2 16,4-8-1 0,-4-6 1-16,-6-4-1 0,3 0 3 15,-4 3-1 1,-1 2-1-16,-2 9 2 16,0 8 5-16,0 5-1 15,0 7-5-15,0 3-1 0,0-3 0 16,0 3-1-16,2 0 0 15,6 0-4-15,3 0-1 16,2 0 3-16,2 9 0 16,4 4 1-16,5 2 2 15,-5-2-2-15,-1 3 2 16,0-3-1-16,0 2 0 16,-3 0 2-16,-4 4-4 15,-5 3 2-15,-4 1 2 16,-2 0-1-16,0 0 1 15,0-2 2-15,-8-3 0 0,-5-3-2 16,4-1-1 0,-3-4-1-16,2-1 0 15,0 0-1-15,0-6-17 16,0-3-306-16</inkml:trace>
  <inkml:trace contextRef="#ctx0" brushRef="#br1" timeOffset="-79869.5">9765 6975 584 0,'-2'-9'69'0,"0"0"-9"16,0 0 8-16,0 5-9 16,2 2-13-16,-2 0-14 15,2 2-12-15,-2 0-8 16,0 0-12-16,0 23-6 15,0 11 13-15,0 10-5 16,-1 10 2-16,3 8-1 16,0 2 1-16,0 1-4 15,0-2 2-15,3-7-1 0,5-4-1 16,0-10 1-16,1-10-1 16,-2-7 1-16,-3-6-1 15,0-6 0-15,-2-2 0 16,-2-6-2-16,0-5-44 15,0 0-264-15,-8 0-301 16</inkml:trace>
  <inkml:trace contextRef="#ctx0" brushRef="#br1" timeOffset="-79314.97">9554 7432 532 0,'0'0'37'16,"0"0"-4"-16,0 0-23 16,0 0-15-16,0 0 8 15,61-43-1-15,-27 37 1 16,10-3-1-16,0 1-1 16,6 0-1-16,0 0 3 15,-5-1-3-15,-5 3 0 16,-11 0 0-16,-10 5-1 15,-8 1 0-15,-7 0 3 16,-2 0 2-16,-2 0 1 16,0 0 4-16,0 0 5 0,0 0 4 15,0 0 3 1,0 0 6-16,0 7-4 16,-2 8 1-16,-4 2 3 0,1 5-14 15,1 2-8 1,4-1-5-16,0 2 0 15,0-2-1-15,0-1 1 16,9-1-1-16,1-4 2 0,1-4-2 16,2-3-1-1,0-8-1-15,2-2 0 0,3 0 1 16,-4-9 7 0,4-13-1-16,-6-3-1 0,2-2-4 15,-8-2 3-15,-4 0 1 16,-2 2 4-16,0 0 0 15,0 2 9-15,-13 4 26 16,-4 3-11-16,-1 5-17 16,-5 8-6-16,-5 5-8 15,-4 0 0-15,0 24-3 16,4-2-14-16,8-4-203 16</inkml:trace>
  <inkml:trace contextRef="#ctx0" brushRef="#br1" timeOffset="-78301.07">10715 7556 541 0,'0'0'-15'16,"0"0"22"-16,0 0 2 0,0 0-3 15,44-35 5-15,-20 13-4 16,2-14 4-16,-4-5-2 16,-7-5 3-16,-2-8 11 15,-11-5 22-15,-2-4 14 16,0 2 0-16,0 4-32 16,-15 9-5-16,4 8 20 15,-1 15 4-15,4 8-21 16,2 7-7-1,2 6-3-15,4 2-13 0,-2 2-2 0,2 0-7 16,0 8-4 0,0 20 3-16,0 10 8 15,2 13 2-15,6 10-1 0,-1 9 0 16,4-2 0 0,-1 0 0-16,-3-7-1 0,0-7 1 15,1-9 0 1,-4-9-1-16,0-11 1 0,-1-11 0 15,-3-2-1 1,2-9-2-16,-2-3 2 16,0 0 4-16,0-18 1 15,2-13 3-15,5-8-8 0,-1-5 1 16,0-5-1 0,1 2 0-16,1 8 1 15,1 9-1-15,-2 5-1 16,5 5 0-16,0 5-2 0,4 1 2 15,0 3-3-15,2 3 2 16,-2 8 0 0,-1 0-2-16,0 4-6 15,-6 21 3-15,-1 5 6 0,-6 1 1 0,-2 1 1 32,0-4 0-32,0-5 2 15,0-6-4-15,0-6 1 16,-4-1-2-16,-9-4-1 0,-6-4 5 15,-4-2-1-15,1 0 2 16,2 0-1-16,3 0 3 16,4-4-1-16,5-2 0 15,3 0-2-15,5 3 0 16,-2 0-2-16,2 3 0 0,0 0-3 16,0 0-6-1,15 3-4-15,9 14 11 0,6 6 2 16,6 6 1-1,1 6-1-15,0-2 1 16,0-4 0-16,-7-4 0 16,-2-5 0-16,-7-9-2 0,-4-5 2 15,-6-4-1 1,-7-2-1-16,-2 0-2 16,-2 0-54-16,0-2-180 15</inkml:trace>
  <inkml:trace contextRef="#ctx0" brushRef="#br1" timeOffset="-77180.49">11324 7511 429 0,'0'0'24'0,"0"0"9"16,0 0 1-16,0 0-7 0,56-69-12 15,-33 49-5 1,-4-1-4-16,-3-6-1 0,1-3-2 15,-9 2 0 1,-4 3 4-16,1 3 12 16,-5 2 29-16,0 7 26 15,-2 4-2-15,-15 6-29 16,-3 0-12-16,-1 3-14 16,1 0-4-16,1 0-1 15,2 0-6-15,5 0-2 0,4 0-4 16,2 8-1-1,4 10-3-15,2 4 1 0,0 8 0 16,0 3-1 0,2 7 4-16,12-4 1 15,4 3 0-15,2-5-2 16,1-6 0-16,3-8 2 16,-1-7-1-16,-1-2-1 0,-3-8 1 15,1-3 1 1,-4 0 0-16,2 0 1 15,4-12-1-15,1-11-1 16,10-4 1-16,-1-8-1 16,5 0 0-16,-5-1-2 15,-6 2 4-15,-10 4-2 0,-7 5 3 16,-4 5-1 0,-5 1 3-16,0 0 0 0,0 2-1 15,-5 2 2 1,-10 0 2-16,1 5 8 0,-6 3 4 15,0 7-5-15,-1 0-7 16,-1 0-5 0,1 15 0-16,6 4-5 0,2 1 3 15,4 2-3-15,5 0 1 16,4 3-1-16,0 4-1 16,0 3 3-16,4-2-2 0,9 1 3 15,9-7-2 1,1-7 0-16,3-11-3 0,3-6 1 15,-1 0 0 1,-5 0-4-16,-4-17-7 16,-2-3-22-16,0-7 3 15,-2-4 26-15,3-11 6 16,0-5 1-16,-4-7 0 0,4 3-1 16,-6 5 2-1,-6 9 0-15,-1 12 5 0,-5 9 7 16,0 7 16-16,0 4 20 15,0 4-13 1,0 1-13-16,0 0-13 16,0 0-10-16,0 20-9 0,0 16 4 15,0 9 4 1,0 5 3-16,0 7 0 16,0-2 1-16,0-3-1 15,0 3 1-15,7-3-3 16,-3 0 2-16,2-1 0 0,1-1-1 15,-4-8-1 1,0-7-1-16,-3-6 1 0,0-11 0 16,0-6 0-16,0-11-1 15,0-1-3-15,0 0-9 16,0-23-76-16,0-10-95 16,0-17-241-16</inkml:trace>
  <inkml:trace contextRef="#ctx0" brushRef="#br1" timeOffset="-76852.6">11837 7269 623 0,'0'0'3'0,"0"0"7"16,0 0 14-16,0 0-4 0,30-72-11 15,-12 65-5 1,6-1 0-16,0 0-3 15,3 2 1-15,3 3-1 16,0 1 0-16,0 2 0 16,-8 0-1-16,-2 2 1 15,-8 13 0-15,-2 2 2 16,-6 3 3-16,-4 1 0 16,0 7 2-16,-5 0 0 15,-14 6 2-15,-5-1-5 16,-2 5 1-16,-2-3-4 0,2-10 0 15,3-3-2-15,1-13 1 16,8-9 1 0,0 0-12-16,8-27-439 0</inkml:trace>
  <inkml:trace contextRef="#ctx0" brushRef="#br1" timeOffset="-75529.43">12735 7003 515 0,'0'0'67'0,"0"0"-5"0,0 0-10 0,0 0-5 15,-15-17-10 1,15 17-19-16,-2 2-14 16,2 26-4-16,0 10 3 15,0 13 0-15,0 11 0 16,0 6 1-16,0 1-2 0,17-6-2 16,4-10 1-1,3-10-3-15,6-18 0 0,2-13-3 16,3-12 2-1,1-6-4-15,-4-25 0 0,-4-10-6 16,-6-9-15 0,-8-6 18-16,-10-4 11 0,-4-2 4 15,0 2 4 1,-4 4 0-16,-6 12 5 0,0 9 9 16,2 8 9-1,2 12 7-15,4 8 8 16,2 5 2-16,0 2-16 0,0 0-20 15,0 19-21 1,0 20-6-16,0 11 14 0,14 16 2 16,3 6 0-1,0 0-2-15,3-7 0 16,-1-11 0-16,2-11 0 0,-4-14-2 0,-3-11 2 16,-2-11-2-1,0-7 0-15,-4 0 0 0,2-5 4 31,-4-17 4-31,6-5-6 0,-4-2 1 16,1 2 0-16,-4 4 0 16,-1 5-1-16,-2 9 0 15,0 0 1-15,-1 9-2 16,2 0 0-16,1 9-9 16,3 10 4-16,-1 4 7 15,9 1-1-15,2-5 2 16,7-8-4-16,6-7-1 15,4-4 3-15,4 0 1 16,2-15-2-16,-3-9 1 0,-3-1-2 16,-8-4-2-1,-6-1 1-15,-8 0 1 0,-10-1 4 16,-2 4 3-16,0 4-1 16,-14 6 7-1,-8 3 2-15,-2 4 5 0,5 8 9 16,0 2-3-1,-1 0-15-15,9 6-3 0,5 17-3 16,6 5-5 0,0 6-2-16,2 5 4 15,20 2 0-15,10-3-1 16,7-4 1-16,6-8-2 16,9-10 1-16,6-10-2 0,-4-6-31 15,-4-2-141-15,-11-19-217 16</inkml:trace>
  <inkml:trace contextRef="#ctx0" brushRef="#br1" timeOffset="-75163.72">12675 7322 660 0,'0'0'98'0,"0"0"-27"0,0 0-45 15,-7-5-22 1,7 4-8-16,0-4-4 0,9 1 9 16,13-3 7-1,12 1-6-15,5 0 0 0,7 1-2 16,4 0-2-16,-11-4-49 16,-7 0-722-1</inkml:trace>
  <inkml:trace contextRef="#ctx0" brushRef="#br1" timeOffset="-73816.49">14895 7184 509 0,'0'0'84'0,"0"0"-14"15,0 0-7-15,0 0-8 16,0 0-7-16,-114-85-20 16,84 81-2-16,-6 4-11 15,1 0-5-15,-6 6-4 0,6 15-4 16,3 6-1 0,9 4-1-16,6-2-2 15,8 3-2-15,9-4 1 16,0-5 0-16,4-5-1 0,18-9 0 15,7-9 0 1,9 0 2-16,0-9 0 16,1-18-3-16,-5-3-10 15,-6 1-5-15,-12 1 18 0,-6 6 8 16,-10 7 7 0,0 7 10-16,0 2 14 15,0 4 13-15,0 1-16 0,0 1-26 16,0 0-17-1,4 23-4-15,2 9 9 0,10 12 7 16,-1 7-2 0,2 7 1-16,3-1-2 0,-3-1 3 15,0-4-2 1,-4-10-1-16,0-2-2 16,-9-12-5-16,-4-6-11 0,0-6-40 15,-4-11-4-15,-20-5 29 16,-6 0 31-16,0 0 6 15,0-17 2-15,6-6 6 16,4-2 9-16,12-3-4 16,6 2-10-16,2-6-2 15,0 1-2-15,18-3-1 16,14-5-2-16,6 0 0 0,7-6-2 16,3 2 2-1,0 4 1-15,-10 3-2 16,-10 11-1-16,-11 4 1 15,-8 9 3-15,-9 4 4 16,0 8 1-16,0 0 0 16,-7 0-2-16,1 0-1 0,4 0-3 15,-1 0-3 1,3 0-2-16,0 0-1 16,0 0-1-16,7 0 1 15,21 0 5-15,14-3 0 16,12-9 1-16,7-1 0 15,-1-7-6-15,-8 2 6 16,-11 5-2-16,-15 3 1 0,-16 4 2 16,-10 6 8-1,0 0-6-15,0 0 1 0,-10 9 12 16,-10 14-2-16,-1 12-10 16,-3 7-4-16,2 8-1 15,8 4-1-15,2-1 2 16,6-8-2-1,6-7 0-15,0-11-2 0,4-11-2 16,16-11 2 0,8-5-4-16,0 0-17 15,6-17-97-15,-1-8-183 16,3-6-76-16</inkml:trace>
  <inkml:trace contextRef="#ctx0" brushRef="#br1" timeOffset="-73196">15620 7180 478 0,'0'0'177'0,"0"0"-99"15,0 0-16 1,0 0-9-16,-99-31-12 16,77 31-5-16,2 2-17 15,0 15-15-15,9 7-4 16,0 3-1-16,9 1-3 16,2-1 3-16,0-4-1 15,0-4 1-15,18-3 1 16,0-7-3-16,6-8-3 15,0-1-20-15,-2 0-70 0,-3-11-23 16,-6-10-9 0,-2-6 90-16,-11-2 46 0,0-1 26 15,0 3 29-15,0 1 19 16,0 8-14-16,-5 4-4 16,1 9-18-1,2 5-17-15,0 0-17 16,2 0-15-16,0 11-2 0,0 9 4 15,0 1 1-15,13 2 1 16,2-3 0 0,4-2-1-16,3-7-4 15,8-6-9-15,8-5-10 0,8 0 11 16,3-14-14 0,-1-14-71-16,-6-1-62 0,-7-6 107 15,-18 0 51-15,-13 2 35 16,-4 0 85-16,0 8 28 15,-4 3-52-15,-6 4-17 16,-2 5-26-16,6 7-23 16,4 3-10-16,2 1 1 15,0 2-7 1,0 0-9-16,0 14-8 0,0 16-12 16,0 15 16-1,8 10 5-15,4 5 3 0,-2 5-4 16,3-4-2-16,-2-8 0 15,2-6-1-15,-5-8 0 16,-1-8 0-16,0-8 0 16,-3-6 0-16,-2-9-4 15,-2-8-30-15,2 0-209 16,0-23-208-16</inkml:trace>
  <inkml:trace contextRef="#ctx0" brushRef="#br1" timeOffset="-72912.59">15917 6992 610 0,'0'0'25'0,"0"0"3"16,0 0-15-16,0 0-8 15,75-14-2-15,-49 20 1 16,-2 4 0-16,0 6-1 15,-3-4-3-15,-4 2 3 16,-4 6-3-16,-10 3 0 0,-3 9 2 16,0 4 2-16,-22 5 5 15,-4 2-2-15,-4-7 0 16,2-4-5-16,6-14-3 16,8-7-12-1,7-11-221-15</inkml:trace>
  <inkml:trace contextRef="#ctx0" brushRef="#br1" timeOffset="-72429.32">16305 6907 783 0,'0'0'18'16,"0"0"9"-16,0 0-16 16,0 0-19-16,0 0 6 15,-7 60 7-15,7-11 1 0,2 5 0 16,3 4 4-16,-1-6-1 16,0-5 0-1,-4-8 3-15,0-6-2 16,0-10-5-16,0-10 1 0,0-4-3 15,0-3-2-15,0-6-2 16,9 0 1 0,4-15 1-16,4-13 9 0,2-4-5 15,4-8-4 1,3-1-1-16,-2 6 2 0,-2 6-2 16,-5 10-2-1,-4 5 2-15,-2 10 0 0,-3 4-2 16,-1 6-3-16,-3 17 4 15,3 4 5 1,-1 4 2-16,0 0 1 0,-2-4-4 16,-1-2-1-16,2-2-1 15,-1-3 1-15,-2-2-2 16,-2-6-1-16,0-7-68 0,0-5-781 16</inkml:trace>
  <inkml:trace contextRef="#ctx0" brushRef="#br1" timeOffset="-71630.86">17479 7126 560 0,'0'0'-9'16,"0"0"5"-16,0 0 4 16,0 0-8-16,0 4 7 15,13-4 5-15,0 0 3 16,-2 0 2-16,-3-10 18 16,-6-1 28-16,-2-3 24 0,0 3 19 15,-12 3-33 1,-6 2-40-16,-6 3-3 0,4 3-11 15,-2 0 1 1,0 9-12-16,5 12-1 0,2 6 0 16,2 4-3-16,3 2 2 15,8 0 1 1,2 2-1-16,0-3-1 16,8-1 3-16,18-3-3 0,8-8 1 15,5-5-1 1,6-12-9-16,4-3-75 0,3-3-173 15,-5-21-280-15</inkml:trace>
  <inkml:trace contextRef="#ctx0" brushRef="#br1" timeOffset="-71352.18">17753 7147 640 0,'0'0'103'0,"0"0"-20"15,0 0-21-15,0 0-32 16,0 0-21-16,-104 37-7 0,100-6-4 15,4 3 0 1,0 2 3-16,0-2-3 16,22-3 1-16,8-11 0 15,2-7 1-15,2-7 2 16,-3-6-2-16,-3 0 1 16,-12-13 1-16,-4-7 5 15,-12-7-2-15,0 2 0 0,0-1 3 16,-22-2 3-1,-2 3-4-15,0 3-9 0,7 1-2 16,9 4-31 0,6 1-285-16</inkml:trace>
  <inkml:trace contextRef="#ctx0" brushRef="#br1" timeOffset="-70916.33">17970 7117 698 0,'0'0'21'0,"0"0"-12"15,0 0-10-15,0 0 0 16,0 0 4-16,67 40-1 16,-53-5 0-16,2 4 2 15,-6-1 0-15,-3-3-1 16,-3-4-1-16,-3-5-1 15,3-5 3-15,-4-10-1 16,0-3 0-16,0-6-2 16,0-2 3-16,0 0 3 0,0-6 7 15,0-17 12 1,6-10-18-16,2-9-5 16,6-3-2-16,-4 4 0 15,3 5 0-15,-2 10 1 16,-2 9 4-16,-3 9 18 0,0 8-10 15,3 0-11 1,3 2-7-16,1 15 4 16,5 9 1-16,0 0 3 15,-4 8-1-15,-5-2 0 16,0-1-1-16,-3-1-1 0,-4-1 1 16,5-10-17-1,1-6-330-15</inkml:trace>
  <inkml:trace contextRef="#ctx0" brushRef="#br1" timeOffset="-70446.12">18344 7180 791 0,'0'0'6'16,"0"0"4"-16,0 0-8 0,0 0-2 15,0 0-1-15,75-23 1 16,-55 52-1-16,-7 6 2 16,0 4 3-16,-7-5-1 15,-4-3 2-15,0-7-3 16,1-9 3-16,-3-7 2 16,0-6 1-16,0-2 10 15,0 0 33-15,0-4 24 0,0-17-39 16,0-9-25-1,0-6-4-15,0-5-6 0,11-4-2 16,6 5 2 0,0 1 0-16,-2 12-2 0,0 8-1 15,-4 13 1 1,1 6-2-16,0 0-4 16,2 23 6-16,0 10 0 15,0 8 3-15,-1 5-1 16,0 1 1-16,-6 1-2 15,1-8 1-15,-1-2-2 16,-1-9-8-16,-1-12-52 0,5-11-156 16,3-6-400-1</inkml:trace>
  <inkml:trace contextRef="#ctx0" brushRef="#br1" timeOffset="-70063.26">18932 7313 419 0,'0'0'19'0,"0"0"6"0,0 0 5 16,0 0-3-16,0 0-15 15,113-81-3-15,-97 55 5 16,-10 0 32-16,-6-1 23 16,0 4-3-16,0 4-2 15,-10 1-7-15,-10 7-19 16,1 7-12-16,-3 4-10 16,3 0-10-16,2 10-1 15,3 13-3-15,8 5-1 16,2 7 0-16,4 2 1 15,0 6 1-15,0 2-1 16,18 0 0-16,7-6 0 16,5-4-2-16,9-11 0 0,6-13-1 15,5-11-11 1,1 0-132-16,-1-29-249 16</inkml:trace>
  <inkml:trace contextRef="#ctx0" brushRef="#br1" timeOffset="-69496.78">19336 7113 333 0,'0'0'15'0,"0"0"-8"0,0 0 0 16,0 0-2-1,0 0 0-15,69-10 4 0,-63 2 4 0,-1 1-6 31,-5 1-3-31,0 0 5 0,0 4 24 16,-13 2 31-16,-9 0-16 16,1 0 7-1,1 8-7-15,2 11-11 0,2 10-22 16,10 4-9-16,4 7-4 16,2 7 1-16,0 2-1 15,0-4-1-15,13-1-1 16,8-12 3-16,5-12-5 15,6-14 0-15,3-6 3 16,5-6 3-16,6-26-2 16,-5-10-1-16,-3-8 1 15,-8-12 2-15,-8-10 0 0,-12-3 23 16,-7-3 65 0,-3 3-23-16,0 9-21 0,0 12-3 15,-3 12-4-15,-3 13 0 16,2 13 1-1,0 7-13-15,2 5-9 0,2 4-3 16,0 0-10-16,0 22-13 16,0 19-10-16,0 13 16 15,0 14 0-15,0 7 2 16,0-2-1-16,2-2 1 16,8-13-1-1,-3-10-2-15,4-11-2 0,-3-8-12 16,-4-11-75-16,-2-11-89 15,2-7-112-15</inkml:trace>
  <inkml:trace contextRef="#ctx0" brushRef="#br1" timeOffset="-69272.56">19630 7118 785 0,'0'0'47'16,"0"0"-14"-16,0 0-21 15,0 0-20-15,0 0 12 16,64-21 0-16,-28 8-1 16,1 1 1-16,-3 1-3 0,-10 4-4 15,-12 3-46 1,0 4-308-16</inkml:trace>
  <inkml:trace contextRef="#ctx0" brushRef="#br1" timeOffset="-68416.56">19816 7356 634 0,'0'0'13'16,"0"0"-4"-16,0 0 8 0,0 0-1 15,0 0-10 1,127-75-4-16,-106 54 1 16,-5 3 1-16,-6 1 2 15,-6-1 9-15,-4 3 26 0,0 0 20 16,0 5-19-16,-12 2-15 0,-10 6-11 15,-4 2-6 1,3 0-5-16,-1 11-1 16,4 7-3-16,8 2 0 15,4 3-1-15,2 2-1 16,6 2 0-16,0-2 2 16,0 4 0-16,2-4 0 15,18-3 0-15,8-7-3 0,11-9 1 16,9-6 0-1,6 0-10-15,1-15-28 0,-3-9-73 16,-5-4 25 0,-2-2-9-16,-6-1 88 15,-7-6 17-15,-2-4 0 16,-4 1 1-16,-8 0 9 0,-8 2 12 16,-10 9 14-1,0 10 14-15,-10 10 22 16,-20 9-41-16,-5 0-22 0,3 12-10 15,-3 10 2 1,10 7-5-16,1 8-5 0,10 4 0 16,6-1 1-1,4-1 0-15,4-2-1 0,0-6 1 16,0-6-3 0,10-10 2-16,16-9-3 15,4-6-2-15,12 0 0 0,-4-24-42 16,3-9-60-1,-5-12 55-15,-8-6 43 0,-4-7 11 16,-9-3 6-16,-8-1 10 16,-5 3 26-1,-2 7 12-15,0 13 1 16,0 10-11-16,-2 12-10 0,-5 7 10 16,5 7-10-16,0 3-14 15,-2 0-15-15,1 11-6 16,-3 26-8-16,2 13 5 15,-5 14 1-15,2 11 4 16,5-1-2-16,0-1 2 16,2-7-2-16,0-12-1 15,0-7 0-15,0-8-4 16,0-6-15-16,-4-10-106 0,-4-7-88 16,-2-13-172-1</inkml:trace>
  <inkml:trace contextRef="#ctx0" brushRef="#br1" timeOffset="-67082.53">4339 5270 273 0,'0'0'0'0,"4"0"-1"15,5 0-32-15,2-3-206 16</inkml:trace>
  <inkml:trace contextRef="#ctx0" brushRef="#br1" timeOffset="-66896.79">4599 5211 464 0,'0'0'11'0,"0"0"-9"16,0 0-12-16,0 0-11 15,0 0-241-15</inkml:trace>
  <inkml:trace contextRef="#ctx0" brushRef="#br1" timeOffset="-66746.67">4794 5163 507 0,'0'0'15'15,"0"0"37"-15,0 0-8 16,0 0-44-16,0 0-8 15,0 0-54-15,32 2-139 16</inkml:trace>
  <inkml:trace contextRef="#ctx0" brushRef="#br1" timeOffset="-66602.57">5060 5078 403 0,'0'0'13'0,"0"0"-6"0,0 0-13 16,0 0 4 0,0 0-14-16,0 0-145 0</inkml:trace>
  <inkml:trace contextRef="#ctx0" brushRef="#br1" timeOffset="-66412.33">5292 5143 504 0,'0'0'15'0,"0"0"2"16,0 0-6-16,0 0-9 0,0 0-2 0,0 0-8 16,0 10-35-1,0-8-306-15</inkml:trace>
  <inkml:trace contextRef="#ctx0" brushRef="#br1" timeOffset="-65059.52">1480 8563 492 0,'0'0'53'0,"0"0"48"16,0 0-25-16,-2-30-37 15,2 13-27-15,15-5-9 16,7 3-3-16,3 0 1 15,-1 4-2-15,0 6 1 0,-6 6-2 16,-6 3-5 0,-2 0-1-16,-6 12 6 15,-4 10 3-15,0 6 1 16,0 3 4-16,0-2 4 0,-4-4-7 16,-2-4 0-16,2-3-2 15,0-5-1 1,4-1 0-16,0-6-2 15,0-1-1-15,0-2 1 16,0 0-2-16,6-1 3 0,8-2 1 16,4 3 0-1,4-2 1-15,7 4-2 0,1 1 3 16,-2 2-3-16,-7 6-4 16,-4 2 2-1,-11 4-1-15,-6-2 4 0,0 1 4 16,0 1-3-16,-4-5 2 15,-10-1 3-15,-2-2-3 16,-2 0 2-16,-4-1-3 16,-1-1-2-16,-1-1-1 15,3-3-11-15,-1-4-87 16,7-2-184-16</inkml:trace>
  <inkml:trace contextRef="#ctx0" brushRef="#br1" timeOffset="-64522.74">1508 8278 654 0,'0'0'47'15,"0"0"16"-15,0 0-6 16,0 0-26-16,-121 50-26 0,93-3-5 16,2 10 4-1,5 8 2-15,4 1-5 16,12 2-3-16,5 0 0 0,5 2 0 15,25 6 0-15,8 0-2 0,12-1 5 16,10-8-2 0,8-4 0-1,11-15-2-15,4-15 4 0,3-11-1 16,-1-14 4-16,-13-8-16 16,-7 0-20-16,-13-18-28 15,-16-9 30-15,-9-10 28 0,-2-5 1 16,-5-8 0-1,-10-6 7-15,-4-7-1 0,-6-7 6 16,0 0 10-16,-4 1 9 16,-27 3-2-1,-4 0 2-15,-11 8 37 0,-6 7-28 16,0 11-5 0,-3 11-21-16,-1 16-10 15,-1 13-12-15,1 7-23 16,2 24-213-16</inkml:trace>
  <inkml:trace contextRef="#ctx0" brushRef="#br1" timeOffset="-63681.24">3104 8662 615 0,'0'0'27'0,"0"0"8"0,0 0 0 16,0 0-17-1,-2-53-19-15,4 53-5 16,9 0 1-16,6 0 7 0,0 13 3 16,3 14-4-1,-3 5 3-15,-2 6 0 16,-5 3 6-16,-2 2 3 0,-6-7-4 16,-2-5 1-16,0-8-3 15,0-7-1-15,0-8-2 16,0-4 0-16,0-4 6 15,0 0 10 1,0-6 39-16,0-17-22 0,2-6-22 16,2-6-16-16,2-4-4 15,0 4 8 1,2 5-3-16,-4 7 2 16,-2 9-1-16,2 8-1 0,0 1-3 0,-2 5 0 15,3 0-3 1,4 0-3-16,1 17 3 15,3 3 3-15,2 5 7 16,-2 0-1-16,2 5-1 16,-4-5 0-16,-1 2-3 15,2-8 1-15,-4 3-1 16,-2-5-60-16,4-7-169 16,-4-4-271-16</inkml:trace>
  <inkml:trace contextRef="#ctx0" brushRef="#br1" timeOffset="-63312.74">3605 8681 752 0,'0'0'86'16,"0"0"-38"-16,0 0-33 0,0 0-16 15,0 0-2 1,-62 82-1-16,62-42 0 0,0 2 2 16,6-1 2-1,14-1-1-15,2-3 0 0,1-9 2 16,3-9-1-16,0-11-4 16,2-8 2-16,0 0 0 15,-2-18 9-15,-2-13 2 16,-4-6-7-16,-8-5 2 15,-8-5-2-15,-4 1 2 16,0-1 1-16,-11 7-1 16,-14 4 0-16,-3 11 0 15,-5 13 0-15,-4 12-8 16,1 0-11-16,-1 17-182 16</inkml:trace>
  <inkml:trace contextRef="#ctx0" brushRef="#br1" timeOffset="-62246.82">4763 8522 246 0,'0'0'50'0,"0"0"0"0,0 0-20 16,0 0-6-16,11-60 8 15,-11 48 26-15,0 6 61 16,0 6-5-16,-9 0-46 0,-10 0-38 15,-5 18-11 1,5 7-13-16,-3 4-4 16,10 4 0-16,6 4-3 15,6-2 0-15,0 1-2 16,4 1-3-16,17-5 7 0,9-4-3 16,9-13-1-1,4-9 1-15,5-6 2 16,-2-9 2-16,2-19-6 0,-11-4-13 15,-9-3-6-15,-12 4 9 16,-9 2 19-16,-7 6 5 0,0 3 7 16,0 9 5-1,0 3 8-15,0 4-2 16,0 2-18-16,0 2-16 16,0 0-8-1,0 14-3-15,0 7 22 0,0 0-4 16,13-1-2-16,4-5 1 15,4-9-6-15,5-6 1 16,3 0-2-16,1-12 4 16,-6-11-4-16,-4-2-3 15,-8-2 11-15,-6 3 3 16,-6 5 5-16,0 2 12 0,0 6 3 16,0 4 15-1,0 7-2-15,0 0-28 16,0 18-23-16,0 13 6 15,0 13 13-15,0 9-1 16,0 7-4-16,8-3 3 16,-3 2-3-16,-3-9 1 0,0-4-1 15,-2-11-1 1,0-3 4-16,-7-11-1 0,-9-3 0 16,-6-7-2-1,0-9 2-15,1-2-1 16,0 0-20-16,3-8-52 0,5-15-90 15,3-12-235 1</inkml:trace>
  <inkml:trace contextRef="#ctx0" brushRef="#br1" timeOffset="-61802.36">5637 8611 458 0,'0'0'-6'15,"0"0"7"-15,0 0-2 16,0 0 3-16,0 0-2 15,11-4 1-15,4-6 7 16,-7 1-3-16,-2-3 5 16,1 0 2-16,-5 1 23 15,-2 1 51-15,0 6-11 0,-11 0-23 16,-4 4-22-16,-8 0-16 16,-1 10-9-16,3 9-2 15,-1 9-2-15,6 2 1 16,4 5-5-16,10 1 4 15,2-3-4-15,0 3 3 16,12-9-4-16,16-6 2 16,7-9 1-16,8-10-4 15,9-2 5 1,6-11-13-16,0-21-53 16,0-5-124-16,-6-8-95 15</inkml:trace>
  <inkml:trace contextRef="#ctx0" brushRef="#br1" timeOffset="-61332.32">6005 8404 400 0,'0'0'125'0,"-29"-107"-45"16,15 73-1-16,5 10-3 16,0 13 8-16,3 11-36 15,2 0-30-15,0 0-9 16,-2 19-3-16,4 8-4 0,2 8-3 16,0 9 1-1,0 9 1-15,16 4 1 16,8 4-2-16,2 1 1 15,4-2 0-15,-1-6-1 16,6-10-1 0,0-13 1-16,-3-7 0 0,2-16-1 0,-1-8 1 15,-1 0 0 1,-2-20 2-16,-4-11-1 16,0-9 1-16,-7-1-2 0,-6-3 1 15,-7 1-1 1,-6 4 2-16,0 6 1 15,-6 10 5-15,-14 5 3 16,-4 6 34-16,1 11-8 16,2 1-17-16,-1 10-11 0,0 18-4 15,8 10-4-15,7 2 0 16,7-1 0-16,0 0-1 16,4-7-1-16,20-4 0 15,1-9 0-15,3-4 1 16,3-3 0-16,-2-5 0 15,2-1 0-15,1-2-2 16,8-4-5 0,0 0-29-16,1-5-131 0,-7-15-166 15</inkml:trace>
  <inkml:trace contextRef="#ctx0" brushRef="#br1" timeOffset="-41314.97">4468 9151 235 0,'0'-4'0'15,"0"2"-7"-15,4 0 6 16,12-2-1-16,-4 1-2 16,6-3 4-16,-3 0-4 15,-2 0 3-15,-7 4 5 16,1-1-3-16,-5 0 1 16,-2 3 2-16,0 0 31 15,0 0-4-15,-2 0-9 0,-7 0-1 16,3 0 5-1,-3 0-7-15,5 0-3 0,-3 0-3 16,5 4-2 0,2-2-11-16,0 0-8 15,0-2-52-15,0 0-217 16</inkml:trace>
  <inkml:trace contextRef="#ctx0" brushRef="#br0" timeOffset="-23816.05">3199 11494 498 0,'-4'-4'22'0,"2"0"24"15,0 4-5-15,2 0-31 0,0 0-13 16,0 3 2 0,0 16 6-16,0 7 6 0,0 5 6 15,0 7 11-15,0 6-4 16,0 0-9-1,0 1-5-15,0-1-4 0,0-8-4 16,0-8-2-16,0-8 1 16,0-9-4-16,0-5 2 15,0-6 0-15,0 0 2 16,0-9 2-16,6-16 25 16,0-7 6-16,2-15-18 15,-2-4-7-15,-2-8-2 16,0-2-2-16,-4 8-1 15,0 5 0-15,0 9-2 16,0 10-2-16,0 11 4 16,0 6-1-16,0 7 2 15,0 5 4-15,0 0 2 16,0 0-9-16,2 0-2 16,6 5-7-16,6 21-2 15,2 7 13-15,6 10 1 16,4 3 1-16,-3-2-4 15,1-1 0-15,0-6-2 16,0-4 1-16,-5-8-1 16,-4-2 0-16,-2-3-1 0,-4-5-13 15,-9-10-137 1,0-2-156-16</inkml:trace>
  <inkml:trace contextRef="#ctx0" brushRef="#br0" timeOffset="-23602.43">3242 11786 535 0,'0'0'51'15,"0"0"-31"-15,0 0-11 16,0 0-6-16,0 0 2 15,88-85-3-15,-52 63-3 16,-2 1 0-16,-9 2-51 16</inkml:trace>
  <inkml:trace contextRef="#ctx0" brushRef="#br0" timeOffset="-23049.82">3277 11120 511 0,'0'0'20'15,"0"0"34"-15,-128-4 1 0,83 6-17 16,0 22-17 0,-2 8-6-16,-1 11 12 0,-1 11 1 15,1 10-3-15,4 9-10 16,7 5 9-16,9 5-1 16,13 1-14-16,15-1-4 0,0 0-5 15,30-4 0 1,24-4 0-16,15-7-2 15,19-12 2 1,11-12 0-16,15-14 1 0,8-17-4 16,3-13 6-16,0-3 1 15,-7-31-7-15,-13-11 9 16,-16-11-9-16,-21-7 0 16,-16-8 5-16,-13-4 0 15,-13-11 3 1,-13-7-3-16,-13-7-4 0,0-7 11 15,-13 3-3-15,-24 3 2 0,-12 14-2 16,-14 11 4 0,-7 19 19-16,-7 24 22 15,-6 15-37-15,3 18-11 16,6 0-9-16,9 21-14 16,13 8-177-16</inkml:trace>
  <inkml:trace contextRef="#ctx0" brushRef="#br0" timeOffset="-22182.14">2928 12016 384 0,'0'0'26'0,"0"0"24"16,0 0 7-16,-51-8-33 0,33 22-9 16,-2 10-8-16,-1 7 1 15,-5 13-2-15,-4 10-5 16,-8 18 6-16,-10 17 1 16,-14 14-5-16,-9 9 3 15,-9 6 7-15,1-6 0 16,1-9 19-16,11-12-11 0,13-16-10 15,14-15-3 1,8-13-2-16,6-8 2 0,6-10-2 16,10-8-5-1,3-3-3-15,7-13-2 16,0-5-47-16,0 0-235 0</inkml:trace>
  <inkml:trace contextRef="#ctx0" brushRef="#br0" timeOffset="-21715.61">1540 13541 698 0,'0'0'32'0,"0"0"60"0,0 0-52 15,0 0-32-15,0 0-13 16,18 36-10-16,-6-16 15 16,4 12 2-16,2 1 1 0,0 2-1 15,1-2 0 1,-2 2-1-16,-2-6 1 0,1-7-3 15,-6 1 1-15,-1-9-1 16,-2-3-11 0,-7-11-168-16,0 0-273 15</inkml:trace>
  <inkml:trace contextRef="#ctx0" brushRef="#br0" timeOffset="-21272.38">1580 13459 771 0,'0'0'-8'0,"0"0"13"0,0 0-5 16,0 0 0-1,135-91 0-15,-105 91-1 0,-10 0-2 16,-8 13-1-16,-8 14 6 15,-4 6 3-15,0 4 2 16,0-4-3-16,-8-4-2 16,4-5 0-16,-4-5-3 15,6-6 1-15,0-6-1 16,2-1-1-16,0-6-2 16,0 0-2-16,12 0-2 15,8 0 0-15,8-6 10 16,7-7 1-16,-2 3-2 15,0 7 0-15,-7 3-1 0,-6 0-1 16,-8 20 2 0,-7 10 1-16,-5 5 0 0,0 1 3 15,0 2-4-15,-19 0 3 16,-2-1-2 0,8-2-3-16,-7-7 2 0,5-6-4 15,2-15-46 1,-2-7-207-16</inkml:trace>
  <inkml:trace contextRef="#ctx0" brushRef="#br0" timeOffset="-20749.71">1515 13225 556 0,'0'0'6'0,"0"0"10"16,-130 84 31-16,89-39-26 15,7 8-6-15,2 8 1 16,3 5-2-16,6 6 1 0,7 5-5 15,8 2 1 1,8 5-4-16,2-3-3 16,32 3 0-16,18-1-5 15,19-8 0-15,17-3 5 16,11-18-3-16,13-12-1 0,1-18 0 16,-1-17-1-1,-4-7-1-15,-10-10-9 0,-14-24-67 16,-17-7-68-1,-21-7-28-15,-12-9 55 16,-20-5 92-16,-14-8 54 16,0-8 59-16,-18-10 0 15,-20-3 8-15,-11-11-8 16,-7 4-20-16,-8 6-15 0,-4 11-22 16,4 17-12-16,-3 17 10 15,5 19 7 1,1 15-30-16,15 8-1 0,2 5-18 15,16-4-216 1</inkml:trace>
  <inkml:trace contextRef="#ctx0" brushRef="#br0" timeOffset="-19972.62">3825 12034 531 0,'0'0'38'0,"0"0"55"15,0 0-34-15,0 0-35 16,-23-18-15-16,20 18-4 16,3 0-2-16,0 0 1 15,0 0-4-15,0 6-5 16,9 19-3-16,12 15 11 15,9 7 0-15,5 17 2 0,12 8 0 16,9 13 1 0,11 6-3-1,-1 8 1-15,8 3 1 0,-1 3 4 16,-7-6-1-16,-7-10-3 16,-7-13 0-16,-14-9-3 15,-8-15-1-15,-6-11-1 16,-11-12 4-16,-5-12-3 15,-3-5-1-15,-5-10 2 16,0-2-2-16,0-8-3 0,-3-18-162 16</inkml:trace>
  <inkml:trace contextRef="#ctx0" brushRef="#br0" timeOffset="-19289.7">4877 13623 535 0,'0'0'1'16,"0"0"5"-16,0 0 2 0,0 0 0 16,0 0-4-16,22 12-3 15,-14-12 4 1,-1-2 1-16,-3-4-4 15,-2 2 5-15,-2-1 7 0,0 2 22 16,0 0 9 0,0 0-15-16,0 3-15 0,0-3-2 15,0 0-3 1,0 3-5-16,0 0 0 16,0 0-4-16,0 0-4 0,0-1 1 15,0-1 0-15,4-7-1 16,3-2 1-16,2-5 1 15,-1-7 3 1,3 1 0-16,-7-4-2 0,0 9 1 16,-4 0 3-1,0 5 6-15,-12 6 0 0,-10 4 1 16,-4 2-3 0,-1 0-2-16,-1 10-2 0,0 17 4 15,2 6-4-15,2 10-2 16,7 2 3-16,4 2 2 15,8-4 8-15,5-3-3 16,0-6-8-16,18-9-2 16,9-6-3-16,8-8 1 15,8-11 0-15,5 0-2 0,1-7 0 32,1-19-28-32,-4-12-165 0,-6-9-147 0</inkml:trace>
  <inkml:trace contextRef="#ctx0" brushRef="#br0" timeOffset="-18849.06">4774 13176 623 0,'0'0'5'0,"-125"0"11"15,73 17 26-15,9 9-9 16,9 13-16-16,6 8-10 15,6 12-1-15,6 9-4 0,9 3 8 16,7 3-3 0,2 7-3-16,29 0-4 0,13 1 2 15,14-7 0 1,11-3 1-16,7-12 2 16,7-14-1-16,3-15-1 0,3-17-1 15,-1-14 2 1,-2 0-3-16,-7-25 2 15,1-16-4-15,-13-10 0 16,-5-10 0-16,-10-9-9 16,-11-7-24-16,-11-10 3 0,-10-2 26 15,-16-7 5 1,-4-4 4-16,-9 0-4 0,-28 6 4 16,-16 3 2-16,-12 12 10 15,-10 15 33-15,-11 17 7 16,-1 18-17-16,-3 20-23 15,9 9-10-15,3 0-10 16,15 0-31-16,19 3-321 16</inkml:trace>
  <inkml:trace contextRef="#ctx0" brushRef="#br0" timeOffset="-17616.37">2103 14036 264 0,'0'0'-26'0,"0"0"57"16,0 0 23-16,-16-18-19 0,11 14-5 16,3 1-2-16,2-1-10 15,0 2-9 1,0 2-12-16,7-3-9 0,19 3 2 16,13 0 13-1,16 0 14-15,18 0 4 16,13 0-1-16,13 0-3 0,11 0-6 0,11-7-1 15,6-6-6 1,2-1 0-16,-3-2-4 16,-3 3 3-16,-5-1-1 15,-8 4-3-15,-8-2 4 16,-12 5-2-16,-7-3-1 0,-5 4 1 16,-5 0-1-1,-9 3-1-15,-1 1 2 0,-11 2-1 16,-10 0-1-1,-2 0 1-15,-12 0 1 0,-5 0-1 16,-4-3 1 0,5 1 0-16,2-9 5 15,7 4 11-15,7-9-5 16,8 2-6-16,-1 1-4 0,-4 0-1 16,-8 6-1-1,-10-2 0-15,-12 6 0 16,-7 3 2-16,-6 0 3 0,0 0 12 15,0 0 3 1,0 0-10-16,7 0-11 0,6 0 2 16,0 0 0-1,4 3 0-15,0 6 1 0,-4-3-2 16,-4 1 0 0,-1-4 2-16,-6 1-2 0,-2-4 2 15,0 0-1-15,0 0 1 16,-2 0-2-16,-19 0-167 15</inkml:trace>
  <inkml:trace contextRef="#ctx0" brushRef="#br0" timeOffset="-16966.45">2340 14618 117 0</inkml:trace>
  <inkml:trace contextRef="#ctx0" brushRef="#br0" timeOffset="-16517.18">2340 14618 16 0,'-135'-29'132'16,"101"26"-109"-16,6-3-8 0,4 0-7 15,5 0 1-15,10-4-21 16,7 4 7-1,2 1 15-15,0-1 27 0,0 6 21 16,0-2 5 0,-2 2 12-16,2 0 20 15,-2-4 16-15,-1 4-48 0,1-2-30 16,2 0-8 0,0 0-6-16,-2 2-4 0,2 0 1 15,0 0 10-15,-4 0-10 16,4 0-8-16,0 0 2 15,0 0 2 1,0 0-11-16,0 0 0 0,0 0-11 16,0 0-9-16,19 19 0 15,7 13 14-15,7 6 13 16,14 12 5-16,6 9-9 16,9 7 2-16,10 5-6 15,5 11 3-15,5 8-3 16,3 9 1-16,9 6 0 15,-2 1 0-15,-1-1 0 16,-4-8 1-16,-13-14-1 16,-14-13 1-16,-17-15 0 15,-13-12-2-15,-14-13 1 0,-8-13-1 16,-8-7 2 0,0-10 0-16,0 0 1 0,0-2 5 15,0-18-7 1,-6-3-33-16,-10-2-172 0</inkml:trace>
  <inkml:trace contextRef="#ctx0" brushRef="#br0" timeOffset="-16072.1">3614 15673 764 0,'0'0'4'0,"0"0"2"16,0 0 36-16,0 0-1 15,-47-39-40-15,47 43-11 16,0 21 11-16,0 10 1 16,10 6 3-16,2 1 1 15,2 6-3-15,-3-6-1 16,2 2-1-16,-2-3 1 15,-2-4 0-15,-1-6-1 0,1-7-1 16,-5-13 0 0,2-11-4-16,-1 0-16 0,-5-26-101 15,0-12-202-15</inkml:trace>
  <inkml:trace contextRef="#ctx0" brushRef="#br0" timeOffset="-15782.97">3502 15695 560 0,'0'0'1'0,"0"0"0"0,0 0 1 16,0 0-2-16,0 0 2 15,149-37 1-15,-106 37-1 16,-1 0 2-16,0 11-5 15,-10 3 2-15,-10 4 0 16,-10 3 2-16,-9 5 1 16,-3 3 7-16,-11 5 1 15,-19 3-6-15,0-1-4 16,0-2 0-16,4-5-3 16,4-12-3-16,7-13-55 15,2-4-278-15</inkml:trace>
  <inkml:trace contextRef="#ctx0" brushRef="#br0" timeOffset="-15242.58">3464 15393 430 0,'0'0'9'0,"-128"0"45"15,75 15 0-15,3 18-3 0,6 12-11 16,11 9-22-1,7 10-4-15,7 13-2 16,12 13-3-16,7 7 6 0,0 10-3 16,17 5 1-16,25-5-6 15,16-2-1-15,19-17 0 16,15-12-7-16,18-20 5 16,4-19-1-16,4-17 0 15,1-15-1-15,-9-5-5 16,-11-19 7-16,-13-21-4 15,-15-13 1-15,-11-12-6 16,-12-16-1-16,-14-11 5 16,-11-10 4-16,-14-5 0 15,-9-3-1-15,0 2 1 16,-30 1 0-16,-20 9 1 16,-12 15 0-16,-17 14 1 0,-10 16 4 15,-3 19-5 1,6 12 0-16,8 13-3 0,20 7-3 15,17 2-3 1,19 0-63-16,16 0-236 0</inkml:trace>
  <inkml:trace contextRef="#ctx0" brushRef="#br0" timeOffset="-14722.53">4047 15537 290 0,'0'0'41'16,"0"0"23"-16,-5-100-8 0,5 54-18 15,11-11-18-15,12-9-5 0,3-9 8 16,6-8-8-1,6-11-2-15,5-6 8 0,3-4-1 16,6-4-9 0,4-5-9-16,3 6 1 15,-3 9-3-15,-3 7 1 16,-5 14 1-16,-8 12 1 0,-10 20-2 16,-8 11 0-1,-11 11 3-15,-7 12 4 16,-4 11 18-16,0 0 25 0,-15 6-43 15,-9 13-9 1,0 10-3-16,-1-1-26 0,1 3-268 16</inkml:trace>
  <inkml:trace contextRef="#ctx0" brushRef="#br0" timeOffset="-13922.75">5912 15246 575 0,'0'0'31'0,"0"0"17"15,0 0-21-15,0 0-13 16,-36 53-5-16,36-2-1 16,0 7 3-16,10 10 7 15,10 2 5-15,-4-3 2 16,2-5-2-16,-2-10-13 0,-6-14-1 16,-4-12-5-1,1-12 3-15,-7-10 0 16,0-4 1-16,0-7 9 15,0-21 2-15,-11-10-15 0,-9-9-3 16,2-9-2 0,-8-9 1-16,0 2 1 15,0-1-3-15,4 8 1 16,5 9 0-16,9 8 1 16,6 14-3-16,2 6 0 0,0 5 2 15,0 7 0 1,0 2 2-16,6-1 0 15,7-2-2-15,8 2-1 16,7-1-2-16,9-2 4 0,5-2 0 16,6 3 0-1,-3 0 0-15,-1 4 0 16,-12 0-1-16,-6 4-6 16,-14 0-57-16,-7 12-100 0,-5 8-102 15</inkml:trace>
  <inkml:trace contextRef="#ctx0" brushRef="#br0" timeOffset="-13715.67">5958 15487 486 0,'0'0'-3'0,"0"0"6"15,0 0 2-15,0 0 0 0,0 0-5 16,122-64 0-16,-103 59 0 16,-5 5-3-16,-10 0-102 15</inkml:trace>
  <inkml:trace contextRef="#ctx0" brushRef="#br0" timeOffset="-13500.59">5908 15852 593 0,'0'0'0'0,"0"0"-7"16,0 0 9-16,0 0 6 16,0 0 0-16,0 0-2 0,120-37-3 15,-77 13-1 1,3-2-2-16,-4-3-2 15,6-3-92-15,-1 3-362 16</inkml:trace>
  <inkml:trace contextRef="#ctx0" brushRef="#br0" timeOffset="-12887.03">6082 14839 523 0,'0'0'5'15,"-144"-12"8"-15,73 12 28 16,-2 6-7-16,-2 25 2 0,-1 12-4 16,5 9-14-1,7 10-3-15,8 4 14 16,11 8-2-16,13 2-9 0,16 10-9 16,16 7-7-1,0 7 4-15,30 7-1 16,22-3 12-16,15-4 9 15,15-12-13-15,14-14-3 16,9-15-7-16,10-20 0 16,3-15 1-16,1-12 0 15,-10-12-3-15,-11 0-1 0,-9-25 1 16,-7-11 0-16,-7-10-3 16,-11-8 3-1,2-8-2-15,-9-7 2 16,-3-3-1-16,-11-4 0 15,-6-3 1-15,-11-4-1 16,-13-3 1-16,-13 1-2 0,-2-3 3 16,-37 2-1-1,-17 3 1-15,-20 1-1 16,-14 7 1-16,-9 9 0 16,-8 12-3-16,-5 11 3 15,5 17-2-15,-2 19-2 0,7 7-7 16,5 14-96-16,4 17-245 15</inkml:trace>
  <inkml:trace contextRef="#ctx0" brushRef="#br0" timeOffset="-12001.08">4279 15806 497 0,'0'0'1'16,"0"0"8"-16,0 0 4 0,0 0 1 15,-26-50-6 1,26 48 0-16,6-3-1 16,12 4 1-16,6 1 0 0,6 0 2 15,8 0-2-15,14-3 2 16,11-3 0-16,7 3-5 15,8-3-1 1,3-2 0-16,10-2-3 16,1 0-1-16,5-3 3 15,2-1-2-15,1-3 0 16,-2-3 1-16,-9 3-2 16,-16 1 0-16,-15 4 1 0,-20 6-1 15,-14 2 0 1,-11 1 0-16,-8 0 6 15,-3 0-2-15,-2 3-3 0,0-1 3 16,2 1 0 0,2 0-3-16,0 0 2 0,2 0 2 15,-1 0 2 1,0 0-2-16,-3 0 0 0,-2 0 1 16,0 0 6-16,0 0 12 0,0 0-6 15,0 0-12 1,-9-5-9-16,-14-6-152 15</inkml:trace>
  <inkml:trace contextRef="#ctx0" brushRef="#br0" timeOffset="-10842.22">5131 13989 273 0,'0'0'11'0,"0"0"15"16,0 0 13-1,0-19-1-15,0 13-5 16,0 4 13-16,0-2 7 0,0 2 44 15,-2-2-38 1,0 4-29-16,2-2-12 0,-5 2 1 16,5 0-5-1,0 0-7-15,0 0-5 16,0 6-3-16,11 14 4 0,6 5 6 0,7 8-3 31,6 7 0-31,2 2 2 0,5 8-7 16,4 6 3-16,2 4-1 15,3-1-1-15,3 5 1 16,0-5 2-16,4-1-3 16,4-6-1-16,-1-8-2 15,2-3 3-15,0-3 0 16,-2-6-1-16,-9 1 0 16,-5-6-1-16,-10-2 1 15,-11-4 0-15,-6 1 1 16,-2-5-2-16,-7 0 1 0,1-1 0 15,2 4-1 1,-1-1 1-16,-2-3-1 0,3-1 0 16,-2-2 1-1,-3-4 0-15,-2-4 0 16,0-4 0-16,-2-1 3 16,0 0 0-16,0 0 3 15,0 0 1-15,0 0 0 0,0 0 1 16,0 0-7-1,0 0-2-15,0-1-1 0,0 1-1 16,0-2-7 0,-12 2-141-16,-19-3-504 15</inkml:trace>
  <inkml:trace contextRef="#ctx0" brushRef="#br0" timeOffset="-5542.21">2052 10216 437 0,'-7'-10'56'16,"3"3"-1"-16,2 1 20 16,0 0-14-16,-2 6-23 0,-1-2-3 15,1 2 7 1,-2 0-7-16,-3 0-12 0,-2 15-16 15,3 10-7-15,2 7-1 16,1 3 0-16,2-1-1 0,3 3 2 16,0-4-5-1,3-3 5-15,11-6-6 16,7-6 5-16,2-5-2 16,3-9 1-16,0-4-4 15,0 0 2-15,0 0 5 0,-10-16-5 16,-2-3 2-1,-8-2 2-15,-6-4 5 16,0-4 0-16,-8 0 17 16,-16 0 4-16,2 4-4 15,-2-1-14-15,5 9 6 16,2 5-7-16,4 4-5 0,2 7-3 16,7 1-2-1,4 0-49-15,0 0-181 0</inkml:trace>
  <inkml:trace contextRef="#ctx0" brushRef="#br0" timeOffset="-4801.35">2386 10463 346 0,'0'0'1'0,"0"0"10"16,0 0-3-16,0 0-2 16,0 0 4-16,30-45 12 15,-22 20 26-15,1-11-33 16,-5 1 22-16,-4-4 5 16,0 7 0-16,0 3-3 0,-2 7-7 15,-9 9 13 1,5 7 13-16,1 1-24 0,3 5-23 15,2 0-9 1,0 0-2-16,0 0-10 16,0 0-8-16,0 0 13 15,16 0 1-15,0 0-6 16,6 0 6-16,-4 0-9 0,-2 0 3 16,-4 0-2-16,-4 0 7 15,-4 0-10 1,-2 3 9-16,-2 5 6 15,1 5 1-15,2 5 5 16,2 3 1-16,2 2-2 16,-3 2-4-16,6-1 0 0,4-5-1 15,-2-2-1 1,3-1 0-16,1-8-1 0,0-3 1 16,2-5-2-16,2 0 3 15,-2-5-2-15,4-15 1 16,0-5-11-16,-7-2-12 15,-2-2 28 1,-11 4-5-16,-2-2 25 0,0 8 23 16,0 7 18-1,0 0 0-15,0 8-18 0,0 2-1 16,0 2-18-16,0 0-18 0,-2 0-2 16,2 0 0-1,0 0-5-15,0 7-3 0,0 21-9 16,0 11 8-1,7 5 6-15,11 9-5 16,0-5-2-16,4-7 2 16,-2-13-4-16,2-10-2 15,-2-12-2-15,-1-6-10 16,-2-22-49-16,-8-16-82 16,-5-12-144-16</inkml:trace>
  <inkml:trace contextRef="#ctx0" brushRef="#br0" timeOffset="-4542.27">2789 9980 545 0,'0'0'12'0,"0"0"-6"15,0 0-10-15,0 0 5 16,0 0-1-1,0 0 0-15,0 0-5 0,0 0-3 16,3 0 11-16,-3-6 54 16,0-6 10-1,0 3-13-15,0 1-29 16,-8 2-14-16,-5 6-17 16,2 0-2-16,0 0-89 0,3 15-203 15</inkml:trace>
  <inkml:trace contextRef="#ctx0" brushRef="#br0" timeOffset="-3899.22">3189 10119 453 0,'0'0'83'0,"0"0"27"0,0 0-41 15,0 0-24-15,0 0-20 16,-72 10-13-16,59 15-8 15,3 6-1 1,1 0-1-16,4 4-2 0,5-6-4 16,0-6 1-1,0-5 1-15,14-7-3 16,7-9-2-16,3-2-3 16,2 0-7-16,0-22-5 0,0-4 4 15,-4-7-20 1,-6-2 27-16,-6-1 5 0,-5 8 21 15,-5 5 10-15,0 7 26 16,0 5-4-16,0 6-3 16,0 0-11-16,0 5-23 15,0 0-9 1,0 0-3-16,0 18-7 0,0 13 7 16,4 11 7-1,5 10-1-15,2 6-2 0,-1 3-2 16,3-5 1-16,-6-9-2 0,-3-7 3 15,-2-10-4 1,-2-2 4 0,0-11 0-16,-4-4 1 0,-9-1 2 15,-6-6-1-15,-1-6 3 16,1 0-6-16,1-6-4 0,4-17-25 16,4-10-21-1,8-6-7-15,2-6-75 0,0 5-242 16</inkml:trace>
  <inkml:trace contextRef="#ctx0" brushRef="#br0" timeOffset="-3613.85">3400 10143 761 0,'0'0'64'0,"0"0"-1"16,0 0-32-16,0 0-23 16,0 0-8-16,-6 11-9 15,6 16 10-15,10 5-1 16,2 8 2 0,6 0 0-16,-2 3-3 0,0-4 2 15,1-8-2-15,-2-5 1 16,-2-9-5-16,0-15-14 15,-4-2-63-15,-1-11-145 16,-4-22-255-16</inkml:trace>
  <inkml:trace contextRef="#ctx0" brushRef="#br0" timeOffset="-3370.66">3425 9964 466 0,'0'0'98'0,"0"0"-72"0,0 0-14 0,0 0-10 16,0 0-5-1,-3-17 2-15,3 11 3 16,0-2 1-16,0 3 2 16,0-1 28-16,0 0 67 15,-8 2-36-15,-6-2-54 16,-4 4-11-16,0 2-3 0,4 0-15 15,3 6-93-15,6 6-228 16</inkml:trace>
  <inkml:trace contextRef="#ctx0" brushRef="#br0" timeOffset="-2802.41">3736 10149 688 0,'0'0'43'0,"0"0"-26"0,0 0-15 16,0 0-11-16,0 0 9 15,24 50 0-15,-6-20 2 16,-4 3-2-16,-2-3-9 16,-6-10 18-16,-4-2-7 0,0-6-2 15,-2-7-1 1,0-5 1-16,0 0 3 0,0 0 2 15,0 0 8 1,0-5 27-16,0-19 33 0,0-8-40 16,0-9-22-1,0-4-3-15,0 2-5 16,2 7-3-16,7 9 0 0,-7 11 0 16,5 7-1-16,-3 9-6 15,5 0 2-15,1 0 1 16,1 2 1-16,4 20 3 15,-2 0 2-15,0 6 0 16,-3 3 0 0,2-4 2-16,-4 1-3 15,-2 0 0-15,6-9-4 16,-4-2-12-16,2-7-108 16,4-2-73-16,-2-8-131 0</inkml:trace>
  <inkml:trace contextRef="#ctx0" brushRef="#br0" timeOffset="-2133.73">4134 10075 613 0,'0'0'103'0,"0"0"-44"0,0 0 7 15,0 0-34-15,0 0-20 16,-87 9-9-16,74 11-3 15,2 5-2-15,7 5-7 0,2 4 1 16,2-3 9 0,0-2 1-16,4-2-5 0,9-8 2 15,0-7-2 1,4-11-7-16,0-1-6 16,2 0-19-16,1-17-19 0,-6-8 24 15,0-6 15 1,-8-4-22-16,-6 6 44 15,0 3 1-15,0 3 0 16,0 10 16-16,-2 4 10 16,-2 6 19-16,4 2-21 15,-2 1-24-15,2 0-10 0,0 4-8 16,0 16 0 0,0 5 12-16,6 1-2 0,9-1 1 15,0-6-3-15,2-5-4 16,1-8-5-1,3-6-5-15,-2 0-10 0,3-11-9 16,-4-16 6 0,-6-3 23-16,-4-7 7 0,-5-4 1 15,-3-6 2-15,0-6 10 16,-7 5 4-16,-5 2 1 16,0 10 7-16,2 8-2 15,4 12 17 1,-3 9 23-16,6 5-16 0,1 2-3 0,2 0-18 15,0 0-19 1,0 16-12-16,0 17-7 16,2 15 7-16,16 15 2 15,6 10 3-15,2 5 0 16,0-5-1-16,-1-1 0 0,-3-14 1 16,-1-11-4-1,-6-9 6-15,-4-15-4 16,-8-15-4-16,-3-8-100 15,0-15-517-15</inkml:trace>
  <inkml:trace contextRef="#ctx0" brushRef="#br0" timeOffset="-800.34">5224 10057 386 0,'0'0'48'0,"0"0"17"0,0 0-14 15,-84-4 8 1,62 12-14-16,1 3-23 0,5 4-2 16,6-3-13-16,4 2-12 15,1 10-12 1,3 4 14-16,2 1-6 0,0 1 26 15,0-7-10-15,13-6-8 16,6-13-5-16,7-4-3 16,0-11 8-1,2-18 12-15,-2-5-18 16,-2-1 16-16,-8 2-6 0,-9 6 4 16,-5 0 0-16,-2 10 9 15,0 5 28-15,0 9 25 16,0-1-21-16,0 4-27 15,0 0-18-15,0 0-7 0,0 17-2 16,5 11 6 0,9 10 1-16,4 8-2 15,3 7 2-15,5 5-1 16,-2 0 1-16,0-4-2 16,-1-2 1-16,-8-10-1 15,-4-2-1-15,-7-11-5 16,-4-2-7-16,0-8-43 15,0-4 9-15,-11-5 28 16,-5-10 22-16,-2 0 1 16,0 0 2-16,4-11 3 15,3-13 1-15,2-1-4 16,7-5-5-16,2-5 0 16,0-5-1-16,4-2-4 0,14 1 13 15,-2-9-7-15,-2 4-5 16,-2 1-7-1,-7 0 21-15,-5 6-8 0,0 5-32 16,0 6 62-16,0 6-31 16,0 4 10-1,-7 11 7-15,-1 1-2 0,2 2-7 16,0 4 1-16,2 0-2 16,0 0-7-16,4 0-3 0,0 0-4 15,0 0 4 1,18 0-4-1,12 0 0-15,6 0 0 0,1 0 1 16,-5-10-7-16,-6 2 15 16,-6 3-2-16,-12 3-1 15,-6 2 12-15,-2 0-1 16,0 0 2-16,0 0 3 16,0 6-5-16,0 15-7 15,0 6-4-15,0 8 2 16,0 5-1-16,9 2 0 15,2 0 0-15,1-3 0 0,4-3-2 16,1-7 2 0,-2-5-3-16,4-7 1 15,3-9-3-15,6-8-13 16,4-2-91-16,4-25 28 16,6-16-221-16</inkml:trace>
  <inkml:trace contextRef="#ctx0" brushRef="#br0" timeOffset="-152.34">5914 10032 629 0,'0'0'74'15,"0"0"-21"-15,0 0 1 0,0 0-15 16,-97-8-28-16,83 24-10 16,0 5-2-16,2 6 1 15,5 3-1-15,5-2 1 16,2-5-1-1,0-5-5-15,2-5 2 0,15-6 2 16,5-4 0-16,2-3-1 16,1 0-7-1,-1-11-6-15,-2-12-42 0,-8-2 1 16,-2 0 56-16,-12-1 2 16,0 2 10-16,0 5 5 0,0 2 10 15,-8 7 23 1,-2 8 12-16,4 2-17 15,-1 0-31-15,3 0-12 16,1 9-3-16,3 5 0 16,0 4 0-16,0 0-2 15,5-1 3-15,8-2-2 16,-1-3 1-16,6-5-3 16,2-5-4-16,-1-2-9 15,2 0-31-15,5-16-38 0,-2-9 16 16,-5-5 65-1,-4 1 5-15,-6-4 8 0,-9 6 8 16,0 4 23 0,0 1 31-16,0 9-7 0,-4 1-8 15,-3 6-6 1,2 6 4-16,1 0-15 16,2 0-20-16,2 18-14 0,0 11-4 15,0 7 1 1,0 11-1-16,6 12 1 0,12-1 1 15,4 7-1 1,-4 1 1-16,4-6 0 0,0-3-1 16,-1-13 0-1,-5-11-1-15,-4-6-1 0,-1-12 0 16,-4-9 0-16,-7-6-9 16,0-2-57-16,0-32-144 15,-4-11-455-15</inkml:trace>
  <inkml:trace contextRef="#ctx0" brushRef="#br0" timeOffset="127.5">6047 9999 658 0,'0'0'45'15,"0"0"-12"1,0 0-7-16,0 0-19 0,14-23-5 15,12 23 1 1,2 0-2-16,0 0 0 16,-3 0 1-16,-3 10-1 15,-5 11-1-15,-8 8 3 16,-9 10 2-16,0 7-1 16,0 2 2-16,-9 1 2 0,-4-5-6 15,0-13-1 1,5-9-2-16,1-15-6 15,0-7-93-15,3-1-310 16</inkml:trace>
  <inkml:trace contextRef="#ctx0" brushRef="#br0" timeOffset="627.75">6237 9869 789 0,'0'0'27'0,"0"0"-8"15,0 0-11-15,0 0-8 16,0 0 6-16,19 101-2 0,-1-60 0 16,-6-1 1-1,2-3-1-15,-4-10-1 0,-2-4 0 16,2-10 1-1,-6-1-3-15,-2-6 0 0,0-6 1 16,0 0-2-16,4 0 0 16,3-13-3-16,2-14 8 15,0-8-1 1,4-2-1-16,-4 0-1 0,-1 6-1 16,-3 8 0-16,-3 8 0 15,1 9-2-15,-4 6 1 16,8 0-4-1,-3 0-1-15,4 8 2 16,2 13 4-16,-2 6 1 16,2 2 1-16,-4 4 1 15,1-2-2-15,0 0 2 0,-5-5-2 16,0 2 0 0,-2-6-2-16,0-1 1 0,-2-4-1 15,0-3-1-15,0-5-3 16,0-3-139-16,-10-6-386 15</inkml:trace>
  <inkml:trace contextRef="#ctx0" brushRef="#br2" timeOffset="8614.73">10127 5206 451 0,'0'0'-8'0,"0"0"10"16,41 0 0-16,-13 0 1 15,4 0 1-15,14-8-2 16,7-8-1-16,9-1 6 16,4 0-3-1,2-1 0-15,-5 2-5 16,-11 7 2-16,-8 3-2 0,-14 6 2 16,-8 0-3-16,-15 0 3 15,-5 6 4 1,-2 9-4-16,0-1-29 0,-16 4-317 15</inkml:trace>
  <inkml:trace contextRef="#ctx0" brushRef="#br2" timeOffset="15709.16">10686 10580 64 0,'0'-18'-43'0</inkml:trace>
  <inkml:trace contextRef="#ctx0" brushRef="#br2" timeOffset="16277.14">10686 10580 98 0,'3'-52'124'16,"-3"52"-11"-16,0 0-19 0,0 0-17 16,0 0 2-1,0 0-23-15,0 0-17 0,0 0 0 16,0-2 15 0,0 2 7-16,0 0-11 15,0 0-11-15,0 0-12 0,0 0-8 16,0 0-5-16,0 0-8 15,0 0-15-15,0 3-7 16,0 19-7-16,0 20-10 16,-9 18 5-16,-3 13 63 15,-2 5 36 1,2 8-57-16,-2-12-8 16,10-19-4-16,4-17-4 15,0-8 0-15,0-14 3 0,0-7-2 16,0-7-3-16,0-2 0 15,0 0 5-15,0-17 10 16,6-11-3-16,4-13-5 16,2-6-4-16,-6-12 1 15,4-6 1-15,-6-1 0 16,-2 6-1-16,-2 7 1 0,0 11 0 16,0 13-2-1,0 14 9-15,0 5-7 16,0 6 0-16,0 0 2 15,0 4-3-15,0 0-1 16,0 0-3-16,6 0-1 16,7 19-12-16,4 12 15 0,5 10 6 15,1 9 1 1,-1 1 0-16,-2 1-2 16,-4-3-2-16,-2-7 0 0,-2-5-1 15,-1-5 1 1,2-4-1-16,-5-6 0 0,3 0-1 15,-4-8 1 1,-1-6-2-16,-4-7-12 16,-2-1-117-16,0 0-181 15</inkml:trace>
  <inkml:trace contextRef="#ctx0" brushRef="#br2" timeOffset="16516.68">10682 10974 515 0,'0'0'11'0,"0"0"8"15,0 0 0-15,0 0-3 16,99-71-8-16,-67 52-7 15,-2 3-1-15,-8 3 0 16,-9 1-6-16,-2 2-138 16</inkml:trace>
  <inkml:trace contextRef="#ctx0" brushRef="#br2" timeOffset="17077.4">10779 10418 524 0,'0'0'17'15,"0"0"16"-15,0 0 25 16,-139-18 6-1,97 25-29-15,-3 23-15 16,0 4 2-16,2 11 2 0,2 6 3 16,4 4 1-1,10 4-11-15,3-2-6 16,15 9-5-16,9 0-1 0,0 7-2 16,20-2-1-16,25 2 0 15,10-3-2 1,15-8 0-16,5-10 0 0,7-8-1 15,-3-16 0-15,-1-14 0 16,-7-9 0-16,-5-5 1 16,-8-5 0-16,-6-20 1 15,-9-6 0-15,1-6-8 16,-6-12 15-16,-2-5-10 16,-3-9 4-16,-5-9-3 0,-4-3 0 31,-16-2 4-31,-6-4-2 0,-2 3 2 0,-17 3 2 15,-24 3 7 1,-10 7 7-16,-5 8 13 16,-7 10 3-16,-5 13-15 15,0 15-13-15,0 19-3 16,5 0-7-16,3 30-5 0,8 12-32 16,7-3-192-1</inkml:trace>
  <inkml:trace contextRef="#ctx0" brushRef="#br2" timeOffset="17997.49">9058 12872 544 0,'0'0'112'15,"0"0"-15"-15,0 0-25 16,-7-8-25-16,7 8-31 15,0 6-17-15,9 19-2 16,10 13 6-16,3 12 8 16,-3 11 7-16,1 5 4 0,-1 0-1 15,-4-6-7-15,1-6-4 16,-6-11-7-16,2-12-3 16,-2-12 1-16,-4-9-3 15,-2-10 0-15,-4 0-11 16,0-16-41-16,-4-15-173 15,-18-13-331 1</inkml:trace>
  <inkml:trace contextRef="#ctx0" brushRef="#br2" timeOffset="18447.3">9110 12901 563 0,'0'0'13'15,"0"0"4"-15,0 0 0 16,0 0-9-16,109-50-6 16,-87 50 2-16,-7 0-1 15,-4 13-1-15,-9 7 5 16,-2 5 0-16,0 5 5 16,0 0 6-16,-9 7-1 0,-6-3 0 15,4-2-10 1,1-6-2-16,8-6-1 15,2-6-6-15,0-7-2 16,4-7 2-16,15 0 1 16,5 0 2-16,2 0 3 15,0 0-3-15,0-6 0 16,-4 6-1-16,-2 0 1 16,0 0-1-16,-3 0 1 15,0 6-1-15,-2 6-1 16,0 1 5-16,-4 3-3 15,-5 1-1-15,-6 2 3 0,0 5-2 16,0 1 8 0,-10 1-4-16,-10 4-2 15,1-5-2-15,1-5 0 16,6-11-4-16,1-9 1 16,-2 0-38-16,5-19-274 0</inkml:trace>
  <inkml:trace contextRef="#ctx0" brushRef="#br2" timeOffset="18957.56">9099 12711 498 0,'0'0'13'16,"0"0"24"-16,-128 30 8 15,86 2 1-15,3 9-7 16,3 7-3-16,4 6-10 16,6 11-1-16,10 6 3 15,8 5-3-15,8 5-11 16,8 1-2-16,30-1-3 0,19-8-2 15,12-9-4 1,12-9-1-16,8-19-4 0,-1-9 3 16,-2-13-2-1,-7-14 2-15,-9 0 1 16,-8-12-3-16,-13-20-2 0,-5-7 0 16,-6-10-1-16,-5-11-8 15,-7-8 16-15,-8-8-2 16,-4-4-2-1,-14-10 3-15,0 1 0 0,-18 2-2 16,-18 8 5 0,-16 9-4-16,-11 13 7 0,-5 19-5 15,-3 12 3 1,5 15-4-16,7 11-3 0,14 3-2 16,14 22-5-1,13 3-70-15,18-3-668 0</inkml:trace>
  <inkml:trace contextRef="#ctx0" brushRef="#br2" timeOffset="20130.52">12750 12601 419 0,'0'0'47'0,"0"0"8"15,0 0 3-15,0 0-11 16,0 8-16-16,0 1-19 16,0 1-6-16,0-4-4 15,1 0 1-15,-1-5-2 16,0 2 0-16,3-3 0 15,-1 0-3-15,0 0-1 0,-2 0 1 16,2 0 0 0,1 0 11-16,-3 0-6 0,2 0 2 15,-2 0 3-15,0 0 1 16,0 0 3-16,0 0-3 16,0 0-4-1,0 0-3-15,3 0 0 0,-3 0 0 16,0 0 2-16,0 0 0 15,0 0 4 1,0 0 0-16,0 0 2 0,0 0-5 16,0 0-5-1,0 0-1-15,0 0 0 16,0 0 1-16,0 0 1 0,0 0 1 16,0 0 0-16,0 0 0 15,0 0-3-15,2 0-2 16,2 0 0-16,2 0 0 15,0 0 3-15,2-3-1 16,0-4-1-16,0-3 0 16,-2-3 6-16,-4-1-4 15,1-1 2-15,-3-1 0 16,0 3 2-16,0-1 6 16,-13 8 4-1,-7 2 20-15,-3 4-10 0,-5 0-10 16,0 22-5-16,0 9-2 0,4 3-1 15,6 8-1 1,6-3-1-16,12 3 0 0,0-4-2 16,0-3 0-1,22 2 1-15,4-6-2 16,8-8-1-16,5-10-1 16,11-11-2-16,3-2 4 15,1-7-5-15,0-24-25 16,-7-4-151-16,-12-4-224 15</inkml:trace>
  <inkml:trace contextRef="#ctx0" brushRef="#br2" timeOffset="20624.84">12798 12295 452 0,'0'0'52'0,"0"0"38"0,0 0 1 16,-136-13-41-16,91 13-18 0,-3 25 3 16,-3 9-8-1,3 8-7-15,6 6 1 0,4 2 0 16,13 2-1-1,11 2-11-15,11 6-3 0,3 4-1 16,15 6-1 0,24 6-1-16,15-5 0 15,12-2-2-15,9-8 2 16,7-15-2-16,4-9 0 16,2-14-2-16,0-13-3 0,-4-10 8 15,1-4-5 1,-6-25-3-16,-10-8 2 15,-12-9-3-15,-11-6-2 16,-10-7-4-16,-14-2 16 0,-13-13-4 16,-9-2 2-1,0-7-1-15,-26 0 2 0,-17 4-1 16,-13 4 3 0,-11 14 4-16,-11 11 3 15,-3 15-4-15,3 12-5 0,12 11-4 16,12 12-2-16,13 0-9 15,9 2-147-15</inkml:trace>
  <inkml:trace contextRef="#ctx0" brushRef="#br2" timeOffset="21746.91">11350 15038 178 0,'0'0'12'0,"0"0"35"0,0 0 52 15,-24-39 16-15,20 33-11 16,-1 0 10 0,0 6-35-16,3-1-3 0,2 1-36 15,0 0-17-15,0 1-11 16,0 21-3-16,0 9 6 15,0 10 12-15,5 11-2 16,4 6-7-16,1 6-2 16,0 2 2-16,4-4-7 15,1-10-2-15,-4-7-8 16,-1-16 0-16,1-9-1 16,-2-16-3-16,-1-4-9 15,-5-3-7-15,-3-22-36 16,0-4-28-16,0-14-65 0,-5-5-90 15,-12-6-121 1</inkml:trace>
  <inkml:trace contextRef="#ctx0" brushRef="#br2" timeOffset="22047.61">11270 15021 420 0,'0'0'26'0,"0"0"10"0,0 0 18 15,0 0-8-15,0 0-15 16,86-75 0 0,-48 70-8-16,1 4-4 15,7 1-8-15,-4 0-6 16,0 0-2-16,-10 18-1 0,-7 10-1 16,-9 10 2-16,-12 9 4 15,-4 5 1 1,0 1 3-16,-17-2 0 15,1-7-2-15,-1-4-5 0,0-5-4 16,-3-4 2-16,0-4-1 16,-6-4-7-16,-2-9-172 15,2-10-265-15</inkml:trace>
  <inkml:trace contextRef="#ctx0" brushRef="#br2" timeOffset="22632.27">11523 14658 520 0,'0'0'52'0,"0"0"19"16,-131-3-15-16,93 3-19 0,1 19-10 16,-6 11-3-16,4 6-5 15,-3 13-9 1,0 9 1-16,2 6 9 15,7 5 11-15,9 3-9 0,16 2-3 16,8 2-11 0,11 2-6-16,23 0 1 15,14 3-1-15,10-5-2 16,8-8 1-16,1-11-3 0,4-14 1 16,2-16-1-1,0-15-2-15,3-12 3 0,-1 0-1 16,-2-27 3-1,-11-6-7-15,-4-13-7 0,-12-2 0 16,-12-8 13-16,-12-5 1 16,-9-13 1-16,-12-4-2 15,-1-9 3-15,-10-2-2 16,-20 2 1-16,-14 5 0 16,-5 8 3-16,-11 12-1 15,-2 15-3-15,2 16 2 0,5 13-2 16,6 18-3-1,10 0-2-15,9 14-80 16,18 8-546-16</inkml:trace>
  <inkml:trace contextRef="#ctx0" brushRef="#br2" timeOffset="23647.34">14504 14615 463 0,'0'0'120'0,"0"0"-19"15,0 0-38-15,-17-4-22 16,14 4-24-16,3 0-10 15,0 11-4-15,0 14 5 16,0 11 11-16,0 5 13 0,3 8 1 16,5 3-7-1,1 0-7-15,3 0-5 16,-1-4-5-16,2-4-1 0,-2-6-3 16,2-4-5-1,-3-5 2-15,-3-10-2 0,2-2 0 16,-5-7-1-16,-4-8-4 15,0-2-38-15,0 0-146 16,-2-18-279 0</inkml:trace>
  <inkml:trace contextRef="#ctx0" brushRef="#br2" timeOffset="23977.38">14495 14664 658 0,'0'0'45'0,"0"0"-23"15,0 0-12-15,0 0-14 16,0 0 2-16,17-30 11 15,22 26-4-15,8-4-2 16,5 2-2-16,2-3 1 16,-3 3-1-16,-5 4-1 15,-8 2 0-15,-16 0-2 16,-14 6-4-16,-8 18-13 0,0-1-30 16,-19 4-40-1,-9-1-34-15,1 2-78 16</inkml:trace>
  <inkml:trace contextRef="#ctx0" brushRef="#br2" timeOffset="24197.43">14568 14959 510 0,'0'0'101'0,"0"0"-44"0,0 0 1 16,0 0-32-16,0 0-25 15,28-5-2 1,6-3 3-16,8-1 0 0,-4 2-1 16,-3 6-1-1,-7-4-1-15,-6 5-1 0,-10 0-5 16,-10 0-22-16,-2 10-216 16</inkml:trace>
  <inkml:trace contextRef="#ctx0" brushRef="#br2" timeOffset="24428.17">14620 15293 549 0,'0'0'37'0,"0"0"-18"0,0 0-11 16,0 0 6-1,0 0-1-15,0 0-5 0,121-16-3 16,-75 7-4-16,0-4-2 16,-7-1-5-1,-7 2-30-15,-13-2-274 16</inkml:trace>
  <inkml:trace contextRef="#ctx0" brushRef="#br2" timeOffset="25097.43">14799 14389 490 0,'0'0'75'0,"-110"-28"-6"16,56 19 0-16,-3 3-16 15,0 6-22-15,-7 0-1 16,-2 18-17-16,0 11-9 0,-1 8 5 16,7 5 10-1,4 8-7-15,7 0 0 16,5 7 0-16,12 3-2 16,6 3 3-16,14 7 1 15,9 1-5-15,3 7-5 16,18 3 0-16,27 6-4 15,11-2 0-15,15 2 2 0,13-9-5 16,8-9 7 0,9-12-4-16,2-20-4 15,-1-15 6-15,-5-16-3 16,-5-6 1-16,-13-6-1 0,-5-25 1 16,-14-7-3-1,-6-9 0-15,-9-5 1 0,-4-8-1 16,-11-7 1-16,-4-3 0 15,-11-6 0 1,-13-1 2-16,-2-2 1 0,-15 1 2 16,-24 1 2-16,-8 1 2 15,-9 1 1-15,-4 9-1 16,-4 12-2-16,-6 15-2 16,-1 21-4-16,-6 18-5 15,-3 12-19-15,-4 27-164 16</inkml:trace>
  <inkml:trace contextRef="#ctx0" brushRef="#br2" timeOffset="36129.83">6568 8946 274 0,'0'0'19'0,"0"0"-11"16,0 0 1-16,0 0 1 15,0 0-3-15,2 0 7 16,5 0-4-16,0 0 4 15,1 3 9-15,-2 8 2 16,1 3-8-16,0-3-8 0,1-2-3 16,-4-3-4-1,0-2 1-15,0-4-1 16,6 0-1-16,2 0 0 16,3-5 2-16,5-15 4 15,6-8 2-15,2-1-3 16,2-1-5-16,-2-4-1 0,-2 8 0 15,-5 4-3-15,-2 11-94 16</inkml:trace>
  <inkml:trace contextRef="#ctx0" brushRef="#br2" timeOffset="55078.58">2907 11970 234 0,'0'0'19'0,"0"0"-19"0,0 0 0 16,0 0 1 0,0 0 2-16,0 0-2 0,0 0 2 15,0 0 1 1,0 0 4-16,0 0 9 16,0 0 9-16,0 2 6 0,0 2 0 15,0 2-6-15,0-3-11 16,0 3-7-1,0-2-5-15,0 0-2 0,0 0 4 16,0-2 0-16,0 1 9 16,0 0-4-1,0 2-4-15,0-1 0 0,-5 2-5 16,-1-2 3-16,3 2 1 16,1-1-1-16,2 1-2 15,-2 0 1-15,0 0-2 16,2 0 3-16,0-2-1 15,-2 2 0-15,0 0 5 16,0 0-1-16,-2 3 0 16,-3 1 0-16,4 3 0 31,-3 1-5-31,0-1 0 0,0 0 1 16,0-1-2-16,0-2-1 0,4-2 8 15,-4-1 13-15,2 1-11 16,2-2-3-16,-3 3 0 15,0 1-4-15,1 0-2 16,-2 4 0-16,0-5 1 16,1 3 0-16,-1-4 1 15,4-3 0-15,-5 1 1 16,3 0 0-16,0-2-2 16,-2 4 0-16,1 3-1 15,1 1-2-15,-5 6 2 16,1-1 0-16,3 0-1 15,-1-1 1-15,-1-2 1 0,-2 3 3 16,3-4-3 0,0-1 6-16,0 1-1 0,-2-1-3 15,2 3 1-15,0-3-2 16,0 6-4-16,-2-5 3 16,2 3-1-16,4-5 0 15,-4-3-1-15,4-1 5 16,-2-1-3-16,-1 0 4 15,2 2 2-15,-1 0-5 16,0 3-3-16,-2 3 0 16,0 3 1-16,-1-1-1 15,0 4 2 1,-1-3-1-16,-2 2 0 0,5-3 1 16,-4 1 0-16,5-2 2 15,-4-1-6-15,5-3 2 16,-1 3 1-16,0 2 0 15,-3 1 1-15,-2 2-3 16,3 4 2-16,-4 1 0 16,0-1 0-16,2-4-1 0,-2 0 2 15,-1-2-3 1,6-3 2-16,-3-2 0 0,4-2-2 16,-1-1 3-1,0 0-2-15,1 0 0 0,0 3-2 16,-2 2 4-1,-1 2-4-15,-2 6 4 0,-1-1-2 16,-1 3 1 0,3-3-2-16,-3-4 3 15,4-5-1-15,1-1-1 16,4-3 0-16,2-4 2 0,-2 2-1 16,0-5-2-1,-1 4 2-15,1-1 0 16,0-1-1-16,-3 3 1 0,3 0 0 15,-1 1-1-15,2 1 0 16,-1-4 3-16,0 2-2 16,2 0 1-16,-2 0-1 15,0 1 1-15,-2 0-2 16,-2-1 0-16,4 3 2 16,0-1-2-16,-1-3 1 15,2 1-1-15,-3 0 0 16,2 2 0-16,0 1 3 15,-2-1-3-15,-1 2 1 16,0-3 1-16,2-3 0 16,3-2 3-16,-1-2-1 15,1 0-6-15,0 0-2 16,4 0-1-16,19 0-9 16,6 0 12-16,-7 0-90 15</inkml:trace>
  <inkml:trace contextRef="#ctx0" brushRef="#br2" timeOffset="57412.54">10592 11290 292 0,'0'0'13'0,"0"0"22"0,0 0 16 15,-2 0 7-15,2 0-32 16,0 0-11-16,-2 0 2 16,2 0 15-16,0 0 11 15,0 0 2-15,-2 0-6 0,0 0 0 16,-1 0-4 0,-1 0-13-16,-3 0-6 15,-3 0-7-15,-1 4-5 0,0 11-3 16,-4 7-3-16,-2 0 2 15,2 3 2 1,-1 1 0-16,4 0-4 0,-4-3 5 16,4 4-2-1,-4 1-2-15,6-2 2 16,-5 5-3-16,2-2 2 0,0 2 0 16,0-2 0-1,-2-1 1-15,2-3-1 16,-4 2 0-16,0-2 1 0,0 2-1 15,-3 3 0-15,1 0 1 16,2 0 0-16,-5 4-1 16,1 0 1-16,3-2-1 15,-1-1 1-15,0-2 0 16,1-1 2-16,4-2-1 16,0-1-2-16,2 0 2 0,-4 0 0 15,4 3-2 1,-6 1 1-16,-1 2 1 0,0 3 0 15,0-3 0-15,-5 3-2 16,2-3 3 0,0-3-3-16,6 0 3 15,-4-8-1-15,5 4-1 16,0 1 1-16,-2 0-2 16,4 0 0-16,-4 3 2 15,3-3-3-15,0 0 2 16,2 0-2-16,0-3 3 15,2-2-2-15,-2-2 2 16,4-5-2-16,2-1 2 16,1-5 2-16,0 4-3 0,1 0-1 15,2 1 0-15,0-1 0 16,-2 5 0-16,2-2 1 16,-2-1-1-16,-1-3 0 15,1-3 2-15,2-1-2 16,-1-2-2-16,3-2 2 15,0-2 0 1,0 0 0-16,0 0 0 0,0 0-1 16,0 0 4-1,0 0-3-15,-2 0 1 16,2 0-1-16,0 0 0 16,0 0 2-16,-2 0-4 0,2 0 5 15,0 0-5-15,0 0 3 0,0 2-1 16,0 0-1-1,0 0-2-15,0-2 1 16,9 0-5-16,6-18-31 16,-5-24-314-16</inkml:trace>
  <inkml:trace contextRef="#ctx0" brushRef="#br2" timeOffset="59579.09">3879 12103 56 0,'0'0'8'0,"0"0"10"0,0-1 13 15,0-5 35-15,0 1 18 16,0 3-17-16,0 0-7 16,0 2-9-16,0 0 15 15,0 0 9-15,0 0-29 16,0 0-13-16,0 0-9 0,0 0-13 15,0 0-7 1,0 4-1-16,0 2-1 0,0 3-1 16,0-1 0-1,4 3 2-15,2 1-2 16,6-2-1-16,-4 7 2 0,2-6-3 16,4 3 3-1,-4-3-2-15,6 5 0 16,-6-4 1-16,6-1-1 15,-2 3 0-15,1-3 1 0,-2 1-1 16,0-1 1 0,-2-3-1-16,0 2 1 0,-3-4 0 15,1-1 1-15,0 1-2 16,-3-2 1-16,0 0 0 16,4 2-1-16,-2-2 3 15,2 3-4-15,-1 1 5 16,0 1-2-16,1-2 1 15,-3 3 0-15,4-2 1 16,-3-1-2-16,1 0-3 16,-1 1 2-1,-1-3-1-15,2 4 0 16,-1-1 2-16,-2-1-1 16,1 0-1-16,-3-1 1 0,5 0-1 15,-5 3 1-15,0-4-3 16,5 3 5-16,0 0-3 15,-3 1-1-15,8 3 3 16,-4 0-3-16,2 1 0 16,6 3 1-16,-1 3 2 15,0 2-2-15,1-1-1 16,3 2 1-16,-3-2 1 16,-4-2 0-16,2 0-2 0,-2-1 0 15,4-4 2 1,-6 2-1-16,6-2 0 15,-5 4-1-15,2-6 1 16,-2 5 1-16,2-3-1 0,0 1-1 16,-2 0 2-1,2-1-2-15,0 4 3 0,2 1-2 16,-1-1-1-16,0 2 3 16,2-1-3-1,-4-5 2-15,0 4-4 16,-4-6 6-16,1 3-4 15,0 0 2-15,2-1 0 0,-1 4-3 16,0-2 4 0,0 1-4-16,-1-5 4 15,-2-3-2-15,1 2-1 16,-4-5 0-16,2 1 1 0,2 0-1 16,-4 2 2-1,3-3-2-15,0 5 4 0,-3-4-4 16,3 0 1-1,-3-2 0-15,1-2-1 0,-3 0 2 16,-4 0-2-16,2-2 1 16,-2 0 2-1,0 0-2-15,0 0-2 0,0 0-6 16,0-16 0-16,-4-3-7 16,-20-3-160-16</inkml:trace>
  <inkml:trace contextRef="#ctx0" brushRef="#br2" timeOffset="61645.75">11356 11083 239 0,'-4'4'14'16,"2"2"-1"-16,0-4-5 16,-2 1 0-16,2-3 5 0,2 0-5 15,0 0 26 1,0 0 29-16,0 0-6 15,0 0-2-15,0 0-4 16,0 0 5-16,0 0-12 16,0 0-12-16,0 0-19 15,0 0-5-15,0 0-3 0,0 5 3 16,0 2-2 0,0 1 1-16,0 7 0 15,0-1 4-15,8 6 4 0,0-5 1 16,0 2-6-1,1-5-3-15,2 2-4 16,2-2-1-16,0 2-1 16,4 0 1-16,0 3 0 15,0 1 1-15,3 0 2 16,-1-1-1-16,0 1 5 0,1-3-2 16,4-4 3-1,-3 3-2-15,5-3-2 0,-5 1 1 16,-2 0-1-16,1 2 0 15,-3-1 3-15,-2 0 3 16,3-1 2 0,-6 4-2-16,6 0-5 15,1-2-2-15,-2 3-1 0,5-1-2 16,-1 0-1-16,3 2 0 16,0-5-1-16,-3 2 0 15,0 1 1-15,-1 0-1 16,2 1 1-16,-1 2-1 15,-4 3 2-15,2-1-1 0,3 0-1 16,-2 0 1 0,-2-1-1-16,2-2-1 15,2-2 1-15,-4-3 0 16,2 4 0-16,0 0 1 16,1 1-1-16,-4 1 1 0,-2-2-1 15,3 1 2 1,-4-3-2-16,2-1 0 0,-3-1-1 15,4 3 0-15,3-3 2 16,0 3-2-16,0 2 1 16,-1-1 2-1,3 1-3-15,-4 1 2 16,-2-4-1-16,2-2 1 16,-3 0-2-16,2 4 0 0,3-6 1 15,-3 3 0 1,0-3 1-16,-1 5-1 15,1-4 0-15,-3-1 0 16,-4 3 0-16,4-9 0 16,-6 7 0-16,-1-6 0 0,0 0-1 15,-1-1 1-15,-2 1 0 16,0-2-1-16,3 0 0 16,2 2 1-16,-1 3 2 0,1 3-2 15,0 1 2 1,3 1-2-16,-3 0 0 0,-1-5 1 15,-3-1-1 1,-1-5 0-16,-4-2 1 16,2-1-1-16,-2 0 1 15,0 0-2-15,0 0 1 16,0 0 1-16,0 0 3 0,0 0-1 16,0 0-2-1,0 0 0-15,0 0-1 0,0 0 1 16,0 0-2-1,0 1-4-15,0 4-105 0,0-4-264 16</inkml:trace>
  <inkml:trace contextRef="#ctx0" brushRef="#br2" timeOffset="63412.82">2342 13921 368 0,'0'-3'9'0,"0"-1"-6"15,0-1 1-15,0 4-10 0,0-1-6 16,0-2 1 0,0-1 5-16,0 4-61 15</inkml:trace>
  <inkml:trace contextRef="#ctx0" brushRef="#br2" timeOffset="63594.9">2342 13921 416 0,'123'-56'-15'0,"-118"56"11"16,4 0 5-16,1 0-1 0,0 0-23 15,2-6-279-15</inkml:trace>
  <inkml:trace contextRef="#ctx0" brushRef="#br2" timeOffset="63737.58">2743 13852 366 0,'0'0'-15'0,"0"0"-49"0</inkml:trace>
  <inkml:trace contextRef="#ctx0" brushRef="#br2" timeOffset="65145.99">9970 13170 352 0,'0'0'22'0,"0"0"-4"0,0 0-8 16,0 0-10-1,0 0-11-15,0 0 8 16,0-2-7-16,0-2-156 16</inkml:trace>
  <inkml:trace contextRef="#ctx0" brushRef="#br2" timeOffset="65376.94">10198 13097 578 0,'0'0'-21'16,"0"0"17"-16,0 0 7 15,0 0-3-15,0 0-1 0,0 0-1 16,15-3 0-16,-8 2-19 15,-3-5-149-15</inkml:trace>
  <inkml:trace contextRef="#ctx0" brushRef="#br2" timeOffset="65579.07">10529 13016 579 0,'0'0'-23'15,"0"0"31"-15,0 0-4 0,0 0-15 16,0 0-65-16,0 0-246 16</inkml:trace>
  <inkml:trace contextRef="#ctx0" brushRef="#br2" timeOffset="65777.92">10736 12986 507 0,'0'0'6'0,"0"0"2"15,0 0 0-15,0 0-17 16,0 0-116 0,0 0-242-16</inkml:trace>
  <inkml:trace contextRef="#ctx0" brushRef="#br2" timeOffset="65978.16">10736 12986 393 0,'151'0'1'0,"-151"0"-1"16,0 0-4-16,4 0-2 15,2 0 2-15,1 0-9 16,4 0-78-16</inkml:trace>
  <inkml:trace contextRef="#ctx0" brushRef="#br2" timeOffset="66157.34">11183 12928 426 0,'0'0'14'0,"0"0"2"16,0 0-5-16,0 0-10 0,0 0-17 16,0 0-52-1,14 0-167-15</inkml:trace>
  <inkml:trace contextRef="#ctx0" brushRef="#br2" timeOffset="66337.37">11418 12876 424 0,'0'0'-6'16,"0"0"2"-16,0 0 6 16,0 0-5-16,0 0-10 15,0 0-103-15</inkml:trace>
  <inkml:trace contextRef="#ctx0" brushRef="#br2" timeOffset="66497.68">11633 12858 360 0,'0'0'-1'15,"0"0"-7"-15,0 0-110 16</inkml:trace>
  <inkml:trace contextRef="#ctx0" brushRef="#br2" timeOffset="66677.53">11847 12858 411 0,'0'0'-4'0,"0"0"-14"0,0 0 24 15,0 0-37 1,0 0-138-16</inkml:trace>
  <inkml:trace contextRef="#ctx0" brushRef="#br2" timeOffset="66860.76">12066 12822 390 0,'0'0'-2'16,"0"0"-8"-1,0 0 11-15,0 0-1 16,0 0-31-16,0 0-160 15</inkml:trace>
  <inkml:trace contextRef="#ctx0" brushRef="#br2" timeOffset="67028.95">12066 12822 296 0,'146'-70'-3'16,"-137"71"3"-16,1-1 0 0,4 0-22 16,-4 0-160-1</inkml:trace>
  <inkml:trace contextRef="#ctx0" brushRef="#br2" timeOffset="67194.5">12328 12727 401 0,'0'0'43'0,"0"0"-19"0,0 0-19 16,0 0-5-16,0 0-9 16,0 0-92-16</inkml:trace>
  <inkml:trace contextRef="#ctx0" brushRef="#br2" timeOffset="81844.94">4750 13886 148 0,'-6'-9'53'0,"-3"1"24"16,1 3-6-16,-3 0-34 15,0-1-23-15,3 5-10 16,-1-2-3-16,-2 3 0 16,1 0-5-16,-2 0 1 0,4 0 1 15,-2 9-1 1,-2 4-4-16,2 2-4 0,1 1 6 15,0 3-10 1,1 1 13-16,-1 1-1 0,3-1 4 16,-1 3 0-1,-1 6 0-15,-1 2 1 16,-1 7 1-16,-2 0 0 16,2 10-3-16,-6 2 3 15,4-2-2-15,-4-1-2 16,6-4 1-16,-5-2 0 15,4-1-1-15,3-5 2 16,-1 1-1-16,2 5-2 16,1 0 1-16,-5 7 0 15,3 4-1-15,-1 1-4 16,-4-1-6-16,3-4 7 0,-1-5 2 16,0-4-2-16,3-8 5 15,-2-4-1-15,4-9 1 16,0 1 1-16,2-2 0 15,0 0-1-15,2-4-1 16,-2 3 0-16,2-2 2 16,0 1-1-16,-2-1 0 15,2-4 1-15,0-1-1 16,0-1 1 0,2 0-1-16,0-4 1 0,0 0-3 15,0-1-4-15,0-3-117 16</inkml:trace>
  <inkml:trace contextRef="#ctx0" brushRef="#br2" timeOffset="84987.29">9228 12728 208 0,'0'0'8'0,"2"0"-10"16,0 0 7-16,-2 0 1 15,0 0-1-15,0 0 6 16,0 0 11-16,0 0 33 0,0 0 16 16,0 0-31-16,0 0-10 15,0 0-10-15,0 0-10 16,0 0-4-1,0 0 0-15,0 0-4 0,0 0-1 16,0 0-1-16,0 0 7 16,0 0 7-1,0 0 18-15,0 0-1 0,0 0-20 16,0 0-1-16,0 0-2 0,-4 0 2 16,2 0-2-1,-2 0 3-15,1 0-1 16,-1 0 3-16,1 0-7 15,-1 0-1-15,0 0 2 0,-2 0-2 16,0 0 2 0,-2 5-4-16,-2 1 3 15,2 1-1-15,-2 3-3 16,0-2 3-16,4-1-3 16,2-1-3-16,-1 0 2 15,0 0 0-15,-3 2-1 16,0 3-7-16,-3 3-107 15,-7-3-222-15</inkml:trace>
  <inkml:trace contextRef="#ctx0" brushRef="#br2" timeOffset="94287.39">12666 13081 152 0,'0'0'49'0,"2"0"-2"0,-2 0-9 15,0 0-15 1,0 0-11-16,0 0 0 0,0 0 6 16,0 0 3-16,0 0 1 15,0 0-8-15,0 0-8 16,0 0-3-16,0 2 0 15,0-2 4-15,0 4 10 16,0-2 2 0,-4 2 2-16,-1-3-4 0,1 5-9 15,-2 0-1-15,-2 0-5 16,-2 0 2-16,6-2-2 16,-2 2 2-1,0-1-1-15,-4 1-1 0,2 0-1 16,0 6 0-16,-6-3 1 15,4 1-1-15,-3 5 2 16,0-3 1-16,0 1 1 16,3-1 5-16,-4-4-1 15,8 2 4-15,-2-4 1 16,3 0-11-16,1 1-3 16,-3 0 1-16,3 4-3 0,-5 3 2 15,-4 5 0 1,3 4 0-16,-6-4 1 0,3 4 0 15,1-6 0 1,-1 1-1-16,2-4 1 0,3-1-1 16,-4 1 0-1,2-1 0-15,2 3 0 16,-1 1 0-16,-4 1 0 0,5 1 0 16,-4 0 1-16,0 2-1 15,1-4 0-15,2 1 0 16,3-4 0-16,-2 0 0 15,-2-5 0-15,4 7 0 16,-2-1 1-16,-5 6-2 16,0 5 1-16,-7 5 1 15,-1 4-1-15,-1-1 0 16,3 0 0-16,-2-7 0 16,-1-3 0-16,10-4 0 15,-4-5 0-15,6-3 0 16,-2-1 0-16,6-1 0 15,-2 2 0-15,-3 4 0 16,2-3 0-16,-2 4 1 16,-1 3-2-16,-4 2 2 15,4-2-1-15,-6-1 0 16,4 5 0-16,-2-6 2 16,3-1 0-16,-2-4 1 15,4 3 5-15,-2-3 3 0,3 1-3 16,-1 1-4-1,0 1-1-15,0 3 1 16,-3 2-2-16,0 1-4 16,0 0 5-16,2-3-1 15,0-1 1-15,1-4-1 16,2-2 0-16,1 0 4 0,4-3-7 16,-3 1 2-1,0 2 1-15,3-5-1 16,0 3 2-16,2-2-2 0,0 2 2 15,-3-5 2 1,4 1-3-16,-4 2-3 16,3-2 3-16,-1-1-1 15,1 1-1-15,-2 4 1 0,2-2 0 16,0 2 0 0,0-3 2-16,-2-1 0 15,1 0 1-15,1 0-4 0,2-1 3 16,0-1-3-16,-2 2 1 15,0 1 2 1,2-4-2-16,0 1 2 0,0-3-1 16,0-1 1-1,-2 3 1-15,2-2 2 16,0-1 2-16,0 0 4 0,0 2-2 16,-2 4-3-16,-1 0-4 15,1 1-1-15,0 2 1 16,0 3 0-16,2-6-3 0,-2-2 1 15,2 0-1-15,0-2 0 16,0 1 3-16,0-3-3 16,0 0 1-1,0 0 1-15,0 0 5 16,0 0-2-16,0 0-1 16,0 0 0-16,0 0 2 15,0 0-6-15,0 0 2 16,0 0 0-16,0 0-1 15,0 0 1-15,0 0-1 16,0 0 1-16,0 0-2 16,0 2 3-16,-2-2-5 0,2 1 4 15,-3 2 1 1,1 0-3-16,2 0 0 0,-2-1 1 16,2 0-1-16,-2 4-2 15,2-3 2 1,0-1 2-16,-2-1-3 0,2-1 3 15,0 0-1 1,0 0-1-16,0 0-2 16,0 0 0-16,0 0-11 15,0 0-20-15,0 0-80 16</inkml:trace>
  <inkml:trace contextRef="#ctx0" brushRef="#br2" timeOffset="95989.12">5161 14007 31 0,'0'0'26'0,"0"4"-33"0,0 1 20 15</inkml:trace>
  <inkml:trace contextRef="#ctx0" brushRef="#br2" timeOffset="96239.76">5333 14133 86 0,'0'0'6'0,"0"0"4"16,0 0 13-16,0 0-1 0,0 0-15 15,0 0-7 1,20 1 4-16,-14 1-9 15,0 1-53-15</inkml:trace>
  <inkml:trace contextRef="#ctx0" brushRef="#br2" timeOffset="96487.32">5503 14219 6 0,'0'0'28'16,"0"0"4"-16,0 0 1 0,0 0-7 15,0 0-9-15,0 0-7 16,49 51 1-16,-43-36-7 16,-2-1-6-16,2-1-4 15,0-3-46-15</inkml:trace>
  <inkml:trace contextRef="#ctx0" brushRef="#br2" timeOffset="98227.49">4402 15730 49 0,'0'0'39'0,"0"0"15"16,0-6 7-16,0 4-6 0,0 2-14 16,-2 0-14-16,2 0-3 15,0 0-3-15,0 0-7 16,0 0-5-16,0 0 0 16,0 0-4-1,0 0 3-15,6 0-4 0,2 0 1 0,6 0 3 16,-2 0 1-1,4 0-1-15,-2 2-1 0,4-2 1 16,-1 0-2 0,0 0-2-16,5 0-3 15,-3 0 2-15,3-2-1 0,1-8-2 16,3-1 0 0,-1-3 2-16,4 2-2 0,3-1 0 15,-2 1-1 1,2 2 2-16,-2 3-1 0,0 3 0 15,-4-2 0 1,0 6 0-16,-2-4 1 16,-5 1-1-16,3 3 0 15,0 0 0-15,2 0 0 0,1 0 0 16,3 0 1 0,0 0-2-16,0 0 2 0,0 0-1 15,-4 0 0-15,0 0 0 16,-2 0 1-16,0 0-1 15,-2 0 2-15,-1 0-2 16,0 0 0 0,-1 0 0-16,-5-1 0 15,-1 1 1-15,2 0 0 16,-4 0 1-16,4 0 0 0,-4 1 3 16,4 17 3-16,-2 8-3 15,-2 1-1-15,-3-2-35 16</inkml:trace>
  <inkml:trace contextRef="#ctx0" brushRef="#br2" timeOffset="155954.37">9206 12641 358 0,'0'3'32'0,"0"-3"2"16,0 0-11-16,0 2-13 15,0-1-10-15,0 4-4 0,0 1-6 16,0-6-289-16</inkml:trace>
  <inkml:trace contextRef="#ctx0" brushRef="#br2" timeOffset="156868.92">11061 10882 502 0,'0'0'13'16,"0"0"-3"-16,0 0-1 15,0 0 0-15,0 0-6 16,0 0-3-16,0 0-1 0,0 0 1 16,0 0 0-1,0 0 2-15,0 0 1 0,0 0 2 16,0 0 0-1,0 0 6-15,0 0 4 0,0 0-3 16,0 0-5 0,0 0 0-16,0 0-4 15,0 0-2-15,0 0-2 16,0 0 0-16,0 0 0 0,0 0-1 16,0 0 3-16,0 0-2 15,0 0 1 1,0 0 1-16,0 0-1 0,0 0 1 15,0 0 0 1,0 0-1-16,0 0 0 0,0 0-1 16,0 0 1-1,0 0-2-15,0 0 0 0,0 0-2 16,0 0-4 0,0 0 4-16,0 0 2 0,0 0 2 15,0 0 2-15,0 0-2 16,0 0-6-1,2 0-43-15,2-8-130 0</inkml:trace>
  <inkml:trace contextRef="#ctx0" brushRef="#br2" timeOffset="157967.34">13275 12568 418 0,'0'0'12'16,"0"0"-5"-16,0 0 8 0,0 0 4 15,0 0-8-15,0 0-4 16,0 0-5-16,0 0 0 16,0 0 1-1,0 0 4-15,0 0 2 0,0 0 3 16,0 0 1-16,0 0 0 0,0 0-6 16,0 0 0-1,0 0 3-15,0 0 0 0,0 0 0 16,0 0 0-1,0 0-3-15,0 0-5 16,0 0-1-16,0 0-2 16,0 0 0-16,0 0 2 15,0 0-1-15,0 0 0 16,0 0-7-16,0 0-9 16,0 0-23-16,0-4-72 15,0-2-81-15</inkml:trace>
  <inkml:trace contextRef="#ctx0" brushRef="#br2" timeOffset="158926.06">11720 15433 310 0,'0'0'-5'0,"0"0"31"16,0 0 3 0,0-4-25-16,0 4-10 15,0 0-21-15,0 0-88 16</inkml:trace>
  <inkml:trace contextRef="#ctx0" brushRef="#br2" timeOffset="180366.81">10140 9492 136 0,'0'0'10'0,"2"-2"1"16,-2 0-4-16,0 2-5 15,3-2 4-15,-3 0 8 0,0 0 27 16,2 0 19 0,-2 0 6-16,0 0-8 0,0 0-9 15,0 2 10-15,0 0 2 16,0 0-1-16,0 0-13 15,0 0-18 1,0 0-15-16,-9 0-9 16,-4 14 0-16,3 4-3 15,-4 5-2-15,2-1 0 0,-2 2 1 16,6-3 0-16,2-1 0 16,-1-7-1-16,2-4 1 15,5-3-1 1,0-3-2-16,0 0-2 0,3-3-1 15,12 0 3 1,-1 0 3-16,6 0-1 0,2 0 0 16,-3-6 2-1,1 3-2-15,1 3 1 0,5 0-1 16,-5 3 1-16,5 21 1 16,-6 7-2-16,-6 6 1 0,-2-1 0 15,-8 2 3 1,-4-5-3-16,0-5 1 15,-2 0 2-15,-18-8 3 16,-2-2 12-16,2-4 20 16,-4-7 0-16,0-3 3 15,2-4-1-15,-1 0-21 16,3 0-13-16,3 0-4 16,2 0-5-16,5-5-1 15,-2 1 3-15,10 2-3 0,2 2-24 16,0 0-149-1,0 0-258-15</inkml:trace>
  <inkml:trace contextRef="#ctx0" brushRef="#br2" timeOffset="180809.98">10310 9632 390 0,'0'0'34'16,"0"0"-16"-16,0 0 8 15,0 0-11-15,0-3-12 16,20-5 6-16,-3-1 1 16,9-4-2-16,4 1-1 15,2-4-4-15,0-1 0 16,-2 3-1-16,2-2-2 15,-6-1 0-15,-2 4-3 16,-5 1 0-16,-5 2 6 0,-4 6-2 16,-4 3-4-1,-2 1-11-15,-1 0-79 16,-3 0-190-16</inkml:trace>
  <inkml:trace contextRef="#ctx0" brushRef="#br2" timeOffset="181137.39">10523 9535 492 0,'0'0'33'0,"0"0"-14"16,0 0 14-1,0 0 17-15,0 0-6 0,-2 100-24 16,13-71-7-16,4 8-4 16,0 5-4-16,2 5 0 15,0 3 1-15,-1-3 0 16,-2-5 3-16,-5-9-2 16,0-8 0-16,-3-11-2 15,-6-10-3-15,0-4-2 16,0 0-2-16,0-12-9 15,-2-13 15-15,-16-10-387 16</inkml:trace>
  <inkml:trace contextRef="#ctx0" brushRef="#br2" timeOffset="181769.58">10893 9740 445 0,'0'0'50'0,"0"0"-2"0,0 0-19 16,0 0-18 0,7 0-5-16,12 0 8 0,2-4 6 15,5-10-3-15,6 0-5 16,-2-1-5 0,1-2-4-16,1 3-3 15,-4 2 0-15,-6 3 0 16,-6 0-2-16,-6 6-10 0,-4-5-58 15,-2-1-172 1</inkml:trace>
  <inkml:trace contextRef="#ctx0" brushRef="#br2" timeOffset="182067.53">11278 9312 632 0,'0'0'34'16,"0"0"-16"-16,0 0 4 16,0 0-12-16,0 0-4 0,30 106 3 15,-12-56 3 1,0 0-5-16,-2 1 4 15,-1-4-5-15,0-7-1 16,-2-3-3-16,-4-6 0 16,1-8-3-16,-1-1 2 15,0-7-1-15,-3-5-3 0,-6-4-12 16,0-6-261-16</inkml:trace>
  <inkml:trace contextRef="#ctx0" brushRef="#br2" timeOffset="202697.63">11978 15311 10 0,'0'0'-10'0,"0"0"30"16,3 0-6-16,0 0-3 0,-1 0 13 15,0 0-2-15,-2 0 19 16,0 0 22-16,0 0-20 15,0 0-7 1,0 0 3-16,0 0-6 16,0 0-5-16,0 0-16 15,0 0-18-15,0 0 4 0,0 0 6 16,2 0 0 0,1 0 0-16,-1 0-5 0,2 0 5 15,1 0 4-15,-2 0 9 16,2 0 6-16,-1 0 5 15,-2 0-8-15,3 0-1 16,-1 0-2 0,5 0 1-16,-3 0 10 0,4 0 6 15,4 0 13 1,-2-3-16-16,2-3-12 0,-2 0-6 16,6-3-2-16,-1 2-3 15,0-2 0-15,5 0 0 16,1-1-2-16,1-1-3 15,-2 4-2-15,-1 2 0 16,-4-1 2-16,1 4-3 16,-8 2 1-16,1 0 0 15,-2 0-2-15,-1 0 4 0,5 0 4 16,-2 0-4 0,4 0 0-16,2 3-1 15,2 3-1-15,1 1 2 0,-3 2-2 16,0-1-1-1,3 0-1-15,-8 1 2 16,6-1 0-16,-1-3 0 16,3-2 2-16,6-3-1 15,2 0 1-15,2 0-2 16,-1 0 1-16,-1 0-2 0,-4 0 3 16,-7 0-3-16,0 0-2 15,-5 0 1 1,0 0 1-16,2 0 0 15,0 0 1-15,2 0 1 0,0 0-1 16,3 0-1-16,-1 4 1 16,-1-2-1-16,-1-2 0 15,5 0 0-15,1 0 0 16,0 0 1-16,2 0 0 16,0 0-2-16,0 0 1 15,-3 0 0-15,-1 0-1 16,4 0 2-16,-6 0 0 15,2 0 0-15,-2 0 0 16,0 0 0-16,2 0 1 16,-5 0 0-16,7 0-1 15,2 0 1-15,1 0 2 16,1 0-3-16,2-2 0 16,0-2 2-16,-2 3 0 15,-3-2 1-15,-1 3-1 16,-7 0-1-16,3 0-2 15,-8 0 0-15,5 0-1 16,0 0 5-16,5 0-2 16,1 0 0-16,5 0-2 15,0-6 1-15,2 0 0 16,-2 1-1-16,-6 1 1 0,-2 0-1 16,0 0-1-1,-7 2 3-15,3-4-2 16,-3 0 2-16,4 0-3 15,-2 1 3-15,2-1-2 0,-4-1 2 16,0 3-4 0,-1 3 2-16,1-1-1 0,2 0 1 15,2 0 1 1,2-1-1-16,1 0 2 0,-3-3-4 16,2 0 2-1,-2 5 2-15,-4-3-2 16,-3 2 1-16,3-2-2 15,-5 2 1-15,4 0 2 0,4 0-3 16,6 0 2-16,4 2 1 16,6-2-4-16,2 2 4 15,-2 0 3-15,0 0-5 16,-9-2 3-16,-3 2-3 0,-8 0 1 16,-4-3 1-1,2 0 7-15,-2 0 7 16,0 0-3-16,-2-2 2 15,0 3 0-15,-2-2 6 16,1 2 5-16,-3-2-8 16,0 4-12-16,0-2 0 0,0 2-9 15,0 0-3 1,0 0-9-16,0 0-33 0,0 0-48 16,-17 0-128-1</inkml:trace>
  <inkml:trace contextRef="#ctx0" brushRef="#br2" timeOffset="204504.33">9701 13609 516 0,'-2'0'4'16,"2"0"8"0,0 0-6-16,0 0-9 0,0 0 2 15,0 0 1 1,4 0-9-16,4 0-50 0,0 0-102 15</inkml:trace>
  <inkml:trace contextRef="#ctx0" brushRef="#br2" timeOffset="204669.81">9701 13609 202 0,'121'134'-5'0,"-119"-132"-3"16,2-2 4-1,2 0-14-15</inkml:trace>
  <inkml:trace contextRef="#ctx0" brushRef="#br2" timeOffset="204847.62">10166 13915 406 0,'0'0'-69'0,"0"0"-90"0</inkml:trace>
  <inkml:trace contextRef="#ctx0" brushRef="#br2" timeOffset="205067.38">10366 14099 300 0,'0'0'-10'0,"0"0"-38"16,0 0 14-16</inkml:trace>
  <inkml:trace contextRef="#ctx0" brushRef="#br2" timeOffset="205317.2">10555 14386 361 0,'0'0'-5'0,"0"0"10"16,0 0 7-1,0 0-7-15,0 0-5 0,0 0-7 16,-10-9-84-16</inkml:trace>
  <inkml:trace contextRef="#ctx0" brushRef="#br2" timeOffset="205502.95">10663 14664 337 0,'0'0'-68'0,"0"0"-97"0</inkml:trace>
  <inkml:trace contextRef="#ctx0" brushRef="#br2" timeOffset="205690.57">10663 14664 291 0,'103'134'-14'15,"-103"-134"14"-15,0 0-7 16,0 0-16-16,0 0-112 16</inkml:trace>
  <inkml:trace contextRef="#ctx0" brushRef="#br2" timeOffset="-212427.35">10099 10347 317 0,'4'-11'4'0,"0"-1"15"16,6-1 23 0,-2-3-7-16,5 7-15 0,4-1-5 15,5 0-5 1,3 1-4-16,7 3-1 16,10-2-2-16,3 0 0 15,9 1-1-15,4-2-1 16,6 0 0-16,5-2-1 15,3-1 0-15,7-4 0 16,5-1 0-16,8-3 1 0,3-2-1 16,6-2 1-16,0 3-1 15,-2 0 3-15,-8 5-2 16,-10 3-2 0,-5 3 2-16,-10-2-1 0,-6 3 1 15,-8-3 0-15,-7-2 0 16,-2-1 0-16,-9-2 0 15,-6 2 3-15,-4 1 1 16,-4-1-3-16,-6 2 2 16,-2-1 2-16,-6-3 5 15,0-5 18-15,-1-3 6 16,-2-9-13-16,2-3-15 16,-5-2-1-16,0 0-2 15,0-1 2-15,-8-1 2 16,-13 2 5-16,-5 1 6 15,-2-1-4-15,-1 0-1 16,-1 3-1-16,-2-1-9 16,0 2-2-16,-2 3 0 15,-8 1 0-15,-3 3-4 16,-9 7 4-16,-8 4-2 16,-5 3 1-16,-1 8-3 0,-2 0 1 15,2 3 2-15,5 3-4 16,3 0 3-16,6 0-3 15,5 0 3-15,-1 0 2 16,-1 0-6 0,1 0 6-16,0 0-3 0,2 0 1 15,0-3-2 1,5-3 3-16,5-1-1 0,2-3-1 16,4-5 2-1,0 3-1-15,-2-2 0 16,-3 5 0-16,-8 3 1 0,-6 3-3 15,-8 3 2-15,1 0-1 16,0 0-1-16,0 12-1 16,-3 6 3-16,8-1-4 15,6 5 4-15,2 1-1 16,1 4 3-16,8 3-6 16,4 4 6-16,4 2-3 15,4 6 1-15,3 2-1 16,3-1 3-16,6-1-2 15,0 1-1-15,6-2 1 0,0 3 0 16,4-1 2 0,0 7-3-16,0 6 2 0,-1 7-3 15,3 1 3 1,0 7-1-16,0-4 0 16,0-3 1-16,7-2-2 15,9-6 1-15,8-3 0 16,2-1 1-16,2 0-1 0,5 1 1 15,-8-8-2 1,1-6 1-16,-7-5 0 0,-1-9 1 16,-6-8-2-1,0-7 1-15,-6-3-2 0,-2-1 1 16,-4-6-69-16,0 0-391 16</inkml:trace>
  <inkml:trace contextRef="#ctx0" brushRef="#br3" timeOffset="-200949.72">17888 9118 433 0,'0'-10'49'0,"-4"1"0"16,-2-3 16-16,1 4 7 0,0 1-29 15,1 3-11 1,2-1 1-16,0 4-4 16,2 1-10-16,-2 0-5 15,-4 0-4-15,-6 4-2 0,0 17-3 16,-8 8-4-16,3 4 0 15,-3 4 0-15,6 1 1 16,5-8 0 0,6-5-3-16,3-8-1 0,0-6-2 15,8-6 4-15,9-5-2 16,2 0 2-16,-2 0 0 16,5-6 2-16,2-1-2 15,-8 4-1-15,2 3 1 16,-3 0-1-16,-2 0 0 15,-2 11 2-15,-6 8-2 16,0 2 3-16,-5 0-3 16,0 4 5-16,0-1-3 15,-2-3 1-15,-15 0-1 16,0-4 1-16,0-1 2 0,-3-8 1 16,0-1 3-16,1-5 3 15,2-2-1 1,0 0-1-16,-2 0-4 15,4 0-1-15,4 0-4 16,4 0 0-16,1 0-1 16,6 0-3-16,0-6-21 15,0-7-59-15,11-6-180 0</inkml:trace>
  <inkml:trace contextRef="#ctx0" brushRef="#br3" timeOffset="-200548.12">18079 9257 542 0,'0'0'15'0,"0"0"-4"16,0 0 6-16,0 0-16 15,18 0 0-15,12-6 13 0,2-2-5 16,6-6-4-1,1 0-3-15,3-7 1 16,-4-2 0-16,-3 3-5 16,-9 2 2-16,-8 3 5 15,-5 7-5-15,-10 8-10 0,-3 0-21 16,0 0-6-16,-4 0-116 16,-12 8-161-16</inkml:trace>
  <inkml:trace contextRef="#ctx0" brushRef="#br3" timeOffset="-200199.61">18226 9206 395 0,'0'0'36'0,"0"0"28"0,0 0 10 16,0 0-9 0,0 0-22-16,0 0-7 0,-3 62-3 15,3-26-5 1,0 4 2-16,0 5-9 0,0 2 0 16,0-3-5-16,0-3-2 0,0-5-8 15,5 0 0 1,-1-5-1-16,0-5-1 15,3-2-2-15,-4-9 0 16,-1-3-2-16,2-6-2 16,0-6-2-16,0 0-26 15,0-2-51-15,-1-18-165 16,-3-3-254-16</inkml:trace>
  <inkml:trace contextRef="#ctx0" brushRef="#br3" timeOffset="-199545.56">18482 9349 339 0,'0'0'48'0,"0"0"12"16,0 0-1-16,0 0-29 15,-4-8-15-15,4 8-8 16,0 0-3-16,0 0-1 0,11 0 4 16,10 0-3-16,7 0 3 15,6-3-3-15,0-3-1 16,3-2-1-1,-6-1-3-15,-2 0 3 0,-13 4-2 16,-4 3 3 0,-5 2-1-16,-7 0 10 0,0 0 8 15,0 0-9 1,0 0-10-16,-13 7-10 0,-4 2-90 16</inkml:trace>
  <inkml:trace contextRef="#ctx0" brushRef="#br3" timeOffset="-198929.18">18863 9116 566 0,'0'0'-1'16,"0"0"10"-16,0 0 2 16,0 0-5-16,0 0-5 15,88-42 1-15,-62 42 1 0,-3 1-2 16,-5 17 0 0,-5 5 1-16,-7 8 1 0,-2 2 4 15,-4 5 7-15,0 1 9 16,0 4 10-1,-15 1-1-15,-4 1-5 0,0-1-4 16,-3 1-5-16,0-4-5 16,6-6-3-16,4-7-2 15,8-4-2 1,4-6-2-16,0-10-4 0,8-2 0 16,23-6 0-16,11 0 2 0,13 0 0 15,5-6 0 1,3-8-2-16,0 2 1 15,-9 0 0-15,-12 5-1 16,-12 1-1-16,-11 4 2 16,-8 2-4-16,-9 0-10 15,-2 0-20-15,0 0-179 16</inkml:trace>
  <inkml:trace contextRef="#ctx0" brushRef="#br3" timeOffset="-196947.32">17309 9044 358 0,'0'0'5'16,"0"0"12"-16,0 0 30 16,0 0 1-16,-8-26-24 15,20 24-4-15,16-2 11 16,11 2 5-16,13-7-1 0,12 2-13 15,10-2-4-15,13-1-7 16,13-2-6-16,9-5-2 16,12-1-2-16,2-3 0 15,-1-2 0-15,5 0 0 16,-8 0-1-16,-7 1 2 16,-13 5-3-16,-9 1 2 15,-11 5 0-15,-11-1-2 0,-13 2 2 16,-3-2 0-1,-5 5 0-15,-4-3-2 16,-4 7 2-16,-9-2 1 16,-2 4-3-16,-9-1 2 15,-6 2-1-15,-6 0 2 16,-1 0 0-16,-1 0 2 16,-1 0 5-16,0 0 3 15,2 0 5-15,-2 0 2 16,4 0-4-16,-4 0-6 15,2 0-4-15,2 0-1 16,2 0-1-16,2 0 4 0,-1 0 1 16,4-4-2-1,-2-2-1-15,0 0 0 0,2 5-3 16,-5-4-1 0,4 4-1-16,-4 1 1 0,4 0-1 15,-4 0-1 1,-1 0 2-16,2 0 0 15,-1 0-1-15,0 6 0 0,0 0 1 16,-6-1-1 0,2 3 0-16,-2 1 0 15,-2-1 1-15,1 6 0 16,-3-1 1-16,2 6 0 16,0 1 1-16,0 3-2 0,3 4-1 0,-1 2 0 15,3 6 2 1,3 2-3-1,-3 4 2-15,2 3 1 0,3 0 1 16,-4 5-1-16,6-2 0 16,-6 3 1-16,2-3 0 15,2-2-1-15,-6 0-1 16,4 0 0-16,0-5 0 16,-2-1 0-16,0-2 0 15,-3-2 1-15,0-2 0 16,-3-4 0-16,-2-4 1 15,0-4 0-15,0-4 1 0,0-5 0 16,0-4 0 0,0-2 0-16,0-3-2 0,0 1 0 15,0 1-3 1,0 0 2-16,-12 7 0 0,0-3-1 16,-6 3 0-16,4 2 0 15,-6-2 0 1,1-3 1-16,-4 0-2 0,5-7 2 15,-6 3-1 1,-1 1 0-16,-7 1 1 16,-8 3-1-16,-3 5-1 15,-11 4 2-15,-6 6-2 16,-6 5 0-16,-3-1 0 0,0 0 0 16,-2 0 2-16,2-6-1 15,0-4-1 1,-4 1-1-16,0-5 3 0,-7 3-2 15,-3 0-2-15,-4-2 0 16,-4-1 1-16,-1-5-1 16,6 0 2-16,7-5 1 15,5-5-1 1,12 0 3-16,11 0-2 0,9 0-2 16,6-3 3-16,8 1 2 15,2 1-5-15,5 1 3 16,1 0-1-16,3 0 3 0,0 0-5 15,4 0 4 1,-2 0-1-16,3 1-1 0,-4 5 0 16,1 0 1-1,-4 0-1-15,-3 1 1 0,7-1 0 16,-3-2 1-16,6-1 3 16,1-3-1-1,5 0 1-15,-1 0 0 0,-3 0 2 16,3-8-2-1,-4-10 3-15,1-9-3 0,-6-8 1 16,2-8-5 0,-2-9 0-16,2-2 1 15,-2-3-2-15,6 1 1 16,-3 6 0-16,2 4 2 16,2 5-5-16,-1 4 4 15,1 4-2-15,2 1 1 16,-1 1-1-16,4-2-1 0,2 0 2 15,-3 4-4 1,2 5 2-16,3 7 1 0,0 5-1 16,-2 6 2-1,0 6-6-15,-2 0-46 0,-4 0-234 16</inkml:trace>
  <inkml:trace contextRef="#ctx0" brushRef="#br3" timeOffset="-187947.83">19604 10728 344 0,'-1'-2'38'0,"-1"2"19"16,-1-1 2 0,1 1-14-16,0 0-16 0,2 0 11 15,0 0-5 1,-4 9-14-16,-5 26-7 0,-3 12 6 16,-8 17 12-16,-2 7-9 15,-1 2-6-15,4-4-7 16,3-11-2-16,6-10-4 0,6-13 0 15,2-12-2 1,2-11 0-16,0-5-2 16,0-2 1-16,0-5-2 15,0 0 2-15,0-24 10 16,2-12-1-16,6-11-6 16,5-5 1-16,-4-6-1 15,1-3-3-15,-4 9 1 0,2 6 0 16,-4 9 0-1,-2 8 3-15,0 6 2 0,0 6 4 16,-2 5 1 0,4 6 2-16,-2 6-1 0,5 0-4 15,0 0-5 1,6 12-4-16,4 15 8 16,4 6-3-16,1 7 2 0,2 10-4 15,-5 0-1-15,2-3-1 16,-1 2-1-1,-6-5-1-15,-3-5 3 16,-6-6-4-16,-3-4-10 16,-2-7-25-16,0-9-38 15,0-6-131-15,-4-7-250 0</inkml:trace>
  <inkml:trace contextRef="#ctx0" brushRef="#br3" timeOffset="-187714.35">19401 11269 462 0,'0'0'2'0,"0"0"0"0,0 0 12 16,0 0 7-16,124-64-10 15,-74 52-4-15,5-1-6 16,-1 0 0-16,-6-1-11 16,-5 0-229-16</inkml:trace>
  <inkml:trace contextRef="#ctx0" brushRef="#br3" timeOffset="-187128.78">19586 10605 449 0,'0'0'4'15,"0"0"10"-15,-159-12 16 16,98 12 6-16,-5 18 2 0,0 15 4 16,5 7-6-16,3 8-7 15,6 9-4-15,11 3-5 16,9 6-6-16,14 6 0 15,13 5-5-15,5 6 0 16,14 7-1-16,29-1 3 16,13 1-4-16,16-12-3 15,13-8-1 1,10-13 1-16,10-14-4 0,7-16-2 16,1-13-3-16,-12-12 4 15,-3-2 3-15,-12-10-3 16,-13-23 1-16,-10-10-1 0,-16-14 3 15,-4-15 0 1,-11-16 4-16,-8-13-3 0,-11-9 0 16,-13-4 1-1,0 0 5-15,-17 7 4 16,-22 17 0-16,-10 15 2 16,-14 22-1-16,-5 18-1 15,-2 17-5-15,3 18-4 0,7 0-5 16,13 5-23-16,9 10-156 15</inkml:trace>
  <inkml:trace contextRef="#ctx0" brushRef="#br3" timeOffset="-186269.37">17456 12899 492 0,'0'0'51'16,"0"0"49"-16,0 0-15 0,-11-8-46 16,11 8-22-1,0 0-5-15,0 8 6 16,8 17 0-16,5 9 3 15,5 5 2-15,-6 14-6 16,2 3-5-16,-8 4-1 16,-2-1-2-16,0-7 2 0,-2-7-5 15,2-7-4 1,-1-11-1-16,4-10-2 16,-3-5 1-16,-2-10-3 15,4-2-21-15,-4-2-55 16,-2-27-124-16,0-8-263 15</inkml:trace>
  <inkml:trace contextRef="#ctx0" brushRef="#br3" timeOffset="-185782.07">17442 12964 532 0,'0'0'3'0,"0"0"7"0,0 0 3 16,0 0 3-16,121-82 0 15,-86 76-8 1,-3 6-6-16,-7 0 0 0,-9 17-7 16,-12 12 10-16,-4 7-3 15,0 3 6-15,-4-2-2 16,-14 1 1-16,6-4-3 15,1-7 0-15,4-3-2 16,3-5 1-16,4-8-3 0,0-1 1 16,0-2-1-16,0-4 0 15,8-2-1 1,12-2 1-16,4 0 1 0,2 0 4 16,2 0-4-1,-3 0-2-15,-5 0 2 0,-5 8-2 16,-11 14-1-1,-4 9 6-15,0 8-1 16,-15 0 1-16,-9 2-3 16,-1-5 2-16,-1-1 0 15,0-6-1-15,6-9-2 16,4-6 1-16,2-11-1 16,8-3-1-16,4 0-18 0,2-23-221 15</inkml:trace>
  <inkml:trace contextRef="#ctx0" brushRef="#br3" timeOffset="-185227.65">17464 12765 481 0,'0'0'7'0,"0"0"9"0,-147 24 25 15,94 15 15 1,1 9-7-16,3 3-9 0,10 5-11 15,11 4-12 1,13 3-7-16,11 7-5 16,4 9-2-16,11 6 5 15,21 2-2-15,16 1 3 16,9-7-4-16,15-8-4 0,9-10-3 16,7-12 4-1,6-13-4-15,6-13 1 0,-3-13-5 16,0-12 3-16,-7-3-5 15,-1-31 12-15,-10-16 3 16,-13-14-7 0,-12-12 6-16,-22-9-3 0,-14-6-3 15,-18-6 4 1,-11-6 2-16,-32 1 1 0,-15 1 8 16,-7 7 4-16,1 10-4 15,-1 18-7 1,5 22-3-16,2 20-3 0,2 24 7 15,2 12-6-15,5 30-14 16,7 7-94-16</inkml:trace>
  <inkml:trace contextRef="#ctx0" brushRef="#br3" timeOffset="-184179.39">22245 12810 359 0,'0'0'40'0,"0"0"16"0,0 0-25 16,0 0-19 0,-2-4 0-16,2 4-1 0,0 0 0 15,0 4 3 1,0-4-3-16,0 2-5 0,0-2-1 16,0 0 1-16,0 0 0 15,0 0 6 1,0 0 3-16,0 0 3 0,0 0 3 15,0 0 4 1,0 0-1-16,0 0-14 16,0 0-8-16,0 0-2 15,0 0 0-15,0 0-1 16,0 0-1-16,0 0 2 16,0 0-2-16,0 0 1 0,0 0 0 15,5-6-1-15,3-3 3 16,0-5 2-16,1 0-1 15,-5-3-1-15,-4 4 1 16,0 1 5-16,-15 7 2 16,-13 5 3-16,-4 0-2 15,-6 0 1-15,-4 24 1 16,-1 5 3-16,5 8-2 16,2 6 4-16,3 3 8 0,12 0-3 15,5 1-4 1,14-2-8-16,2-9-6 0,0-3-1 15,26-6-5 1,2 0 4-16,4-7-5 16,0-3 3-16,5-2-4 15,-7-10-21-15,-4-3-41 16,-2-2-180-16,-8-5-181 0</inkml:trace>
  <inkml:trace contextRef="#ctx0" brushRef="#br3" timeOffset="-183622.46">22154 12537 328 0,'0'0'8'0,"0"0"41"0,-113-27-2 16,65 27 13-16,-5 0-1 16,-1 6 5-16,-4 13-13 15,-2 8-13-15,-1 4-4 16,3 12-4-16,4 7-7 15,9 4-2-15,13 10-2 16,21 2-2-16,11 8-6 16,7 1-3-16,33 4-2 15,15 5 1-15,13-7 0 0,16-2-1 16,13-11-7 0,14-13 3-16,12-18-2 0,7-16 6 15,3-14-6 1,-10-3 1-16,-11-18-5 15,-22-15-6-15,-19-10 1 16,-22-7 4-16,-16-11 6 16,-16-8 0-16,-11-14 0 15,-6-16 2-15,-2-7 1 0,-28-6 4 16,-15 0 0 0,-15 18 5-16,-14 17-5 0,-13 29 1 15,-6 26-9-15,-7 22 2 16,8 14-6-1,-3 25-41-15,7 1-399 0</inkml:trace>
  <inkml:trace contextRef="#ctx0" brushRef="#br3" timeOffset="-182827.9">19816 15091 585 0,'0'0'38'0,"0"0"7"16,0 0 8-16,0 0-22 16,-67 2-21-16,63 27-1 15,4 6 0-15,0 1 8 16,0 5-5-16,0-1-3 16,11 2 2-16,4 4 1 15,0-4 3-15,-2 5-4 0,-3-8-5 16,-1-6-4-1,-2-10 0-15,-3-12-2 0,2-11-4 16,-4 0-39 0,-2-16-75-16,0-20-253 0</inkml:trace>
  <inkml:trace contextRef="#ctx0" brushRef="#br3" timeOffset="-182529.35">19795 15093 478 0,'0'0'4'16,"0"0"12"-16,0 0 6 0,0 0-7 16,135 11-8-1,-94 7-5-15,0 1-1 16,-9 10 0-16,-10 0-2 15,-14 8 1-15,-8 4 3 16,0-2 5-16,-22 3 0 16,-6-2 7-16,0 1 5 15,3-6-5 1,-1-5-8-16,7-7-2 0,-1-7-6 16,5-4 1-1,5-10-20-15,-4-2-126 0</inkml:trace>
  <inkml:trace contextRef="#ctx0" brushRef="#br3" timeOffset="-181932.08">19821 14777 496 0,'0'0'8'0,"-117"-13"11"15,61 13 46 1,-2 0-8-16,7 0-3 0,3 4-15 16,10 11-12-16,4 8-9 15,8 12-7-15,10 15-6 16,5 14 3-16,9 11-1 16,2 11 3-16,9 3 3 15,25-1-4-15,14-4-4 16,12-6 2-16,9-4-7 15,9-12 2-15,5-3 0 0,1-11-4 16,0-7 1 0,-3-12 0-16,-3-16-11 15,-11-7-3-15,-7-6-4 16,-8-10 5-16,-9-24 8 16,-9-8 11-16,-8-11-5 0,-12-8 4 15,-4-5 0 1,-10-10-1-16,-10-3 0 15,-24-4 1-15,-15-1 4 16,-11 1 2-16,-11 8-3 16,2 14-5-16,0 11-2 15,7 17-2-15,12 13-6 16,9 13-33-16,15 5-398 16</inkml:trace>
  <inkml:trace contextRef="#ctx0" brushRef="#br3" timeOffset="-180870.01">23183 14537 257 0,'0'0'27'16,"0"0"74"-16,0 0-36 0,0 0-19 16,20-12-4-16,-20 10 16 0,0 2 17 15,0 0-19 1,0 0-12-16,-5 10-21 15,-2 5-4-15,1 7-2 16,6 5-3-16,0 5-2 0,0 4-2 16,0 10 1-1,0 2-1-15,0 9 3 16,5-3-3-16,1-3-3 16,3-7-2-16,-3-4-1 15,0-11-1-15,-1-9-2 16,1-6 0-16,-2-7 1 15,-4-7-8-15,0 0 10 16,0 0 9-16,0-17 0 16,0-14-7-16,0-10-2 0,0-9-3 15,-4-6-1 1,-4-6 0-16,-1 0 1 0,1 2 0 16,1 5 1-16,-1 13-1 15,3 7 0 1,1 12 1-16,4 9-1 0,0 6 0 15,0 5-2 1,0 1 0-16,0 0-2 16,11 0 0-16,8 0 2 15,7-2 1-15,8 0 0 0,1 2 0 16,5-2-1-16,-1 3 0 16,0 1 1-16,-8 0-2 15,-9 0-3-15,-6 0-14 0,-8 5-12 16,-8 7-13-1,0 5-25-15,0 1-168 16,-8 1-281-16</inkml:trace>
  <inkml:trace contextRef="#ctx0" brushRef="#br3" timeOffset="-180629.4">23316 14823 510 0,'0'0'23'15,"0"0"-8"-15,0 0 1 0,0 0-4 16,33-23-3 0,-6 16-4-16,4 1-5 0,-3 0 1 15,-4 6 0-15,-8 0-11 16,-7 0-40-1,-9 6-183-15</inkml:trace>
  <inkml:trace contextRef="#ctx0" brushRef="#br3" timeOffset="-180411.37">23258 15071 302 0,'0'0'56'0,"0"0"-10"0,0 0-5 16,0 0-3 0,0 0 15-16,0 0-18 0,48 4-14 15,-20-4-11-15,2-10-7 16,2 3-2-16,3-1-1 16,-3-2-35-16,-6 4-266 15</inkml:trace>
  <inkml:trace contextRef="#ctx0" brushRef="#br3" timeOffset="-179767.47">23437 14311 416 0,'0'0'1'15,"-114"-29"3"-15,56 20 4 0,-4 6 17 16,-6 3 19 0,2 0 6-16,-5 23-1 0,1 12-12 15,0 5 1 1,6 10-2-16,5 4-9 0,15 7-12 16,11 3-5-1,12 4-3-15,14 11 4 0,7 6 4 16,5 8-3-1,27 6-2-15,13 2 4 0,11 0-5 16,9-9-2-16,6-9-6 16,8-17 1-16,7-14-6 15,2-16 2-15,5-23 4 16,1-13-3-16,-1 0 3 16,-3-31 4-16,-7-16-9 15,-9-11 1-15,-7-9 0 0,-11-12 0 16,-12-11 5-1,-12-9-4-15,-10-8 4 0,-10-8 0 16,-12-5 8 0,0 0 2-16,-34 10 11 15,-18 15 7-15,-15 20-7 0,-13 20-12 16,-10 28 3-16,-5 21-12 16,3 6-3-16,8 19-7 15,15 12-38 1,13 2-148-16</inkml:trace>
  <inkml:trace contextRef="#ctx0" brushRef="#br3" timeOffset="-171499.37">2258 14034 429 0,'0'0'-12'16,"0"0"21"-16,0-8-5 0,1 0 5 16,10 2 1-1,-3 5-8-15,-1-3 1 16,6 2 0-16,-1-2-1 0,2 2 4 16,-1-2 1-1,6 2 3-15,-2 2-1 0,3 0 3 16,3 0-3-16,2 0 1 15,4 0 1-15,8 0-1 16,1 0-1-16,5 0 4 16,4-8 0-1,3-9 0-15,1-4-3 0,2-5 0 16,-1 2-3-16,-2 4-2 16,-2 7-4-16,-7 4 1 15,-1 7 0-15,-1 2 0 16,0 0-2-16,2 0 2 15,6 2 1-15,4-2 2 16,3 0 0-16,0-8-2 16,1-9 4-16,-5 2-2 15,0-1-3-15,-5 6-1 16,1-2 2-16,1 3-1 0,2-4 1 16,6-3-3-16,0-5 2 15,3 1 2-15,0-1-1 16,-2 2-1-1,-6 8-1-15,-5 5 0 16,-9 6-2-16,-4 0 2 16,-1 0 1-16,1 0-2 15,0 2 2-15,5-1 0 16,4 2-1-16,0-3 1 0,0 0 0 16,0 0-1-16,-5 0-1 15,-4 0-1-15,0 0 2 16,1 0 0-16,3 0-1 15,4 0 0-15,2-6 0 16,-1-2 2-16,-4 2-2 16,-12 0 0-16,-5 3 1 15,-10 3 0-15,-3 0-1 16,-7 0 0-16,0 0 0 16,0 0 1-16,0 0-1 15,0 0 2-15,0 0 4 16,-15 3-3-16,-5 5-1 15,-3 4 2-15,-5-1-1 16,-2 1 2-16,-6-1 2 16,-4 1-4-16,-2 2 2 15,-8 1 3-15,-3-1-5 0,-6 3 2 16,-1 1-1 0,0 0 2-16,-3-2-1 15,3-1-2-15,2-5 4 16,2 0-1-16,2-4-1 15,-1 1-2-15,3 1-1 16,-2 2-1-16,2 5 0 16,-3 1 2-16,-4 3-3 15,1 1 1-15,-4 3-2 0,2-2 2 16,-5 1-1-16,7-1-3 16,2-6 7-1,2-1-4-15,5-6 3 0,3-5 0 16,3 0-1-16,1-3 0 15,0 0 0-15,2 0 1 16,1 3 0 0,0 0 0-16,3-3 0 0,5 0 2 15,1 1-1 1,4-1 5-16,1 0 2 0,3 0-1 16,-4 0-2-16,0 0-4 0,-4 0 2 31,-6 0-4-31,-4 0 2 0,0 0-3 15,-3 0 3-15,3 0-2 16,-2 0 4-16,8 0-2 16,2 0 1-16,3 0-2 15,7 0 3-15,2 0 2 16,-2 0 0-16,7 0-1 16,0 0-3-16,7 0 0 15,0-1-3-15,2 1 0 0,6 0 2 16,-4 0-2-1,4 0 0-15,-4-3 1 0,0 3-2 16,-1 0 3 0,1-2-2-16,2 1 1 0,2 1-3 15,0 0 1-15,0 0-1 16,0 0-4-16,0 0-2 16,0 0-5-1,8 0 5-15,16 6 6 16,7 3 2-16,11 0-2 15,10-4 1-15,5 0-1 16,13-1 1-16,1-4-1 16,4 0-1-16,5 0 0 15,-3 0 1-15,1-12-2 0,4-1 1 16,-2-3-1 0,-1 1 1-16,5-4 1 0,2-7 1 15,2 0-2-15,-2-3 5 16,-6 0-5-16,-8 0 0 15,-11 5-1-15,-7 6 3 16,-4 4-2 0,-8-3 0-16,1 4 2 0,5-1-1 15,-6-1 1 1,4 2 1-16,-5 3-3 0,-9 6 2 16,-8 4-3-1,-10 0 0-15,0 0 1 0,-12 2 3 16,2 6-1-16,-2-4 1 15,-2 0 0-15,2-1-1 16,-2-3 0-16,0 0 0 16,0 0 1-16,0 0 0 15,0 0-1-15,0 0-1 16,0 0 2-16,6 0-2 0,4 0 1 16,0 0-8-1,10 0 8-15,1-3-1 0,-1-3 2 16,-1-2-1-1,-2 6 0-15,-4 0 0 16,-2 2 0-16,-5 0 0 16,2 0-1-16,-2 0 2 15,2 0-2-15,-6 0 2 16,4 0-1-16,-2 0 0 0,1 0 0 16,2 0-2-16,-3 4 4 15,-2 2-4-15,-2-1-8 16,0 1-165-1,-42 0-532-15</inkml:trace>
  <inkml:trace contextRef="#ctx0" brushRef="#br3" timeOffset="-168519.49">18325 13391 379 0,'0'-4'6'0,"0"2"-10"15,0-2 13 1,0 2 3-16,0-2-3 16,0 2-2-16,0 1-2 15,0-2-2-15,0 3 4 16,0-1 13-16,0 1 8 0,0 0 4 15,0 0-3 1,4 0-10-16,0 0-5 0,3 0 0 16,2 0 0-16,3 0 6 15,4 0 2-15,2 0 2 16,4 0-6-16,2-4 0 16,0 0-8-16,-1 0-3 15,1 0-1-15,2 2-4 16,2 0 0-16,2 2 0 15,2-2-3-15,3 0 3 0,2-2 1 16,6-2 0 0,-4 0 1-16,3-1-2 15,-1 1 2-15,-4 2-4 16,-1 4 2-16,-7 0 2 16,2 0-3-16,-5 0 0 0,4 0 1 15,3 4 1 1,6-4 0-16,8 0 6 15,2 0 2-15,5 0-2 16,0 0-3-16,-3-7 1 16,-1 2-3-16,-8-1-1 15,-4 3-1-15,-4 0 0 0,-1 1-2 16,1-1 1 0,0 0 0-16,-2-3 0 0,7 1 2 15,0 2-1-15,0-2 1 16,-3 0 3-16,-2 4-1 15,-1 1-2-15,-3 0-2 16,-2 0 0-16,2 0 1 16,0 0-2-16,2 1 2 15,-2 4 3 1,5-5-2-16,-3 0 2 16,-4 0-4-16,-2 0 1 0,-2 0-1 15,0 0-1-15,-1 0 1 16,5 0 0-16,4 0-2 15,6-6 0-15,4-2 3 16,3-2 1-16,-4 3-4 16,-4-1 1-16,-5 2 1 15,-6 3-1-15,-7 2-1 16,-2 1 1-16,-2 0 0 16,0 0 0-16,5 0 1 15,-1 0 0-15,5-4 0 16,0 1 2-16,4-3-3 15,2 1 1-15,-3-1-2 16,-1 2 2-16,2 4-1 16,-2-1-1-16,-2-3 1 15,2 0 2-15,4-2 0 16,0-2 1-16,-2 2 0 16,-1-1 3-16,-3 1-3 15,-2 0-1-15,-2 6 1 16,-4 0 0-16,2 0 3 0,1 0-1 15,-2 0-3 1,2 0 2-16,1 0-1 16,4 0 1-16,-2 0 0 15,-2 0-2-15,2-6 0 16,0 2-3-16,-3 1 4 0,-2 0-2 16,-4 2-1-16,-2 1-1 15,-2-2 3-15,-3 0-3 16,2 2 1-1,2-2 2-15,0 2-1 0,2 0-2 16,2 0 1-16,3 0 1 16,-4 0-2-16,2 0 1 15,-6 0 0-15,1 0 1 16,-3 0-1-16,-3 0 1 16,-2 0-1-1,-2 0 2-15,0 0-1 0,0 0-1 16,0 0 0-16,0 0-1 15,0 0 1-15,0 0 2 16,2 0-3-16,-2 0 2 16,0 0 1-16,0 0-2 15,2 0 0-15,-2 0 0 16,0 0 0-16,0 0 1 16,3 0-2-16,-1 0 3 15,0 0-2-15,0 0 1 0,3 0 2 16,-3 0-2-1,2 0-1-15,0 0 0 0,-2 0 2 16,5 0-3 0,-3 0 2-16,-1 0 0 15,-1 0 0-15,-2 0 2 0,0 0-1 16,0 0 0-16,0 0-1 16,0 0-2-1,0 0-4-15,-31 0-46 16,-25 0-646-16</inkml:trace>
  <inkml:trace contextRef="#ctx0" brushRef="#br3" timeOffset="-165145.3">1918 14352 387 0,'0'-16'19'0,"0"-2"-1"0,0-1 0 16,0 2 0-1,0 1-1-15,0 2 4 16,0 9 7-16,0 1 18 0,0 4 31 16,0 0-16-1,-2 0-21-15,0 0-13 0,0 0-9 16,-2 0-8-1,4 0-7-15,0 7-2 0,0 5 0 16,0 2-1 0,2 3 3-16,11 2 4 0,0 3 3 15,1 2 6 1,2-5 0-16,2 1-2 0,-2-2-4 16,3-3-4-1,3 1-2-15,2-1-1 0,2 1 1 16,0 0-1-1,0 1 4-15,-5-2-3 16,0 1 2-16,1 1 1 0,-1 2-4 16,1 1-2-1,4-1 2-15,0-1 0 0,2 2-1 16,0-2 1 0,2-1-1-16,0-1 2 0,-4 0-2 15,0-4 0 1,0 1 0-16,-3-1 0 0,1 1-1 15,-5-1 2-15,3 3-1 16,1-1 1-16,0 3-1 16,2-1 0-16,2-3 0 15,-1 5 0-15,-2-3-1 16,0-1 1-16,-5-1 1 16,1 2-1-16,-2-2-1 15,2 0 2-15,-2 0-2 16,0 2-1-16,4 3 2 0,0 1 0 15,-1 1 1 1,3 1-3-16,2 1 1 0,2 1-1 16,0-4 1-16,2 4 1 15,2 1-1 1,-2-3 1-16,-4 0-1 0,-1 1 1 16,1 0 0-1,-2 0-1-15,-4-1 0 16,-1 1 2-16,3 1-1 15,-1-1-3-15,-2-1 5 0,3 0-4 16,-2-2 0 0,-2-1 2-16,0-1-1 0,-1-1-1 15,-2-1 1 1,0 2-1-16,0 1 0 0,-2 0 1 16,2-4 0-16,-4 3-1 15,-3-7 0-15,2-4 0 16,-6 0 1-16,0-2-1 15,-2-2 0 1,0-2 1-16,-2 0 2 0,0 0 1 16,0 0-2-16,0 0 0 15,0 0 0-15,0 0 0 16,0 0-4-16,0 0-8 16,0 0-170-16</inkml:trace>
  <inkml:trace contextRef="#ctx0" brushRef="#br3" timeOffset="-163146.65">18196 13559 307 0,'-2'-1'33'0,"-2"-4"33"15,2 4-3-15,-1 1-20 0,-2-2-9 16,5 2 0-16,-4-3 5 15,2 3 4 1,-1 0-6-16,2 0-10 0,1 0-6 16,0 0-4-1,0 12 0-15,0 4 0 0,4 0 1 16,7 2 0 0,1 2-3-16,1-5-2 0,0 3-2 15,0-5-3-15,5 5 2 16,-1-3-3-16,0 1 1 15,3 1 2-15,-3 1 4 16,0 0 1-16,0-4 2 16,1 3-6-16,-2-3-3 15,6 4-2-15,0-3 0 16,-1 2-1-16,3 2-1 16,-2-1-1-16,1 2 0 0,0-2 3 15,-1 1-4 1,-2-2 1-16,-3 1 0 0,4 1-1 15,-2 1 2 1,-1-1-4-16,1 5 2 0,1-5 1 16,-3 1 2-1,-2-2-1-15,0 0 0 16,-3-5-2-16,0-1 1 16,0-1-2-16,2 1 1 0,-2 0-3 15,6 3 3-15,-3 2-2 16,6 1 2-1,1 1-4-15,-1 1 4 0,3 1-3 16,-2-3 1 0,1 0 2-16,-4-2-3 0,0 0 1 15,-3-3 1 1,3 0-1-16,-2 4 1 0,-1-4-2 16,0 4 2-16,0 1 0 15,-2-3-2 1,0 2 2-16,-2-1 2 0,2 0-3 15,1-3 0-15,-4-1 0 16,6-1 0-16,-2 1-1 16,2-2 2-16,-2 2-1 15,2 1 0-15,1-1 0 16,-2 3 1-16,0 1-1 16,-2-2 2-16,4 3-2 15,-5-3-2-15,2 0 4 0,-2-3-2 16,0 0 1-1,-2-1-2-15,-3-3 1 0,0 1 0 16,0 2 1 0,-2-3-1-16,-2 3 0 15,0-2 0-15,1 1 0 16,1-3 0-16,-3-4 0 0,-1 2 0 16,0-4-2-16,0 0 1 15,-2 0 1 1,0 0 0-16,2 0 1 0,-2 0 0 15,0 2-1 1,2 2 1-16,0-2-2 0,-2 3 5 16,2 0-4-1,0-4 1-15,-2-1 0 0,0 0-2 16,0 0-3 0,0 0-17-16,0-23-217 15</inkml:trace>
  <inkml:trace contextRef="#ctx0" brushRef="#br3" timeOffset="-160369.27">4178 15277 364 0,'-8'0'0'0,"1"0"0"16,-2 0-1-16,5 0-9 0,2 0 7 15,0 0 1 1,0 0 2-16,0-4 3 0,0-3 7 16,-1-1 7-16,3-2 2 15,0-4 0 1,0-2-10-16,0 0-1 0,0-7-5 15,7-5-5 1,3-5 4-16,3-4-1 0,0-4 0 16,2-6-1-1,0 0 0-15,2-2 0 16,3-1 1-16,-3 1 0 0,0 1-1 16,3 2-1-16,-4 1 2 15,2 4-3-15,-3 5-3 16,2-3 4-1,3 2-1-15,1 0 2 0,1 1-1 16,2 0-1-16,-4 4 1 16,0 7-2-16,-4 7-8 15,-8 8-6 1,-2 10 3-16,-4 0 8 0,-2 0 6 16,0 2 2-1,0 10 0-15,0-2-1 16,0 3 0-16,0 3 2 0,-2 5-1 15,-4 2-2-15,-2 4 1 16,-2 3-1-16,2 2 0 16,0 3-1-16,-4-4 2 15,4-2-1-15,-4 7-1 16,-4-1 0-16,-1 3-4 16,0 1 0-16,-1 3-7 15,5-3 5-15,1-10 5 16,3-4 1-16,5-12 0 15,1-5 1-15,3-8 0 0,0 0-6 16,0 0 4 0,3-14 2-16,10-7-1 0,2-10 1 15,4-3 1-15,2-11-1 16,5-3 0-16,2-10 0 16,4-5 0-16,1 3 4 15,1-2 1 1,-2 10-4-16,-6 7-1 0,-2 11 1 15,-10 12-2 1,-6 9-1-16,-4 7 1 16,-4 4 0-16,0 2 6 15,0 0 4-15,-16 6 0 16,0 19-3-16,-6 15-3 0,-6 13-3 16,-11 17 2-16,-3 17-4 15,-6 9-1-15,-4-2 3 16,5-5 0-16,9-12 0 15,6-15 2-15,12-19-3 16,6-14 2-16,10-14-2 16,4-7 1-16,0-8-1 15,0 0-7-15,9-6 5 16,10-19 6-16,5-14-3 16,2-10 0-16,10-8 1 0,3-13-1 15,5-1 0 1,-4-4 2-16,1 2-2 0,-2 9 1 15,-11 12-1 1,-7 16 0-16,-15 12 0 0,-6 17 0 16,0 7 1-16,-4 3 2 15,-19 25-3 1,-3 8 1-16,-4 15-1 0,0 5 1 16,-2 14-1-1,0 5 3-15,-1 10-2 0,1 0 0 16,6-8 0-1,6-11 1-15,10-17 2 16,4-20 1-16,6-20-3 16,0-9-10-16,4-7 9 15,15-28-2-15,0-17 4 16,9-15-1-16,3-17-2 0,3-13 2 16,2-8-1-1,3-1 0-15,0 1 0 0,-5 13-1 16,-1 12 2-16,-9 22 0 15,-8 17 0-15,-12 22 1 16,-4 17-1-16,0 2 15 16,-14 31 0-16,-10 15-8 15,-6 11 2-15,6 10 2 16,0 7 1-16,1 9 1 16,3 6-2-16,1 3-2 15,4 2-6-15,-1 0 0 16,6-8-4-16,6-8-1 15,-2-19-3-15,2-18-19 16,-4-23-408-16</inkml:trace>
  <inkml:trace contextRef="#ctx0" brushRef="#br3" timeOffset="-158737.61">20121 14946 452 0,'-10'-5'30'0,"-1"4"6"16,7-3-2-16,2 2-13 16,2 2-10-16,0-4-6 15,0 3 4-15,0 1 3 16,0-5 6-16,0 3-5 16,2-4-7-16,4-3 2 15,1 1-4-15,3-4-2 16,-1-1-2-16,4-3 0 15,2-1 0-15,4-2-22 16,1-5-212-16</inkml:trace>
  <inkml:trace contextRef="#ctx0" brushRef="#br3" timeOffset="-158547.55">20470 14652 535 0,'0'0'10'15,"0"0"1"-15,0 0-9 16,0 0-3-16,0 0-3 0,-6-30-59 16,6 30-189-16</inkml:trace>
  <inkml:trace contextRef="#ctx0" brushRef="#br3" timeOffset="-158377.15">20625 14518 335 0,'0'0'7'15,"0"0"-2"-15,0 0-4 16,0 0-11-16,0 0-257 15</inkml:trace>
  <inkml:trace contextRef="#ctx0" brushRef="#br3" timeOffset="-158211.96">20921 14328 548 0,'0'0'7'0,"0"0"-3"16,0 0-3-16,0 0-1 16,0 0-17-16,0 0-164 15</inkml:trace>
  <inkml:trace contextRef="#ctx0" brushRef="#br3" timeOffset="-158047.31">21088 14218 473 0,'0'0'7'15,"0"0"-11"1,0 0 0-16,0 0-31 0,0 0-240 16</inkml:trace>
  <inkml:trace contextRef="#ctx0" brushRef="#br3" timeOffset="-157869.54">21297 14034 509 0,'0'0'36'0,"0"0"-10"15,0 0-21-15,0 0-11 0,0 0-25 16,0 0-100-1,28-16-276-15</inkml:trace>
  <inkml:trace contextRef="#ctx0" brushRef="#br3" timeOffset="-157696.88">21507 13846 440 0,'0'0'24'0,"0"0"18"15,0 0 4-15,0 0-18 16,0 0-22-16,0 0-5 0,21-6-2 16,-7-13-11-1,5-5-112-15,5-5-265 0</inkml:trace>
  <inkml:trace contextRef="#ctx0" brushRef="#br3" timeOffset="-157528.97">21768 13623 468 0,'0'0'68'0,"0"0"-19"15,0 0-27-15,0 0-19 0,0 0-10 16,0 0 2 0,38-37-23-16,-20 22-147 0,0-4-103 15</inkml:trace>
  <inkml:trace contextRef="#ctx0" brushRef="#br3" timeOffset="-157363.53">21965 13462 160 0,'0'0'76'16,"0"0"25"-16,0 0-19 16,0 0-32-16,0 0-41 15,0 0-7-15,-12-9-7 0,5 13 1 16,3-2-10-1,-1-2-41-15,3 0-138 16</inkml:trace>
  <inkml:trace contextRef="#ctx0" brushRef="#br3" timeOffset="-157198.04">21965 13462 331 0,'-62'-3'49'0,"58"3"-6"15,1 0-26 1,1 0-14-16,-2 0-6 0,2 2-8 16,0 2-10-16,-2-1-41 15,-8 5-192-15</inkml:trace>
  <inkml:trace contextRef="#ctx0" brushRef="#br3" timeOffset="-157049.39">21744 13660 330 0,'0'0'8'16,"0"0"-9"-16,0 0-7 16,0 0-94-16</inkml:trace>
  <inkml:trace contextRef="#ctx0" brushRef="#br3" timeOffset="-156723.74">21299 14065 418 0,'0'0'0'0,"0"0"-1"16,0 0 0-16,0 0-23 0,0 0-157 16</inkml:trace>
  <inkml:trace contextRef="#ctx0" brushRef="#br3" timeOffset="-156545.76">21068 14258 455 0,'0'0'18'16,"0"0"32"-16,0 0-41 0,0 0-11 15,0 0-35-15,0 0-67 16,-38 15-170 0</inkml:trace>
  <inkml:trace contextRef="#ctx0" brushRef="#br3" timeOffset="-156397.52">20875 14428 348 0,'0'0'10'0,"0"0"1"16,0 0-12-16,0 0 9 0,0 0-9 15,0 0-45-15,-18 6-86 16</inkml:trace>
  <inkml:trace contextRef="#ctx0" brushRef="#br3" timeOffset="-156232.09">20746 14587 432 0,'0'0'8'16,"0"0"19"-16,0 0-22 0,0 0-6 15,0 0-12-15,0 0-18 16,-28 6-163-16</inkml:trace>
  <inkml:trace contextRef="#ctx0" brushRef="#br3" timeOffset="-156049.23">20464 14831 546 0,'0'0'3'0,"0"0"-5"15,0 0-1 1,0 0-23-16,0 0-52 16,0 0-162-16</inkml:trace>
  <inkml:trace contextRef="#ctx0" brushRef="#br3" timeOffset="-155918.12">20422 15052 656 0,'0'0'3'0,"0"0"-7"16,0 0-107-16</inkml:trace>
  <inkml:trace contextRef="#ctx0" brushRef="#br3" timeOffset="-151967.97">6441 8926 257 0,'0'-5'15'0,"0"-1"0"16,0 2 7-1,0 2-6-15,0 2-1 16,0 0-6-16,0 0 2 0,2 0 11 16,0 0 0-16,3 0 2 15,0 6 3-15,3 7 1 16,0-1-4-16,5 5-8 15,-2 0-7-15,2-3-4 0,0-2-3 16,-5-2 0 0,3-4-1-16,-4-6-1 15,-1 0-1-15,1 0 4 0,1 0 3 16,1-12 0 0,0-5-1-16,3-7-1 15,-3 1-4-15,4-2 0 16,-5 2 1-16,2-1 3 0,0 5-1 15,-2 6-4 1,2 5 0-16,0 8-7 0,-2 0-43 16,-1 8-108-1</inkml:trace>
  <inkml:trace contextRef="#ctx0" brushRef="#br3" timeOffset="-144065.83">3864 12007 404 0,'-7'0'24'0,"3"0"5"16,2 0 10-16,0 0-4 15,0 0-4-15,-3 0 4 0,1 0 20 16,2 0-16-16,-2 0-18 16,-1 0-7-16,3 0 4 15,2 4-2-15,0-3 0 16,-2-1 0-16,2 2-6 15,0 0-2-15,0-2-3 16,0 6-2-16,0 0 0 16,0 7 3-16,6 4 1 15,16 6 1 1,4 5 6-16,2 3-1 0,6 4-2 16,2-2-3-16,1 0 0 15,0-2-3 1,4 0-1-16,-5 0 1 0,8 0-1 15,-2 4 1 1,3 4 0-16,5 1 1 0,2 3-2 16,-1-1-1-16,1 1 0 15,-2-4 0-15,-3-2-2 16,-4-5 0-16,-2-3-1 16,-5-2 1-16,-4 0 0 15,-1 3 0-15,-1-1 2 16,-4 0 0-16,2 1 1 15,-2-5-2-15,-3-1 0 0,-2-5-1 16,-1-6 0 0,-5-4 0-16,-4-4-1 15,-7-1 2-15,-2-4 4 16,0 0-1-16,1 0 0 0,-1 1 3 16,-2-1 0-16,0 3-3 15,2-1-2 1,0-1 0-16,-2 2 1 0,0 0-2 15,2 2 2-15,0 1-4 16,-2-1 2-16,2 1 0 16,0 2-1-1,0-2-1-15,1-1 0 16,-3 4 1-16,2-4-1 16,-2-1 0-16,2 0 3 15,1-2-3-15,-3-2 1 0,0 0 2 16,0 0 0-1,0 0-3-15,0 0 3 0,0 0-2 16,0 0-1-16,0-6 1 16,-7-9-2-16,-12-1-23 15,-10-3-175-15</inkml:trace>
  <inkml:trace contextRef="#ctx0" brushRef="#br3" timeOffset="-141768.73">20309 11268 190 0,'-9'0'8'0,"5"0"-3"0,2 0-4 16,-1 0-2-16,3 0 1 16,0 0 3-16,0 0 7 15,0 0 36-15,0 0 23 16,-2 0-7-16,2 0-11 15,0 0 6-15,0 0-10 16,0 0 2-16,0 0-4 16,0 0-11-16,0 0-6 15,0 1-3-15,0 6-2 16,9 6 3-16,6-1 5 16,2 8-2-1,5 2-5-15,2 1-5 0,4 2-1 16,2 2-1-16,2 0 1 15,0 0 2-15,-2 1-4 16,1-6-2-16,-1 2-2 16,-2-1-3-16,-1-2-2 15,-1-2 0-15,-2 1 0 16,-2-1-1-16,1-3 0 16,-2 2-3-16,-1-3 5 15,-3 0-7-15,2 1 4 0,1 1-2 16,1 0-2-1,-1 1 3-15,2-1-1 0,0 1-3 16,-2-2 4 0,2-1-6-16,-5 3 5 0,2-4-1 15,-1 2-4-15,-1 0 3 16,0-3 2 0,-2 3 0-16,0-2-1 15,0-3 0-15,1 1 0 0,-2 1-3 16,2 3 3-1,0-3-1-15,4 5-3 0,-1-1 4 16,5 2-2-16,0 0 2 16,0 2-1-1,-4 0-1-15,2-2 0 0,2-2-1 16,-2 1 1-16,1-1 1 16,-3 1 0-16,1-1-1 15,-2 1 0-15,1 1 1 16,0 2-1-16,-2-2 2 15,0 1-1-15,1-4-1 0,-2 1 0 16,0-3-2 0,5-3 2-16,-4 4 0 15,0-2 0-15,2-1 0 0,0 6 1 16,-4-5 0 0,0 5-1-16,-4-3 1 0,2-1-1 15,-8-3 0 1,5 3 0-16,-3-4 0 15,3 3 1-15,-2 1-1 16,-1-1 0-16,3 3 0 16,-2-1 0-16,-1 1 1 15,-2-3-1-15,2-2-1 0,-4-4 1 16,-2-1 1-16,2-2-2 16,-2-1 0-16,0 2 2 15,0 1 0 1,0 2-1-16,5 4 0 15,-2 0 1-15,-3 0-1 0,2 1 1 16,-2-6-1 0,-2-1-1-16,0-1 2 0,0-5-1 15,0 0 0-15,0 0 0 16,0 0 0 0,0 0-1-16,-4-12-1 0,-12-7-67 15,6-11-193-15,-4-4-400 16</inkml:trace>
  <inkml:trace contextRef="#ctx0" brushRef="#br3" timeOffset="-138598.03">19031 11722 317 0,'-3'0'-5'0,"1"0"8"15,2 0 0-15,0 0 0 0,-2 0-6 16,0 0-10 0,-2 0-167-16</inkml:trace>
  <inkml:trace contextRef="#ctx0" brushRef="#br3" timeOffset="-138419.41">18865 11883 356 0,'0'0'4'0,"0"0"-5"16,0 0-8-16,0 0-67 0</inkml:trace>
  <inkml:trace contextRef="#ctx0" brushRef="#br3" timeOffset="-138259.09">18671 12034 364 0,'0'0'-66'0,"0"0"-105"15</inkml:trace>
  <inkml:trace contextRef="#ctx0" brushRef="#br3" timeOffset="-138082.54">18458 12276 445 0,'0'0'1'16,"0"0"-5"-16,0 0-19 0,0 0-112 15</inkml:trace>
  <inkml:trace contextRef="#ctx0" brushRef="#br3" timeOffset="-137918.58">18176 12535 438 0,'0'0'-44'0,"0"0"-89"0,0 0-114 16</inkml:trace>
  <inkml:trace contextRef="#ctx0" brushRef="#br3" timeOffset="-137764.07">18176 12535 372 0,'-109'134'-70'0</inkml:trace>
  <inkml:trace contextRef="#ctx0" brushRef="#br3" timeOffset="-137589.32">18049 12740 401 0,'0'0'-75'0,"0"0"-251"0</inkml:trace>
  <inkml:trace contextRef="#ctx0" brushRef="#br3" timeOffset="-132948.81">4972 14007 271 0,'0'0'56'0,"0"0"-22"16,4 1-6-16,3 7 7 0,3 4-14 16,2 0-6-16,2 3-6 15,4 1 0-15,0 2-1 16,6-2-1-16,2 6-3 16,5 0 0-16,3 4 0 15,2 3-2-15,3 4 0 0,2 0-1 16,2 4 0-1,1-3 0-15,0 5-1 16,1-4 1-16,3 2-2 16,2-5 2-16,-2 3-2 15,0 3 1-15,-1-2 1 16,1 5-1-16,-1 4 3 16,-4 0-4-16,-2 0-1 0,-3-4 1 15,-5-6-1 1,-5-8 1-16,-7-6 0 15,-5-7 1-15,-6-5 0 16,-1-1 0-16,-5-3 0 16,-2-4 0-16,-2-1-2 15,0 0-12-15,0 0-253 0</inkml:trace>
  <inkml:trace contextRef="#ctx0" brushRef="#br3" timeOffset="-131049.35">22637 13300 66 0,'0'0'48'0,"0"0"11"0,0 0-22 16,4 0-11-16,0 3-4 16,1-3 3-16,1 0 22 15,-2 2 7-15,1 1 5 16,-5-3 4-16,2 0-18 16,-2 1-5-16,0-1-1 15,0 2-9-15,0 1-8 16,2-1-5-16,0 3-2 15,0-4-1-15,0 5 5 16,3 0-1-16,-1 3 1 16,1-4 1-16,-1 3-4 15,0 0 1-15,2-3-2 16,1 7 0-16,0 0 3 16,1 2-1-16,2 1-1 15,2 2 3-15,-2 1-6 16,1-1 0-16,0 0-1 15,-3 1-1-15,1 0-2 0,2 1 0 16,2 4 1 0,0-1 1-16,0 5-1 0,1-4 1 15,2 4-7 1,-2-4 1-16,4 2-2 0,-2-2-2 16,2 3 1-16,2-1 1 15,1 1-1-15,3-1-1 16,-3 3 3-1,1-3-4-15,-1 0 2 16,-3-1-1-16,1-3 0 16,-4-2-1-16,0 0 2 0,-2 1-2 15,2-2 3-15,0 3-1 16,0 1 2-16,3-6-2 16,0 4 1-16,0-3-1 15,1-1-1-15,-2 1 1 16,1 1-1-16,-3-1-1 15,-2 2 2-15,2-1-2 16,-7-1 2-16,3 1-1 16,-4-7 0-16,-1 1 1 15,-2-6-2-15,-4-3 1 0,7 0 0 16,-5 0-1 0,2 1 0-16,-1 0 2 15,-1 2-2-15,2-4 2 16,-4 2-2-16,0-2 1 0,2-2 1 15,-2 1-2 1,0-1 3-16,0 0-3 16,0 3 2-16,0-3 0 0,0 1-1 15,0 4 0-15,0 1 1 16,2 0 0 0,-2 0-2-16,0-4 4 15,2 3-4-15,-2-5 3 0,0 0-2 16,0 0 1-16,0 0 2 15,0 0 0 1,0 0-2-16,0-7-1 16,0-4-1-16,0 1-1 0,0 1-1 15,0-1 0 1,0 0-22-16,0 1-156 0,0-3-428 16</inkml:trace>
  <inkml:trace contextRef="#ctx0" brushRef="#br3" timeOffset="-103700.07">2344 3839 393 0,'-4'2'11'0,"1"-1"-4"0,2 2-2 16,-3-2-3-1,4 1-1-15,0-2-1 0,0 3-1 31,0-1-4-31,0 2-6 0,12 5 1 16,10 3-2-16,4 6 21 16,1 6-7-16,-2 1 10 15,0-3 2-15,-5-3-8 16,-2-9-2-16,-4-8 0 16,6-2-8-16,-1-8 18 15,11-25 5-15,6-14-7 16,4-10-5-16,2-9-2 0,4-6 2 15,-5 2-4 1,-3 4-2-16,-8 21 1 0,-4 13-4 16,-6 22-4-1,-8 10-42-15,-3 24-173 16</inkml:trace>
  <inkml:trace contextRef="#ctx0" brushRef="#br3" timeOffset="-102469.4">10632 3752 329 0,'0'0'8'16,"0"0"-18"-16,0 0 1 15,8 0 24-15,10-6-10 16,13-10 13-16,5-3 5 16,10-6-3-16,10-2-1 15,6-5 1 1,3 1-14-16,1 1-3 0,-6-1 0 16,-6 6-3-16,-11 3 0 0,-9 7-1 15,-12 5 2 1,-11 4-2-16,-5 5-2 15,-4 1-1-15,-2 0-2 16,0 0-18-16,-10 0-77 0</inkml:trace>
  <inkml:trace contextRef="#ctx0" brushRef="#br3" timeOffset="-101270.04">8329 4135 303 0,'0'0'2'0,"0"0"0"16,137-64-1-1,-68 35 1-15,17-2-2 0,11 0 2 16,21-3 14-1,13-2 15-15,9-7-6 0,13-3-14 16,6-2-4-16,7-4-2 16,2-3-6-16,1 3 5 15,0 1-3-15,-8 1 1 16,-17 2-1-16,-15 0-2 16,-22 1 2-16,-24-2 0 15,-19 1 0-15,-20-4-1 0,-19-2 2 16,-12-2 5-1,-11-9 1-15,-2-4 16 16,-8-5 14-16,-24-6-4 16,-8-4-22-16,-11 1-10 15,-9 4 0-15,-14 4-1 16,-9 12 6-16,-13 7-3 16,-7 11 3-16,-6 14-3 0,-9 12-4 15,-5 11-2 1,0 8-1-16,-1 0 0 15,-5 14 3-15,-5 17-3 16,-4 10 2-16,-2 7-2 16,-1 7 2-16,3 0 1 15,9 1 1-15,14-4-1 0,13-2 3 16,15-5 0 0,12-1 0-16,6 2-3 15,2 4 9-15,3 8-8 16,-1 6-1-16,7 7-2 15,2 5 7-15,7 5-4 0,9 0-1 16,10 1-2-16,10-3 3 16,2 1 0-16,10-2-2 15,1 4 1-15,7 10-2 16,0 1-2-16,0-1 4 16,19-3-3-16,12-8 1 15,16-14-2-15,5-23-12 16,1-27-86-16</inkml:trace>
  <inkml:trace contextRef="#ctx0" brushRef="#br3" timeOffset="-98936.22">4679 5254 148 0,'0'0'-2'0,"2"0"9"16,9 0-2-16,2 0 12 16,0 0-4-16,0 0 5 15,0 0-7-15,2-6 4 16,0-1 0-16,7-5 0 0,4-4 0 15,8-3-3 1,4-4-6-16,10-2 1 16,-1 2-4-16,3 3 0 15,-3 6-3-15,-6 13-1 0,-14 1-8 16,-13 0-186 0</inkml:trace>
  <inkml:trace contextRef="#ctx0" brushRef="#br3" timeOffset="-96719.31">10443 5153 280 0,'12'0'3'0,"2"0"-1"0,8-1 5 15,10-11 18 1,7-4 14-16,9-1-18 16,7-1 0-16,1 1-5 0,4 4-11 15,-2 1-1 1,-4 4-2-16,-9 3-1 15,-5 0-2-15,-10 5 2 16,-12 0-4-16,-11 0-47 16,-7 0-272-16</inkml:trace>
  <inkml:trace contextRef="#ctx0" brushRef="#br3" timeOffset="-91899.62">6551 6542 103 0,'0'-3'34'0,"0"3"4"16,0 0 3-16,0-1-2 16,0-1-12-16,0 2-13 15,0-2-5-15,0 2-2 0,0 0-5 16,0-2-2-1,10-2 0-15,6 0 1 16,7-4 0-16,5-4 0 0,7-1-1 16,6-3 1-1,0-3 2-15,2 2-3 16,-4 1 2-16,-5 4 0 0,-6 5-2 16,-9 3-1-1,-6 4-2-15,-4 0 3 0,-9 0-21 16</inkml:trace>
  <inkml:trace contextRef="#ctx0" brushRef="#br3" timeOffset="-85689.42">7636 7844 198 0,'0'-3'2'15,"0"-3"0"-15,0 3 7 16,0 0-6-16,0 2-1 15,0 1-2-15,0-3-1 16,0 3-1-16,0 0-8 16,2-1-19-16,4 1-45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5-21T04:08:54.082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1176 884 401 0,'2'0'54'0,"0"0"26"15,-2 0-11-15,3 0-18 16,-3 0-11-16,0 0-9 0,2 0-4 16,-2 0-6-1,0 0-5-15,0 0-7 0,0 0-6 16,2 0-6-16,1 10 0 16,1 6 6-16,2 7-1 15,2 6 1-15,0 5-1 16,-1 8 0-16,0 2 2 15,-1 1 1-15,-1 1 1 16,0-3-4 0,1-7-1-16,-2-2-1 15,0-7 2-15,0-8-1 16,-2-2-2-16,1-8 3 0,-1-1-3 16,0-4 1-16,0-4 2 15,-2 0-4-15,3 0-10 16,-1 0-34-16,2-13-98 15,2-12-93-15,-4-8-88 16</inkml:trace>
  <inkml:trace contextRef="#ctx0" brushRef="#br0" timeOffset="699.18">1236 945 431 0,'0'0'46'0,"0"0"2"16,0 0 7-16,0 0-23 16,0 0-21-16,-2-12-5 0,2 12-4 15,0 0 0 1,0 0-2-16,0 0-3 15,7 8 3-15,8 9 13 16,4 8-7-16,3 5 5 16,-1 1-3-16,3 1-5 15,-5 1 2-15,1-2-4 16,-3-2 0-16,-2 0 1 0,1-6-1 16,-6-3 1-16,-2-7-1 15,-1-3-1 1,-5-4 1-16,3-6 0 0,-5 0-1 15,3 0 6-15,4 0 2 16,2-13 5-16,6-13 11 16,2-9-13-16,3-9-5 15,6-5-1-15,-4 1-5 16,0 6-1-16,-4 8 0 16,-6 12 1-16,-3 7-1 15,-4 10 1-15,-5 1 2 16,0 4-1-16,0 0 2 15,0 0 3-15,0 0 2 16,0 0-1-16,0 0-5 0,0 0-2 16,0 0-1-1,0 9-1-15,0 9 4 0,0 4-2 16,0 7 1-16,2 5-1 16,2 3 2-1,0 4-1-15,3 3-1 16,-3 5 1-16,-2-7 1 15,2-1-2-15,1-8 0 0,-3-7 1 16,2-7-1 0,-2-7 0-16,3-6-2 15,-5-2 2-15,0-2 0 0,0-2 0 16,0 0 1-16,0 0-9 16,0-13-65-1,0-11-368-15</inkml:trace>
  <inkml:trace contextRef="#ctx0" brushRef="#br0" timeOffset="1055.44">1938 1101 565 0,'0'0'66'0,"0"0"2"16,0 0-23-16,0 0-25 15,-18 0-16-15,14 4-4 0,0 10-2 16,0 5 4 0,0 6 2-16,0 6-1 0,1 4-1 15,3 2-1 1,0-2 1-16,0 0-2 15,0-7 2-15,0-3-1 16,0-5-1-16,5-5 1 0,-3-5-2 16,2-6 1-1,-2-4-4-15,4 0-9 0,-4-14-27 16,-2-18-288-16</inkml:trace>
  <inkml:trace contextRef="#ctx0" brushRef="#br0" timeOffset="1368.3">1912 883 506 0,'0'0'25'0,"0"0"-17"15,0 0 5 1,0 0-17-16,0 0-10 0,2 0 12 15,12 0-4-15,-4 0 5 16,-2 0 4-16,2 0 0 16,-10 0 8-16,0-5 19 15,0-2 39-15,0-3 8 16,-2 1-32-16,-11 1-18 16,4 2-16-16,-7 4-3 15,2 2-9-15,-3 0-3 16,6 22-13-16,-3 4-21 15,8 7-54-15,4 4-201 16</inkml:trace>
  <inkml:trace contextRef="#ctx0" brushRef="#br0" timeOffset="-193140.89">2136 1246 452 0,'-3'0'46'15,"1"0"18"-15,2-5 3 16,0-3-32-16,0 2-9 16,0 2-2-16,0 2-4 0,0 0 4 15,0 2-7 1,0 0-10-16,0 0-10 0,0 0-5 16,0 0-6-1,14 2 7-15,3 16 9 0,-1 7-5 16,2 2 2-16,-5 3 0 15,0 1 1-15,-9-3-5 16,1-9-1-16,-3-5 7 16,-1-6 7-1,-1-2-5-15,0-6 16 0,0 0 23 16,3 0 13-16,-3 0-3 0,0 0-11 16,0 0-5-1,0-16-3-15,0-7-25 0,0-7-8 16,0-2-2-1,0-3-6-15,0 4 6 16,0 4 0-16,13 4-9 16,7 1 11-16,3 5-5 15,0-1 4-15,3 9-2 16,-2 3-2-16,-2 6-4 16,-3 0-1-16,-8 17-5 0,0 16 14 15,-3 4-1 1,-2 4 3-16,-1 0 2 15,2-3-3-15,-3-1-2 16,0-4 2-16,0-2 1 16,-2-4 2-16,2-4-3 15,-1-3 2-15,0-7-3 16,-3-3 1-16,2-4 1 16,-2-6-2-16,0 0 5 0,2 0 0 15,0-10-13-15,2-11-33 16,0-8-86-16,2-6-120 15</inkml:trace>
  <inkml:trace contextRef="#ctx0" brushRef="#br0" timeOffset="-192846.69">2678 1239 725 0,'0'0'59'16,"0"0"2"-16,0 0-57 15,0 0-13-15,-6 32-8 16,6-9 24-16,0 3-6 16,0 3 1-16,6 2-1 15,0-6 0-15,2 0-1 16,0-3 0-16,-4-5 3 15,0-3-3-15,-1-6 2 16,3-3-3-16,-4-5-13 16,-2 0-122-16,0-19-150 0</inkml:trace>
  <inkml:trace contextRef="#ctx0" brushRef="#br0" timeOffset="-192564.34">2668 1027 632 0,'0'0'29'0,"0"0"22"16,0 0-22-16,0 0-37 0,0 0 0 16,-4-14-6-1,14 3 25-15,1 0-6 16,4-3-2-16,-7-3 0 0,-5 2 1 15,-3-1 18-15,0 4 9 16,0 5 6-16,-5 1-2 16,-12 6-25-16,-2 0-17 15,1 17-8-15,1 7-5 16,8 1-54-16,7-6-398 16</inkml:trace>
  <inkml:trace contextRef="#ctx0" brushRef="#br0" timeOffset="-191673.27">3028 1254 535 0,'0'0'34'0,"0"0"35"15,0 0-49-15,0 0-31 16,0 0-18-16,18-17 3 16,-2 31 16-1,2 5 6-15,-2 6 12 0,-1 1-6 16,-5 2 7-16,-3 0-3 0,-3-2 7 16,-2-2 3-1,-2-5 2-15,0-6 0 16,0-3-5-16,0-4-5 15,0-6 2-15,0 0 6 16,0 0 12-16,0-2 62 16,0-18-37-16,0-9-29 15,0-3-20-15,0-5-4 16,0 2-1-16,0 3 1 16,3 7-1-16,1 7-3 15,2 8 0-15,3 6-5 16,0 4-7-16,3 0-7 15,6 15 15-15,4 13 8 16,-2 3 5-16,2 2-3 0,-2-1 0 16,-5-1-1-1,-5-5 0-15,-1-7 0 0,-5-3-2 16,-2-7 0-16,1-3 4 16,-3-2-4-1,0-4 6-15,0 0 0 0,2 0 6 16,-2 0 8-1,0-12 18-15,0-17-1 16,0-8-31-16,0-5-8 16,0-3 1-16,0 5 1 0,4 9-1 15,0 13-1 1,0 7 2-16,-1 7-6 0,3 4-11 16,1 0 3-1,7 0 5-15,2 13 10 0,6 4 2 16,-1 10-4-16,0 3 0 15,-3 3 2-15,-3 1 2 16,-5-1-1-16,-1 1 3 16,-2-9-3-16,1-4 1 15,-2-6 0-15,6-5-16 16,-6-6-66-16,2-4-60 16,-2 0-131-16</inkml:trace>
  <inkml:trace contextRef="#ctx0" brushRef="#br0" timeOffset="-191107.07">3702 1223 562 0,'0'0'27'16,"0"0"33"-16,0 0 10 0,0 0-37 16,-8-2-27-1,6 2-3-15,2 0-13 16,0 12 15-16,0 9 0 0,0 2-3 16,0 7 0-1,0-1 1-15,0-2-3 0,10-2 3 16,1-4-3-16,-2-6 0 15,1-3-2-15,4-8 1 16,2-4-5-16,4 0 1 16,2-4 11-16,-1-15-2 15,-4-4-5 1,-4-2-3-16,-6-5 3 0,-7-1 20 16,0 5 17-16,0 2 15 15,0 3 2-15,0 5 16 16,-3 5-14-16,-1 5-15 0,4 4-2 15,0 2-8 1,0 0-8-16,-2 0-14 0,2 0-13 16,0 0-5-1,0 0-1-15,0 8-8 16,0 15 0-16,0 8 24 16,11 1-1-16,2 8-1 15,-3-2 1-15,4-1-2 0,-4-8 0 16,-2-4-4-1,4-5-10-15,-4-7-47 0,-2-5-74 16,4-8-42 0,-6 0-194-16</inkml:trace>
  <inkml:trace contextRef="#ctx0" brushRef="#br0" timeOffset="-189994.57">3989 1264 649 0,'0'0'37'16,"0"0"0"-16,0 0-25 15,0 0-19-15,-4 5-17 16,6 8 12-16,10 7 23 16,6 5 0-16,-1 5-7 0,-4-1 3 15,-2 4 1 1,-3-4-5-16,-6-4 8 0,0-6-1 15,0-5-5 1,-2-4 4-16,0-5-5 16,0-5 9-16,0 0 10 15,0 0 42-15,0 0 14 0,0-11-29 16,0-11-21 0,0-7-23-16,0-6-10 15,0-3 4-15,0 3-4 16,0 4 8-16,0 6-9 15,4 6 1-15,1 7 8 16,2 5-9-16,-1 2 0 16,0-1-8-16,6 6-2 0,-2 0-8 15,2 0-4 1,4 12 14-16,-6 16 8 0,4 2 4 16,-6 6 3-1,1 1 1-15,-3 1-1 16,-4-7 1-16,3-8-3 0,-3-6 1 15,0-3-1-15,0-9 1 16,-2-1-1-16,0-4 3 16,0 0 0-1,0 0 1-15,0 0 8 16,0 0-1-16,0 0-1 0,0 0 4 0,0 0-1 16,0 0-4-1,0 0-3-15,0 0-1 0,0 0 0 16,0 0-3-1,0 0-3-15,0 0 0 16,0 0 1-16,0 0 0 16,0 0-1-16,0 0 2 15,0 0-2-15,0 0 0 16,0 0 1-16,0-1-5 16,0-7 3-16,0-2 6 15,0-5-4-15,0-5-7 16,0-1 7-16,0-1 6 15,0 3-6-15,0 0 1 16,-2 3 1-16,2 3-4 0,0 2 1 16,0 1-2-1,0-2 0-15,0 1 0 0,2-3-3 16,7 3-2 0,1 0 6-16,6 4 0 0,0 0-7 15,6 2 4-15,0 1 1 16,0 4 0-16,-1 0 0 15,-2 0-10-15,-2 15-2 16,-6 10 14-16,2 5 0 16,-4 3 3-1,0 2 2-15,-1 0-2 16,-4-4 1-16,0-2 0 0,1-6-1 16,0-4 3-1,-3-3-1-15,0-4-1 0,0-5-1 16,0-5 0-1,0-2-2-15,0 0-11 0,0-15-134 16,-2-16-331-16</inkml:trace>
  <inkml:trace contextRef="#ctx0" brushRef="#br0" timeOffset="-188997.26">5652 937 184 0,'0'0'106'15,"0"0"-9"-15,4-43 7 0,-4 32-21 16,0 5-2 0,0 0-17-16,0 4-7 15,0 0-10-15,0 2-15 16,0 0-15-16,-2 0-13 16,-13 16-18-16,-4 7 24 0,-3 4-3 15,2 2-4-15,4-3-3 16,2-3 2-1,8-8-5-15,4-5 1 0,2-5 0 16,0-1-1-16,0-3-4 16,14 2 3-1,8 0 0-15,4 2 3 16,6 2 0-16,1 5-3 16,-5 6-6-16,-4 3-10 0,-10 6-5 15,-2 8 6-15,-12 0 2 16,0 1 4-16,-2-2 13 15,-20-3-7-15,0-5 13 16,-4-8-3-16,3-5 4 16,1-9 6-16,2-4 14 15,2 0 13-15,0 0 7 16,8-10-13-16,-4-5-13 16,8 2-1-16,0 1-8 15,4 2-14-15,2 4-3 16,0 5-3-16,0-1-7 0,10-1-39 15,16 2-17 1,6-5-64-16,5-1-269 0</inkml:trace>
  <inkml:trace contextRef="#ctx0" brushRef="#br0" timeOffset="-188675.52">5981 1155 831 0,'0'0'51'0,"0"0"-9"16,0 0-42-16,0 0-13 0,0 0 7 16,-11 116 9-16,22-63 0 15,0 6 2-15,-5 4 0 16,3-3-1-16,-3-3 4 15,-4-6-3-15,1-7 5 16,-3-8-2-16,0-9-5 16,0-8 0-1,0-7 0-15,0-6-2 0,0-6 0 16,0 0-2-16,0-2-59 0,0-26-160 16,0-8-300-1</inkml:trace>
  <inkml:trace contextRef="#ctx0" brushRef="#br0" timeOffset="-188374.84">5906 1188 596 0,'0'0'22'0,"0"0"-9"16,0 0-24-16,0 0 8 0,109-13 5 15,-61 13-4 1,-8 0-9-16,-2 8-16 0,-15 9 7 16,-6 4 16-1,-8-1-3-15,-9-3 11 0,0 1 6 16,0-3 33-16,-5 2 37 16,-14 1-20-16,-4 1-25 15,-5 5-14-15,-5-1-16 16,5 0-5-1,2-2-4-15,7-9-33 0,10-10-240 16</inkml:trace>
  <inkml:trace contextRef="#ctx0" brushRef="#br0" timeOffset="-187824.39">6316 1221 379 0,'0'0'88'15,"0"0"-19"-15,0 0 8 16,0 0-59-16,0 0-17 15,-60 8 7-15,50 9-1 16,-1 3 2-16,4 3-1 16,5 1-3-16,2-1-6 15,0-1 3-15,0 0-1 0,4-4 0 16,16-5-1-16,-1-5-3 16,5-6 1-1,-1-2 5-15,-1 0 8 0,-5-8-3 16,-4-13 0-1,-2-7 3-15,-7-3 1 16,-2-1 15-16,1 2 13 0,-3 4-9 16,0 8 2-1,0 7 19-15,0 3 1 0,0 8-10 16,0 0-12 0,0 0-9-16,0 0-11 0,0 0-9 15,0 0-9-15,0 4-12 16,6 15 7-16,1 2 18 15,3 7-3-15,3 3-1 16,0-3 1-16,0 2 0 16,0-7-3-16,-3 0-44 15,-2-5-127-15,-2-7-93 16</inkml:trace>
  <inkml:trace contextRef="#ctx0" brushRef="#br0" timeOffset="-187325.47">6551 1223 627 0,'0'0'50'0,"0"0"-2"15,0 0-17-15,0 0-31 16,0 0-18-16,-11-13-4 15,20 19 21-15,8 15-1 0,-2 6 6 16,2 3 4 0,-3 2-2-16,-4 0-1 15,-4-4 0-15,2-3-3 0,-4-8 0 16,-4-5 1 0,2-6 0-16,-2-4 3 0,0-2 3 15,1 0 14 1,-1 0 32-16,0-8 2 0,0-13-13 15,0-10-36-15,0-5-4 16,3 0-7-16,3 2 3 16,-2 3-4-1,6 7 4-15,-4 9-8 16,-2 7 5-16,0 6-1 0,2 2-9 0,6 0-8 16,0 11 9-1,6 9 18-15,-3 5-4 16,2 3 1-16,-2-1 1 15,-2-2-4-15,-4-2 3 16,1-2 0-16,-4-5 0 16,2-3-2-16,-4-3-2 15,-2-7-73-15,-1-3-147 16,-1 0-290-16</inkml:trace>
  <inkml:trace contextRef="#ctx0" brushRef="#br0" timeOffset="-186824.88">6874 1245 668 0,'0'0'40'0,"0"0"-16"0,0 0-27 16,0 0-13-1,0 0 7-15,19 26 13 16,-7-1 0-16,4 5 0 16,-3 1-2-16,-4 0 3 15,-5-2 5-15,-2-4-6 16,-2-5 5-16,0-7 6 0,0-5 4 16,3-4 1-16,-3-4 3 15,0 0 11-15,0 0 27 16,0-12 1-16,0-10-51 15,0-3-3-15,0-5-3 16,0 1-1-16,0-2-4 16,0 6-2-16,2 1-4 15,12 6 7-15,2 5-5 16,0 1 0-16,0 7 0 16,2 3-1-16,-2 2-9 15,0 0 0-15,-2 6 10 0,-1 13 3 16,0 0 1-1,-2 6 4-15,-3-1-2 0,1 1 1 16,-4-2-1 0,-1-4 0-16,2 1 1 15,0-5-11-15,-1-3-111 16,0-6-180-16</inkml:trace>
  <inkml:trace contextRef="#ctx0" brushRef="#br0" timeOffset="-186521.02">7257 1245 727 0,'0'0'30'0,"0"0"51"0,0 0-34 15,0 0-39-15,0 0-20 16,-3-12-2-1,3 24 6-15,7 12 16 0,2 3 2 16,0 4-2-16,1 5 1 16,-3-1-3-16,-1-5-2 15,0-5 0-15,1-1-2 0,0-9 2 16,-1-5-2 0,4-10-5-16,2 0-27 15,-2-10-51-15,4-23-31 16,-8-9-174-16</inkml:trace>
  <inkml:trace contextRef="#ctx0" brushRef="#br0" timeOffset="-186291.31">7291 1070 467 0,'0'0'56'0,"0"0"34"0,0 0-14 16,0 0-46-1,0 0-42-15,0 0-3 16,-15-15-1-16,30 6 33 15,-1 2-8-15,3 0-5 16,-8-4-2-16,-2 3 10 16,-7 2 24-16,0 0 39 15,0 1-51-15,-16 3-18 0,-4 2-18 16,5 0-42 0,-2 0-103-16,8 1-365 0</inkml:trace>
  <inkml:trace contextRef="#ctx0" brushRef="#br0" timeOffset="-185872.95">7413 1308 391 0,'0'0'16'0,"0"0"31"15,0 0-10-15,0 0-24 16,0 0-6-16,42 61 2 16,-42-54 4-16,2-3 0 15,-2-4 0-15,2 0 8 16,-2 0 53-16,2 0 1 16,2-4-35-16,7-15-10 15,-2-6-14-15,4 0-13 16,0 0 1-16,-5 3-2 15,4 7-1-15,-8 5-2 16,2 10-3-16,2 0-8 0,4 4-8 16,-2 17 28-1,3 8 3-15,-2 8-5 0,1 1-1 16,-5 1 2 0,2-2-5-16,-5-4 1 15,0-4-2-15,1-8 1 0,-1-5 0 16,-2-9 0-1,4-5-5-15,-1-2-144 0,6 0-453 16</inkml:trace>
  <inkml:trace contextRef="#ctx0" brushRef="#br0" timeOffset="-185296.79">8014 1296 789 0,'0'0'64'16,"0"0"-15"-16,0 0-18 0,0 0-17 16,0 0-11-1,-99-39-7-15,79 39 0 0,2 12 2 16,-2 7 0-16,3 4-1 16,4 2 2-16,2-3-1 15,4 2 1-15,6-3 1 16,1-3-5-16,0-3 4 15,0-7-5-15,15-2-6 16,6-6-1-16,8 0-26 16,-1-8 18-16,0-13-3 15,-5-6 10-15,-4-4 8 16,-6 0 12-16,-8 1 3 16,-5 4 43-16,0 7 18 0,0 3-2 15,0 8-17 1,0 4-18-16,0 4-22 0,0 0-15 15,0 6-7 1,0 22-1-16,0 8 17 0,0 14-3 16,0 8 1-1,0 8-2-15,0 2 4 16,0-2-4-16,0-3 1 16,0-6-3-16,0-5 3 15,-16-10-1-15,-3-6-3 16,-6-10 0-16,-6-8 3 15,1-11 0-15,2-7 1 0,2 0 1 16,9-23 0 0,10-17-4-16,7-17-2 0,7-4-1 15,23-3 4 1,11 6-6-16,2 11 6 0,2 16-18 16,-10 10-55-1,-8 9-127-15</inkml:trace>
  <inkml:trace contextRef="#ctx0" brushRef="#br0" timeOffset="-184475.36">9349 960 457 0,'0'0'44'0,"0"0"41"16,0 0-31-16,-2-8-46 0,2 7-14 15,0 1-9 1,10 0-1-16,10 0 7 0,12-3 19 16,8 0 9-16,7-5 4 15,9-2-17-15,-2 0 1 16,-6 3-3-16,-7-3-2 15,-9 4-1 1,-10 2-2-16,-14 2-5 0,-6 2-58 16,-2 0-166-1</inkml:trace>
  <inkml:trace contextRef="#ctx0" brushRef="#br0" timeOffset="-184147.24">9583 929 708 0,'0'0'88'0,"0"0"3"16,0 0-52-16,0 0-33 16,0 0-12-16,-3-4-4 15,3 14-3-15,0 13 14 16,0 8 10-16,0 10 8 0,5 5-1 15,2 2 0 1,1 3-6-16,1-3-5 16,-3-7-3-16,1-6 3 15,-3-8-5-15,2-8 0 16,-4-7-2-16,1-6 2 16,-3-5-1-16,0-1 1 15,0 0-4-15,0-1-85 0,0-17-126 16,0-6-320-1</inkml:trace>
  <inkml:trace contextRef="#ctx0" brushRef="#br0" timeOffset="-183625.2">9874 1159 730 0,'0'0'10'0,"0"0"8"16,0 0-10-1,0 0-17-15,0 0 16 0,18 92 5 16,-8-55 3-16,-6 1 7 16,0-1-4-16,-2-8 2 15,0-6-5-15,-2-5-2 16,0-7-1-16,0-5-2 15,0-4-1-15,0-2-1 16,0 0 15-16,0 0 35 16,0-16 13-16,0-9-48 0,0-6-21 15,0-5-5 1,0-3 5-16,2 3-4 16,9 0 3-16,4 7-7 0,5 6 5 15,1 5-2 1,5 7-6-16,-2 3-5 0,-3 6-12 15,0 2-1 1,-1 0-8-16,-8 17 7 16,0 8 19-16,-8 3 5 15,-4-1 4-15,0-3 2 16,0-10-1-16,0-3 1 0,0-8 1 16,0-3 6-1,0 0 20-15,0 0 14 16,-6-14-28-16,-4-5-20 15,2-4-33-15,2-4-154 16,2 0-334-16</inkml:trace>
  <inkml:trace contextRef="#ctx0" brushRef="#br0" timeOffset="-182996.87">10344 1392 402 0,'0'0'-27'16,"0"0"37"-16,0 0-4 16,0 0 2-16,0 0-3 15,83-48-3-15,-61 25 5 0,2-2 8 16,-2-2 12-1,-2-1 10-15,-10-1 2 16,-3 7 14-16,-5 3 15 16,-2 6 2-16,0 5-9 15,0 4-23-15,0 4-13 16,-11 0-19-16,3 0-9 16,-3 6 4-16,2 13-2 0,3 8-2 15,-1 6 4-15,5 5 1 16,2 1-1-1,0-1-1-15,9-2 0 16,10-9 2-16,7-9-3 16,4-11 0-16,2-7-1 15,0 0 7-15,3-21-1 0,2-10-9 16,-7-7 0 0,-7-7 3-16,-5 0 3 0,-8 1 2 15,-8 5 8-15,-2 8 10 16,0 10 41-1,0 9 9-15,-14 10-40 0,0 2-16 16,-3 0-13-16,2 19 1 16,2 9 0-16,3 7-1 15,5 3-1-15,5 1-1 16,0-1 2-16,17-2-3 16,14-8-1-16,9-8 2 15,6-8 0-15,-1-7 6 16,0-5-25-16,-8 0-73 0,-7-2-62 15,-11-16-206 1</inkml:trace>
  <inkml:trace contextRef="#ctx0" brushRef="#br1" timeOffset="-151027.93">2775 3693 324 0,'0'-5'32'16,"0"-1"9"-16,0 1-6 15,0 2-7-15,0 3 5 16,0 0 10-16,0 0 5 16,0 0-7-16,0 0-10 0,0 0-4 15,0 0-11 1,0 0-5-16,0 0-5 15,-2 12-2-15,-8 5-1 16,3 4-1-16,-4 8-2 0,0 9 0 16,1 5 0-1,-3 2 0-15,6 10 0 0,-3-3 0 16,-2-1 1-16,8-6-2 16,-4-10 1-1,6-10-2-15,0-10-1 0,0-8 0 16,2-7 4-1,0 0 0-15,0 0 6 16,0 0 17-16,0-19 56 16,0-10-31-16,0-16-34 0,6-11-9 15,4-6-3-15,2-2 1 0,-2 3-1 16,-2 6 0 0,1 12-2-1,-2 11 0-15,-3 8-2 0,-2 13 3 16,2 3-1-16,-4 4 4 15,1 4 2 1,3 0-2-16,-4 0-2 0,2 0-2 16,-2 0-1-16,4 0-2 15,0 6-4-15,5 5-1 16,2 7 7 0,4 3 2-16,4 2-2 0,3 3 1 15,0-1-1-15,3 3 1 16,1-3-1-16,0 1 2 15,0 2-2-15,-5-2 1 16,-2 1-2-16,-3 0 1 16,-4-3-2-16,-4-5 6 0,0-2-4 15,-2-3 1 1,-2-6 0-16,-2-5-1 16,0 0-3-16,-2-3-6 15,0 0-33-15,0-4-85 16,0-14-161-16</inkml:trace>
  <inkml:trace contextRef="#ctx0" brushRef="#br1" timeOffset="-150690.49">2624 3986 456 0,'0'0'55'15,"0"0"11"-15,0 0-54 16,0 0-7-16,50-27 5 0,-16 9-3 15,5-2-4 1,6 2-2-16,0 3-1 0,-5 0 1 16,-4 6-3-1,-6 5 0-15,-11 3-21 16,-6 1-65-16,-8 0-130 0</inkml:trace>
  <inkml:trace contextRef="#ctx0" brushRef="#br1" timeOffset="-149764.47">2936 3546 284 0,'0'0'41'16,"0"0"10"-16,0 0-9 0,0 0 15 15,0 0-16 1,-71-36 1-16,49 33-8 0,-3 0-29 16,-4 3-4-1,-2 0 6-15,-3 0 2 16,-1 0-5-16,0 0 2 0,3 12 2 16,-2 1-2-16,1 4-2 15,-1 3-5-15,0 5 12 16,-3 1 3-1,3 8 6-15,2-1-5 16,4 1-4-16,2 7-3 16,7 2-3-16,12 3-5 15,7 4 0-15,0 7 1 16,0 1 0-16,10 0-2 0,18-1-2 16,7-6 2-1,7-2 0-15,9-7 0 0,8-3 2 16,8-8-1-1,1-5-1-15,5-6 3 16,6-8 1-16,0-6 1 16,1-6-4-16,-1 0-1 15,-1-12 5-15,-11-11-6 16,-3-6-1-16,-10-2 2 16,-11-4 3-16,-3-4-1 0,-13-4 2 15,-4-3 3-15,-3-8-1 16,-9-1 0-16,-9-6 6 15,-2 1-5-15,-2 1 10 16,-24 0 0-16,-7 7-1 16,-9 4 17-16,-6 7-1 15,-3 1-10-15,-3 12 8 0,0 5-16 16,0 5-7 0,1 11-4-16,-1 7-3 0,-2 7-4 15,-4 29-10 1,7 6-25-16,5 6-201 0</inkml:trace>
  <inkml:trace contextRef="#ctx0" brushRef="#br1" timeOffset="-148267.9">6960 3659 468 0,'0'0'87'0,"0"-2"12"0,0 2-30 16,0 0-38-1,0 0-22-15,0 0-7 0,0 0-4 16,0 17-1-1,1 8 4-15,-1 8 3 16,0 8-1-16,0 3 4 16,3-1-2-16,1 0-1 0,1-5 0 15,-3-5-2 1,5-4 1-16,-3-4-2 0,4-5 0 16,-4-5-1-1,4-3-2-15,-2-5-2 0,-5-7-8 16,-1 0-175-16,0-3-403 15</inkml:trace>
  <inkml:trace contextRef="#ctx0" brushRef="#br1" timeOffset="-147727.16">6854 3721 468 0,'0'0'29'0,"0"0"18"16,0 0-13-16,0 0-23 15,0 0-2-15,124-64-6 0,-86 59-3 16,0 5 1 0,-3 0-1-16,-4 0-2 0,-6 16 1 15,-10 2-1 1,-10 7-3-16,-5 2 6 0,0 2 8 15,-16 2 2 1,-8-6-1-16,1 0-4 16,1-6-3-16,5-4 0 15,6-6-2-15,5-5-1 16,2-3-1-16,4-1 0 16,0 0-4-16,0 0 8 0,0 0 1 15,10-4 3 1,8-3-5-16,1 4-2 15,3-1 0-15,1 4 0 0,3 0-1 16,-1 0 0-16,1 1 1 16,-6 16-3-16,-5 8 1 15,-8 5-2 1,-7 5 5-16,0 2 2 0,0-1-2 16,-7-7 3-1,-4-5-2-15,-3-8-2 0,-2-7 4 16,-6-5 7-16,-1-4-8 15,-3 0-6-15,-4 0-3 16,2 0-90-16,4 0-189 16</inkml:trace>
  <inkml:trace contextRef="#ctx0" brushRef="#br1" timeOffset="-147110.11">6966 3407 402 0,'0'0'62'16,"0"0"-13"-1,-145 37-24-15,99-12 0 0,5 10 4 16,5 6-15 0,1 6 3-16,2 6-5 0,8 9 5 15,6 2-8-15,8 4 10 16,9 6-11-16,2 1-3 15,14 4-5-15,27-1-2 16,15-3 4 0,15-5 1-16,13-12-6 0,7-11-3 15,7-14 1-15,4-16 5 16,-3-15 1-16,-4-2-37 16,-9-8 13-16,-7-20-29 15,-7-10-17-15,-17-4 17 16,-7-13 69-16,-14-5 14 0,-6-10 2 15,-10-5 18 1,-12-4 4-16,-6-3-3 0,-4 4-19 16,-32 3 5-1,-10 10 49-15,-13 7-67 0,-5 6-1 16,-1 9 2 0,-1 8-18-16,4 8 5 15,-1 9-5-15,5 16-2 0,-2 2-9 16,4 16-1-1,2 21-12-15,3 4-129 16,5 0-364-16</inkml:trace>
  <inkml:trace contextRef="#ctx0" brushRef="#br1" timeOffset="-145297.73">2982 6716 296 0,'0'0'77'16,"0"0"-8"-16,0 0-21 0,0 0-25 15,0 0-13 1,0 0-2-16,0 0-4 16,0 0 0-16,0 0-1 15,0 0-1-15,0 0-2 16,0 0-3-16,0 0-3 0,0 0 1 16,0 0-1-1,0 0 7-15,0 0 0 0,2 0 4 16,-2 0 9-1,0 0 7-15,0 0-4 16,0 0-2-16,0 0-2 16,0 0-5-16,0 0-1 15,0 0-2-15,0 0-2 0,0 0-2 16,0 0-2-16,0 0 0 16,0 0 0-16,0 0-1 15,0 0 0-15,0 0 0 16,0 0 1-1,0 0-4-15,0 0 5 0,0 0 1 16,0 0 5 0,2 0 2-16,-2 0 3 15,0 0 1-15,0 0-4 0,0 0-4 16,0 0-4 0,0 0-2-16,0 0-3 0,0 0 4 15,2 0-3 1,0 0 6-16,2 6-2 0,0-5-1 15,-1 4 2-15,-1-5-1 16,1 0 0-16,-1 1 0 16,0-1-1-16,0 0 2 15,0 0-1-15,0 0 1 16,2 0 1-16,-2 0 1 16,0 0 0-16,0 0-2 15,0 0 2-15,2-6 1 16,-2 0 2-16,0-1 1 15,-2 0 5-15,0-4 4 16,0 0 14-16,0-1 9 0,-2 3-14 16,-8 3 2-1,-4 2-5-15,-6 4-8 0,1 0-11 16,-7 13 5-16,-4 16-9 16,0 8-1-1,2 7 4-15,4 7-4 0,7 3 2 16,8-1-3-1,9-3 2-15,0-3 1 16,2-8-5-16,24-7-3 16,6-9 4-16,5-11 5 15,6-10 0-15,6-2-5 16,-1-6-10-16,-3-23-11 0,-4-6-61 16,-11-6-278-16</inkml:trace>
  <inkml:trace contextRef="#ctx0" brushRef="#br1" timeOffset="-144677">2861 6406 321 0,'0'0'31'15,"0"0"11"-15,0 0 1 16,-133 38-5-16,101-15 2 0,4 5-6 15,-2 7 1 1,6 3-17-16,2 3-8 0,3 6 2 16,6 1-4-1,4 7 2-15,5 0-8 16,4 5 1-16,0 6 5 0,11 5-7 16,12 2 5-1,12 0-1-15,4-5-2 16,12-7-3-16,9-9-6 15,11-14 3-15,9-13-3 16,1-13 0-16,4-12 7 16,-1-2-30-16,-4-26 19 0,-8-11-19 15,-5-5 5-15,-13-9 17 16,-5-8 11 0,-10-7-40-16,-11-3 65 15,-11-7-1-15,-11 1 0 0,-6-2 32 16,-2 4-27-16,-30 9 28 15,-8 3-19 1,-15 11-8-16,-5 5 7 0,-2 10-28 16,-3 8 2-16,5 13-12 15,4 4 3 1,5 12 4-16,5 0-17 0,2 19-5 0,4 15-17 16,2 7-212-1</inkml:trace>
  <inkml:trace contextRef="#ctx0" brushRef="#br1" timeOffset="-143717.06">7169 6536 532 0,'0'0'81'0,"0"0"3"15,0 0-35-15,-16-6-17 16,12 6-8-16,0 0-4 16,2 21-8-16,-2 8-4 15,4 10 1-15,0 11 0 0,0 3 3 16,0 0-2 0,0 0-4-16,6-7 1 15,4-5-5-15,0-6 0 16,-3-7-2-16,4-7 1 0,-3-9-4 15,-4-4 2 1,-1-3 0-16,0-5-6 0,-3 0-14 16,0-14-132-16,0-15-423 15</inkml:trace>
  <inkml:trace contextRef="#ctx0" brushRef="#br1" timeOffset="-143326.89">7063 6518 455 0,'0'0'18'15,"0"0"5"-15,0 0-7 0,109-8 2 16,-70 14-2-16,-4 12-6 16,2 7 4-16,-3 2-7 15,-3 4 1-15,-11 2-2 16,-2 3-1-16,-3 6 1 16,-10-7-5-16,-5 5 1 15,0 0-1-15,-2-1-1 16,-20 2 3-16,-6-1 0 15,-4-3-1-15,-1-2 0 16,3-6-1-16,4-4-3 16,4-9-3-16,6-8-11 15,4-8-127-15,4 0-205 16</inkml:trace>
  <inkml:trace contextRef="#ctx0" brushRef="#br1" timeOffset="-142694">7198 6223 362 0,'0'0'69'0,"0"0"-2"16,-156-6-10-16,104 6-18 15,2 11 6-15,1 12-14 16,-1 12-17-16,4 11-10 15,-4 8 0-15,5 10 2 16,1 8 3-16,10 3 2 16,12 3 0-16,12-3-2 15,10 3 1-15,2 3 0 16,30 2-5-16,13-5 0 0,14-3 3 16,8-5-9-1,12-10-3-15,7-18-2 0,8-9 12 16,-2-11-20-16,1-15 9 15,-6-7 3 1,-9 0-8-16,-6-21 14 16,-9-13-7-16,-5-11 4 0,-9-13 2 15,-1-10-6-15,-14-13-6 16,-12-7 8-16,-15-8 6 16,-7-3 6-16,-21 2-5 15,-25 4-3 1,-15 7 23-16,-1 8 6 0,-3 10-9 15,2 12 4 1,8 13-14-16,1 14-9 0,7 13-2 16,1 16-5-16,2 0-2 15,4 12-5-15,6 16-125 16,8-1-583 0</inkml:trace>
  <inkml:trace contextRef="#ctx0" brushRef="#br1" timeOffset="-135166.55">3877 4098 308 0,'0'0'-8'0,"0"0"-12"0,0 0-37 16,2 0-129-1</inkml:trace>
  <inkml:trace contextRef="#ctx0" brushRef="#br1" timeOffset="-134766.8">4546 4079 393 0,'0'0'20'0,"0"0"-20"15,0 0-32 1,0 0-46-16</inkml:trace>
  <inkml:trace contextRef="#ctx0" brushRef="#br1" timeOffset="-134595.64">4955 4069 56 0,'0'0'-30'0</inkml:trace>
  <inkml:trace contextRef="#ctx0" brushRef="#br1" timeOffset="-134427.84">5210 4092 316 0,'0'0'-30'0,"0"0"-37"0,0 0-55 16</inkml:trace>
  <inkml:trace contextRef="#ctx0" brushRef="#br1" timeOffset="-134266.96">5458 4079 372 0,'0'0'-41'16,"0"0"26"-16,0 0-116 15</inkml:trace>
  <inkml:trace contextRef="#ctx0" brushRef="#br1" timeOffset="-134113.9">5869 4050 73 0</inkml:trace>
  <inkml:trace contextRef="#ctx0" brushRef="#br1" timeOffset="-133927.75">6276 4081 586 0,'0'0'-114'0,"0"0"-30"16,0 0-35-16</inkml:trace>
  <inkml:trace contextRef="#ctx0" brushRef="#br1" timeOffset="-133297.33">2936 4773 363 0,'0'0'-23'0,"0"0"10"0,0 0 38 16,0 0-53-16,0 0 2 16,37 12-191-16</inkml:trace>
  <inkml:trace contextRef="#ctx0" brushRef="#br1" timeOffset="-133097.91">3018 5136 304 0,'0'0'-14'0,"0"0"10"16,0 0-59-16</inkml:trace>
  <inkml:trace contextRef="#ctx0" brushRef="#br1" timeOffset="-132967.84">3070 5463 121 0</inkml:trace>
  <inkml:trace contextRef="#ctx0" brushRef="#br1" timeOffset="-132627.25">3179 6144 95 0</inkml:trace>
  <inkml:trace contextRef="#ctx0" brushRef="#br1" timeOffset="-99067.45">3509 4087 97 0,'0'0'57'0,"0"0"-21"15,0 0 6-15,0 0 0 16,0 0-3-16,0 0-3 16,0 0-4-16,-2 0-6 15,0 0-1-15,2 0-6 0,0 0-7 16,0 0-8-16,-3 0 6 16,3 0-6-1,0 0 3-15,-2 0 4 0,2 0 6 16,-2 0 0-16,0 0 1 15,2 0 1-15,0 0-7 16,0 0-6-16,0 0-2 16,0 0 1-16,0 0 7 15,0 0 9-15,0 0 2 16,0 0-2-16,0 0-2 0,-2 0 2 16,2 0-3-1,0 0-2 1,0 0-3-16,0 0-1 0,0 0-4 15,0 0 1-15,0 0-5 16,0 0-4-16,0 0 4 16,0 0 3-16,0 0-2 15,0 0-1-15,0 0-2 0,0 0 3 16,0 0-3 0,0 0-2-16,0 0 0 0,0 0-2 15,0 0 2-15,0 0-1 16,0 0 1-16,0 0 0 15,0 0-4 1,0 0-1-16,0-2 1 0,0-1 2 16,0 3 2-1,6 0 4-15,-1 0 1 0,-3 0-5 16,2 0 4-16,2 0-2 16,5 0-1-16,2 0 1 15,9-1 0-15,2-3 2 16,6-2-3-16,0 2 8 15,-3-1-4 1,-3 0-1-16,-2 5-2 16,-8 0-2-16,0 0 3 0,-4 0 1 15,4 0-4 1,-4 0 2-16,3 0-1 0,0 0 0 16,0 2-1-16,2 1 0 15,0 0 2-15,-2-3-3 16,2 2 0-16,0 0 3 15,-4 0-1-15,-1-2-1 16,-1 2 1-16,0 2-1 16,-3-2-1-16,4-2 2 15,6 2 0-15,1-2-4 16,2 0 4-16,3 0-1 16,-1 0-6-16,-1 0 13 15,-5 0-6-15,-2 1 0 16,-3 2-3-16,2-1 5 15,-6 2-2-15,4-3 2 16,6 1-2-16,-2 2-2 16,4-4 2-16,3 0-2 15,1 0 4-15,-3 0-5 16,0 0-1-16,1 0 7 16,-4 0-3-16,-2 0 0 0,4 0 0 15,-4 0 0 1,4 0 0-16,-3 0-1 0,0 0-2 15,-2 0 1 1,-1 0 2-16,0 0-1 16,0 0 0-16,-1 0 1 15,2 0-1-15,-1 0 0 0,4 0 0 16,1 0 0-16,2 0-1 16,1 0 0-16,-1 0 2 15,-2 0-1-15,0 0 0 16,-3 0 0-16,-4 0-1 15,4 0 2-15,-2 0 1 16,4 0-3 0,-2 0 0-16,2-2-10 0,0 0 14 15,-2 0-3-15,-4 2 0 16,1 0 3-16,0 0-2 16,0 0-1-16,3 0-4 0,6 0 8 15,6 0-1 1,8-4-7-16,0-2 10 15,3-1-8-15,-3 1 4 16,-8 2-6-16,-8 1 7 16,-8 0-5-16,-6 3 1 15,-2 0 5-15,-2 0-3 0,6 0-1 16,0 0 2 0,2 0-3-16,5-2 1 15,2 2-1-15,2-1 2 16,3 1 0-16,-3 0-1 15,-4-3 0-15,-1 3 2 16,0 0-2-16,0-1 0 16,0-1 1-16,4 0-1 15,6 0-3-15,4-4 0 0,6 3-2 16,3-2 12-16,-1 1-5 16,0 3 1-16,-2-1-2 15,-4 2-2 1,-2 0 2-16,2-2 1 15,1 0-1-15,-3-2-1 16,1 2-5-16,-4-2 3 16,-5 2 8-16,-3 0-7 0,-4 2 2 15,2 0-3 1,-3 0 3-16,6 0-1 0,5 0 1 0,10 0 0 16,5 0 2-1,2 0-4-15,5 0 2 0,3 0 0 16,-8 0-1-1,-3 0 3-15,-12 0-2 16,1 0-1-16,-9 0 0 16,-6 0 0-16,2 0 1 15,-3 0-1-15,0 0 0 16,4-2 0-16,-2 2 0 16,6-2 0-16,-4 2 0 15,4-1 1-15,-6 1-3 16,5 0-1-16,-4 0 3 15,-3 0 1-15,3 0-1 16,-2 0 0-16,4 0 1 0,-5 0-1 16,3 0 0-1,4 0 0-15,-4 0 0 0,4 0 0 16,-5 0 1 0,4 0-2-16,-2 0 1 15,2 0 0-15,-4 0 0 0,3 0 0 16,0 0 0-1,2 0 0-15,-4 0 1 16,2 0 0-16,-3 0-1 16,2 0 0-16,-2 0 0 0,-4 0 0 15,1 0-1-15,2 0 1 16,-5 0 0 0,2 0 0-16,3 0 0 0,4 0 0 15,-3 0 0-15,2 0 1 16,-2 0-4-16,-1 0-1 15,-6 0 6-15,2 0-1 16,-5 0-2-16,3 0 0 16,-3 0 2-1,0 0 0-15,0 0-2 0,0 0 1 16,0 0 1-16,0 0 1 0,0 0-2 16,0 0 1-1,0 0 2-15,0 0-2 0,0 0-1 16,0 0-2-1,0 0 0-15,0 0 2 16,0 0-2-16,0 0 2 16,0 0-1-16,0 0 1 15,0 0-1-15,-14 0-34 16,-11 0-355-16</inkml:trace>
  <inkml:trace contextRef="#ctx0" brushRef="#br1" timeOffset="-97312.36">4505 3482 265 0,'0'0'85'0,"0"0"16"15,0 0-19-15,0 0-31 16,0 0-3-16,0 0-3 0,0 0-14 16,0 0-11-1,0 0-8-15,0 0-6 16,0 0-4-16,0 0-5 15,13 0 6-15,13 0 8 16,6 0-5-16,11-5-12 16,5 1 0-16,1-2 16 0,-2 2-10 15,-8-2-4 1,-7 5 9-16,-14-2-5 0,-6 3 0 16,-6 0-3-1,-6 0 3-15,3 0 6 0,-3 0-2 16,0 0 0-16,0 0-1 15,0 0-2-15,0 0-1 16,0 9-1-16,0 6 6 16,0 8 1-1,0 4-1-15,0 5-2 0,0 1 0 16,0 7-1-16,-5-2 2 0,1 3-4 16,-4 0 4-1,2-5-1-15,-4-1-2 0,6-7 0 16,0-9-1-1,2-5 0-15,0-7 0 16,2-2 0-16,0-5-1 16,0 0 1-16,0 0-3 15,0 0-4-15,-6-7-76 0,-6-11-322 16</inkml:trace>
  <inkml:trace contextRef="#ctx0" brushRef="#br1" timeOffset="-97012.36">4580 3756 458 0,'0'0'63'0,"0"0"-26"15,0 0 1-15,0 0-34 16,0 0-4-16,63-4 9 16,-23-2 1-16,10 2 2 15,1 0-3-15,1 4-3 16,0 0-8-16,-7 0 3 16,1 0-7-16,-6 6 8 0,-8 6-2 15,-14-1-21 1,-10-1-178-16</inkml:trace>
  <inkml:trace contextRef="#ctx0" brushRef="#br1" timeOffset="-93317.09">2994 4434 151 0,'0'0'21'0,"4"0"-14"15,-4 0 16-15,0 0-9 16,0 0-5-16,0 0-1 15,0 0 31-15,0 0-6 16,0 0 17-16,0 0 7 16,0 0-24-16,0 0-8 0,0 0-5 15,0 0-3-15,0 0-6 16,0 0-4-16,0 0-1 16,0 0 2-1,0 0 3-15,0 0 0 0,0 0 0 16,0 0-3-1,0 0-2-15,0 0-2 0,0 0-3 16,0 0 0 0,0 0 3-16,0 0 2 15,3 0 2-15,-3 0 3 16,0 0-1-16,0 1 2 0,0 3-6 16,0-4-1-16,0 2 0 15,0-1-1-15,0 2 3 16,0-1 0-16,0 2 1 15,0-1-2-15,0 3 0 16,0 0 0-16,0 0 1 16,0 1-1-1,0 0 0-15,0-1-1 0,0 3 1 16,0-1-3-16,0 1 2 16,0-1-2-16,0 0 0 15,0 1 1-15,0-1-1 16,0 2-3-16,0-3 4 15,0 5-3-15,0 0 0 16,0-1 2-16,0 1-2 16,0 4-1-16,0-3 2 15,0 3-2-15,0-1 0 0,2 2 3 16,-2-2-1 0,3 0 0-16,-3-2 1 0,2 3-2 15,0-3-2 1,0 1 2-16,0 1 0 15,0 1-1-15,2 1 2 16,-2-4-1-16,-2 3-1 16,2-3 3-16,-2-1 0 15,0 2-1-15,0-2 0 0,0 1 2 16,0 0-2 0,0 2-1-16,2-1 0 15,-2 3-1-15,2-3 0 16,2 0 2-16,-4 2-2 0,2-4 1 15,-2-1-1-15,0 3 3 16,0-1-1 0,0 3-2-16,0-3 2 0,0 3-1 15,0-3-1 1,0-1 0-16,0-2 1 0,0 1-1 16,0-3 1-16,2 2 0 15,-2 1-1-15,0 3 0 16,0 1 0-16,0 2 2 15,2-1-1-15,-2 2-1 16,0-5 0-16,0 3 1 16,0-6-1-1,0 1 1-15,0 2-1 0,0-1 2 16,0 0-2 0,0-1-2-16,0 3 4 0,0-3-2 15,0 3 0-15,0-3 2 16,0 3-2-16,0 0 2 15,0 1 0-15,0 0-1 0,0 3-1 16,0-3 2 0,0 3-1-16,0 1-1 15,0-1 1-15,0 0-1 16,0-4 2-16,0 2-2 16,0-2 0-16,0-3 1 0,0 1 0 15,0-4-1 1,0 1 0-16,0 3 0 15,0 0 0-15,0 3 0 16,0-1 2-16,0-1-2 0,0 0 0 16,0 1 1-1,0 0-1-15,0-3 0 16,0 3 0-16,0 2 0 0,0-3 0 16,0 3 0-1,0-2 0-15,0-1 1 0,0-1-1 16,0-1 0-1,0 0 0-15,0-1 1 0,0 3-1 16,0 1 0 0,0 0 1-16,0-1 0 15,0 3 0-15,0-5-1 0,0 1 1 16,0-3-1-16,0 1 1 16,0-4 0-16,0 2 0 15,0 0 1-15,0-1 0 16,0 1 0-16,0 2 1 15,-2-3-2-15,2 3 1 16,0-4-1-16,0 5-2 16,0-4 1-16,0 0 1 15,0 4-1-15,0-4 1 16,0 2-1-16,0 0 0 16,0-2 0-16,0 0 1 15,0 4 0-15,0-6-1 0,0 3 1 16,0-1 0-1,0-1-1-15,0 1 1 0,0-1-1 16,0 3 0 0,0-2 0-16,0-1 0 15,0 2 0-15,0-4-1 0,0 2 1 16,0-1 1 0,0-1-1-16,0 0 0 0,0 2 0 15,0 2 1 1,0-1-1-16,0-2 0 15,0 0 0-15,0 1 0 16,0-2 0-16,0 0 0 0,0-3 1 16,0 4-2-1,0-1 1-15,0-1 1 0,0 3-1 16,0 0 0 0,0 0 0-16,0-1 0 0,0 1 0 15,0 0 0-15,0 0 0 16,0-4 0-1,0 2 0-15,0 0 0 0,0-3 0 16,0 1 0-16,0-2 0 16,0 4 0-16,0-2 0 15,0 2 0-15,0 2 0 16,0 0 1-16,0-5-2 16,0 4 1-16,0-2 0 0,0 0 1 15,0-3-2 1,0 0 1-16,0 1 1 0,0 4-2 15,0 1 2 1,0-1-1-16,0 0 1 0,0 1 2 16,0-2-3-1,0-2 0-15,0-2 2 16,0 0-1-16,0 0 4 0,0 0 2 16,0 0 6-1,0 0-1-15,0 0-7 16,0 0-1-16,0 0-1 15,0 0 1-15,0 0-2 0,0 0-1 16,0-2-15 0,0-16 0-16,0-2-32 0,0-8-237 15</inkml:trace>
  <inkml:trace contextRef="#ctx0" brushRef="#br1" timeOffset="-90795.8">2401 5107 272 0,'0'-2'87'0,"0"0"-17"0,0 0-7 15,0 0-14-15,0 0-10 16,0 2-15 0,0 0-7-16,0 0 3 0,0 0 20 15,0-2 22 1,-5 2-25-16,-1-2-3 15,0 2-2-15,-3-2-6 16,2 2-11-16,1 0 4 16,0 0-7-16,-1 0 1 15,0 0-4-15,1 0-4 0,0 0-3 16,-2 0-2 0,2 0 0-16,1 0 3 0,2 0-1 15,1 0 0-15,2 2 0 16,-2-2-2-16,2 0 1 15,0 2 0-15,-4 2 0 16,2 0 0 0,-6 4-2-16,0 1 1 0,0 9 0 15,-7 7-1-15,4 4 0 16,-4 10 1-16,4 8-1 16,0 3 0-16,5-2 0 0,6-1 1 15,0-5-3 1,0-3-3-16,19-9-1 15,9-4 5-15,4-2 1 16,8-8-3-16,2-2 4 16,5-8-1-16,3-6-6 15,-6 0 6-15,-4-9-2 16,-9-10 1-16,-6 2 1 0,-12 1 2 16,-7-1 0-1,-6 4 7-15,0 1 4 16,0 1 0-16,-8-3 1 15,-8 3-7-15,-1 1 7 0,-9 4 0 16,-4 6 2 0,-4 0-12-16,-4 4-2 15,-2 11-1-15,6 5-1 16,6-1-3-16,11-3-3 0,15-7-22 16,2-7-110-16,10-2-318 15</inkml:trace>
  <inkml:trace contextRef="#ctx0" brushRef="#br1" timeOffset="-87797.2">3575 7035 54 0,'0'0'22'16,"0"0"12"-16,-2 0 4 0,2 0-15 15,0 0-3 1,0 0 22-16,0 0 12 0,-2 0 19 16,2 0-6-1,0 0-22-15,0 0 3 16,0 0 9-16,0 0 2 16,0 0-5-16,0 0-9 15,0 0-5-15,0 0-8 0,0 0-11 16,0 0-8-16,0 0-2 15,0 0 0-15,0 0-7 16,0 0 3 0,0 0-2-16,0 0-2 0,0 0 0 15,0 0 0-15,0 0-6 16,0 0-2 0,0 0 6-16,4 0-1 0,14 0 8 0,6 0-2 15,1 0-1 1,5 0-2-16,2-4 2 15,3 1 0-15,-2-3 0 16,-1 0-1-16,-2-1 1 0,-2 2 0 16,-3 0-3-1,-3 0-2-15,-2 5-2 16,-4-2 0-16,2 2 6 0,-1 0-2 16,-2 0 0-1,-2 0-2-15,0 0 2 0,-2 0-6 16,-3 0 3-1,-1 0 0-15,1 0-1 0,1 0 2 16,-1 0 0 0,8 0 0-16,-2 0-1 0,8 0-7 15,2 0 14 1,2 2-5-16,4 3 0 16,-2-1-1-16,1-3 1 0,-1 1 0 15,-2-2 1 1,0 0-8-16,-4 0 10 0,-1 0-11 15,1 0 10 1,-2 0-2-16,-2 0-2 16,6 0 2-16,2 0-1 15,2 0 1-15,2 0-2 0,3 0-3 16,-1 0 5-16,-2 0-8 16,-2 0 10-16,-6 0-1 15,-1 0-2-15,0 0 0 16,1 0 0-1,-1 0 1-15,5 0-1 0,2 0 0 16,2 0-1-16,5 0 2 16,4 0-1-16,-3 0-1 15,-1 3 1-15,-5-2 2 16,-6 0-2-16,-3 4-2 16,-4-5 1-16,-6 0 1 15,2 1 2-15,-2-1-2 16,-1 0 1-16,1 0-1 15,0 0 2-15,1 0-4 16,2 0 4-16,2 0-7 16,2 0 4-16,6 0-3 15,2 0 1-15,-1-4 10 16,1 1-9-16,-4-1 5 0,-2 2-3 16,-8-2 0-1,0 4 1-15,2-1 0 16,-2-4 2-16,2 3-2 15,1-2-1-15,-5 2 1 16,3 1-1-16,-4 0-1 16,4-2 1-16,0 1 1 15,4-2-1-15,4 1 1 16,7-3 0-16,7 0-2 16,-3 0-1-16,2 2 3 15,-4 0-2-15,-4 4 0 0,-6 0-5 16,-8 0 8-16,0 0 2 15,-4 0-2 1,1 0-2-16,0 0 2 0,-1 0-3 16,5 0 3-1,0 0-3-15,2 0 2 16,6 0 0-16,5 0-1 16,5 0 0-16,-1 0 0 0,-2 0 2 15,-3 0-1-15,-1 0-1 16,-9 0 0-16,-4 0-2 15,-3 0 4-15,3 0-2 0,0 0 1 16,-1 0 0 0,6 0 0-16,-4 0-2 15,6 0 3-15,-1 0-1 16,-2 0 0-16,0 0-1 16,-2-2 0-16,-2 2 0 0,-1-2 1 15,2 0-2 1,-4 0 1-16,2 0 1 0,4 0-1 15,-2 0 1 1,4 2-1-16,-6-1 0 0,6 1-1 16,-6-3 0-16,2 2 2 15,0-3-1-15,1 2 0 16,0-2 1-16,1 2-1 16,-1-2 0-1,0 2 1-15,0 0 0 16,1 1-2-16,-2 1 1 15,-1 0 0-15,0 0-2 16,-3 0 1-16,3 0 1 16,-2 0 0-16,-3 0 0 0,0 0 2 15,-1 0-2 1,-1 0 0-16,1 0 0 0,-3 0 0 16,0 0 0-1,-2 0 1-15,2 0-2 0,0 0 1 16,2 0 0-16,-1 0 0 15,0 0 1-15,0 0-1 16,1 0 1-16,1 0-1 16,-5 0 0-1,2 0 2-15,-2 0-2 0,2 0-2 16,-2 0 2-16,2 0 0 0,0 0 2 16,-2 0-1-1,0 0 0-15,0 0 0 0,0 0 1 16,0 0-2-1,0 0 4-15,0 0 4 16,0 0 7-16,0 0-10 16,0 0-3-16,0 0-1 15,0 0-3-15,0 0 0 16,0 0-19-16,-17 0-152 16,-12 0-521-16</inkml:trace>
  <inkml:trace contextRef="#ctx0" brushRef="#br1" timeOffset="-84747.12">5051 7395 273 0,'0'-4'31'0,"0"1"33"16,0-3-18-16,0-2-7 0,0-5-2 15,0 2-22 1,0-7-10-16,0 8-4 15,0-6 4-15,0 4 14 16,0 4 52-16,0 0-13 0,-12 2-19 16,-2 0 7-1,-4 3-24-15,-4 1-9 0,-4 2-2 16,-4 0-10 0,0 6-1-16,-3 13 5 0,5 1-2 15,0 5 6 1,5 0-1-16,8-3-2 15,4-1-4-15,9 2 0 0,2 1-4 16,0-1 0 0,6 7 0-16,16-4 0 0,8 2 1 15,13-6-1 1,11-3 2-16,6-2-2 16,9-4 4-16,0-2-6 0,-9-1-14 15,-12 3-22 1,-18 3-10-16,-20 2 19 0,-10 3 27 15,-8 0 2-15,-22 0 8 16,-8-1 1-16,2-2-1 16,-2-7 1-16,1-2 0 15,3-4-1-15,4-5 0 16,6 0-2-16,2 0 5 0,5-8 4 16,11-8 5-1,3-3-4-15,3-4-8 0,0-5-5 16,13-1 1-1,9-3-2-15,3-3 0 16,1-5 2-16,0 1-3 16,-2-4 2-16,-7 4-1 15,-2 2 2-15,-6 2-1 0,-5 6 2 16,-4 4 2 0,0 6-1-16,-2 1 2 15,-11 6-2-15,-2 1-2 16,2 5 0-16,1 3-5 15,0 3-15-15,-2 0-141 16,-2 2-412-16</inkml:trace>
  <inkml:trace contextRef="#ctx0" brushRef="#br1" timeOffset="-82147.54">7283 4476 197 0,'0'0'47'15,"0"0"-5"-15,0-3-16 16,0 3-12-16,0 0 8 16,0 0 8-16,0 0 5 15,0 0 11-15,0 0 19 16,0 0 18-16,0 0-20 0,0 0-19 15,0 0-12 1,0 0-14-16,0 0-9 0,0 0-7 16,0 0 0-1,0 0-3-15,0 0 2 16,0 9 1-16,0-2 4 0,0 5 5 16,0 0 4-16,0 3-1 15,0 0-6-15,0 3 2 16,4 1-5-1,0-1 0-15,1 3 0 0,-3-4 1 16,0 3 0 0,0-4 1-16,0 1 0 15,-2-2-2-15,1 3 4 0,-1-1-1 16,3 3 1-16,0-1-4 16,-1 2 2-16,0 0-4 15,0 2-1-15,-2 1 0 16,3 1 0-16,-3-2 0 15,0 0 1-15,0 0-1 16,2 1 1-16,-2 1-2 16,0-1 0-16,2-2 2 15,-2 0 0-15,2 1-1 16,-2 0-1-16,2-1 0 0,-2 1 0 16,2-6-1-1,-2 4 0-15,1-1 1 16,2-3-1-16,-3 3 1 15,2-3-1-15,0 0 0 0,-2 1 1 16,2 0-2 0,1 1 2-16,-3 0 0 15,2 0-2-15,-2 1 2 16,3-1-1-16,-3-1 0 16,0-3 1-16,2 0-1 0,-2-1 0 15,2 0-1 1,0-3 1-16,0 6 1 0,-1-6-1 15,2 3 1 1,-1 0-1-16,-2 2 0 16,4-1 0-16,-2-2 0 15,0 4 0-15,2 0-1 16,-2-4 1-16,0 3 0 16,2-1 0-16,-2-1 0 0,1-1 0 15,0 3 1-15,-1-4-1 16,0 1 0-1,0-1 0-15,1-1 0 0,-3 3 0 16,0-1 0-16,2 2 0 16,-2-4 1-16,0 0 0 15,0 0-1-15,0 0 0 16,0-2 1-16,0 1-1 16,0-1 0-1,0 1 0-15,0-3 1 0,0 4 2 16,0-4-3-16,0 3-2 15,0-4 2-15,0 2 0 16,0 1 0-16,0-3 0 16,0 2 3-16,0-2-3 15,0-1 0-15,0-1 1 16,0 0-2-16,0 0 1 0,0 2 0 16,0-2 1-1,0 2-2-15,0 1 2 16,0 1-1-16,0 2 1 15,0-3 0-15,0 1 0 0,0 0 0 16,0-2 0 0,0-2-2-16,0-1 1 15,0 1-1-15,0 2 1 16,0 0 1-16,0 0-1 16,0 0 1-16,0 1-1 15,0 1 0-15,0 1 0 0,0-1 0 16,0 3 1-16,0-3-1 15,0 0-1 1,0 2 2-16,0 0-1 0,0-2 1 16,0-1-1-1,0-2 1-15,0-3-1 0,0 3-1 16,0-5 1-16,0 0 0 16,0 1 0-16,-2-1 0 15,2 5-1-15,0-4 1 16,0 4 1-1,0-4-1-15,0 4-1 0,0-4 2 16,0 3 0-16,0-4-2 16,-3 0 2-16,3 0-1 15,0 2 0-15,0 2 0 0,-2 0 0 16,2-2 0 0,0 0 0-16,0 2 0 0,0-4 1 15,0 0-1 1,0 0 1-16,0 2 0 15,0-2 2-15,0 0-2 16,0 0 0-16,0 0-1 16,0 0 0-16,0 0 0 15,0 0 0-15,0 0 0 16,0 0 1-16,0 0-1 16,0 0 1-16,0 0-9 15,0-2 7-15,-2-10-25 0,-8-1-242 16</inkml:trace>
  <inkml:trace contextRef="#ctx0" brushRef="#br1" timeOffset="-80332.43">7734 4997 269 0,'0'-2'70'0,"0"2"1"16,0-3 0 0,0 3-9-16,0 0-9 15,0 0-15-15,0-1-11 16,0 1-5-16,0 0-10 16,0 0-2-16,0 0 3 0,0 0 2 15,0 0-3-15,0 0-3 16,0 0-2-16,0 6-3 15,0 7 2 1,0 6 2-16,0 5 0 0,0 2-2 16,0 4-3-1,0 1 1-15,0-2 2 0,0 0-1 16,0-6-2-16,4-6-1 16,2-2 3-16,-2-7-3 15,2-2 2-15,0-3 0 16,3-3 4-1,0 0 3-15,1 0 3 0,6-3 0 16,3-5-1-16,0-7-4 16,0 3-2-16,3 3-6 15,0 3 2-15,-8 0-3 16,2 6 0-16,-4 0-1 16,2 0-2-16,0 0 2 15,2 12 1-15,1 6-1 16,-2 2 2-16,2 3 0 15,-8-1 0-15,2 0 1 16,-5-2-2-16,-6 0 0 0,0 1 1 16,0-3 2-1,-6 1 2-15,-10-3 1 16,-1-1-1-16,0-3 0 0,-2-4-2 16,-1-3 0-16,3-1 2 15,-2-4 2 1,0 0-2-16,6 0 1 15,-1 0-2-15,4 0-3 16,-1 0-1-16,2 0-4 16,3-4-20-16,0-7-123 15,1-3-275-15</inkml:trace>
  <inkml:trace contextRef="#ctx0" brushRef="#br1" timeOffset="-79717.32">7655 4964 416 0,'0'0'80'16,"0"0"9"-1,0 0-36-15,0 0-27 0,-2 0-13 16,2 0-13-16,0-3-7 16,15-2 13-16,11-1 10 15,6-2-15-15,13-2 10 16,9-1-5-16,6-1-3 15,2-3-3-15,1 3 0 16,-7 1 0 0,-13 3-1-16,-11 2 4 0,-10 2-2 15,-11 2-2-15,-5 2-1 16,-6 0 12-16,0 0 2 16,0 0 4-16,0 0 7 15,0 0 2-15,0 0-13 16,-9 0-7-16,-2 0-5 15,3 8-1-15,0 0 1 16,-4 2-5-16,4 1-8 16,0-1-67-16,-7-2-383 15</inkml:trace>
  <inkml:trace contextRef="#ctx0" brushRef="#br1" timeOffset="-76497.72">3513 6631 186 0,'0'0'21'0,"0"0"-7"16,0-4 6-1,0 4 12-15,0 0-15 0,0 0-7 16,0 0-3-16,2-2 1 15,4-1 5-15,1-2 22 16,0-1 18-16,3-2 2 16,-1 2-7-16,-2 1-23 15,1-3-10-15,-2 0-1 16,4 2-1-16,-4-1-3 16,2-5-3-16,7-5 1 15,2-3-1-15,5-5 0 0,-1-3-1 16,3 2-4-16,0 1-1 15,-2 3 3-15,-8 7-7 16,0 5 4 0,-8 3 1-16,2 1-1 15,-2 0 3-15,1 0 6 0,0-5 5 16,8-5 3 0,-2-3-4-16,4-3-3 0,2-3-5 15,2 2-2 1,1-5 2-16,0 6-2 15,2 3-1-15,-5 0 0 16,-2 2-2-16,2 4 2 16,-4 1-2-16,0 1 1 15,3-1-1-15,-4 0 0 0,4 1 1 16,6-3-1 0,2-3-1-16,4-1 1 0,4-3 3 15,1-2 3-15,1-2 5 16,-4 1-3-1,-2 4-3-15,0 0-4 0,-4 1 0 16,0 2 0 0,5-1 0-16,3-4-2 0,2-1 1 15,7-2-1-15,3-2 1 16,4 0-1-16,-2 0 1 16,-2 2-1-16,-9 1 0 15,-7 6 2-15,-10 4-1 16,-2 2 1-16,-7 0-2 15,2 0 4-15,2-5 0 16,8-4 1-16,6-6 3 16,3-4-3-16,6-4 2 0,2 2-3 15,0 2-2 1,-10 6 2-16,-2 7-2 0,-5 0-2 16,-5 10 1-1,-2-3 0-15,-2 3 1 0,4-4 1 16,1-4 0-1,9-6 3-15,10-6-2 0,6-1 2 16,0-5 0 0,0 5 9-16,-3 6-14 15,-11 5 0-15,-6 6 0 16,-10 5-1-16,-2 4 1 16,-2-1 1-16,0-2-2 0,2 0 2 15,-4 0-1 1,3-1 1-16,2-4-2 0,2 4 0 15,-2-2 0 1,2-1 0-16,0 3 0 0,0-4 0 16,-1 4 0-1,0-1 0-15,1-2-1 16,-2 2 3-16,2 2-2 0,-4-3 0 0,2 1 2 16,-3-1-2-1,1 0 1-15,0 4-1 16,-1-3 1-16,1 2-2 15,-2 0 2 1,1 1 0-16,2-3-1 0,-2 0 0 16,4 0 1-16,-4 1-1 15,2-1 0-15,0 0 0 0,0 1 1 16,2-1-1 0,-2-1 1-16,1 3-1 15,-2-2 0-15,0 2 1 16,-5 0-2-16,3 0 1 15,-1 0 0-15,1-1 0 16,-1 1 0-16,4-3 1 0,-4 0 0 16,0 0-1-1,2 1 1-15,-4 0 0 0,0 2 0 16,0-1 0-16,-2 1 0 16,8 0-1-1,-4-4 0-15,5-1 0 0,-2-1 0 16,4 0 0-1,-2 3-1-15,0 1 2 0,-3-1-1 16,-3 5-1-16,2-1 2 16,-3 2-2-1,-2 1 1-15,5-4 0 16,0 0 1-16,1 0-2 16,4-1 2-16,-4-3 0 15,0 0-1-15,0 2 0 0,-4 2 1 16,-2 3-2-16,0-1 2 15,-2-1-1-15,4 2 0 16,4-4 1-16,-4-2 0 16,7 0-1-16,-2-2 0 15,0-3 0-15,-1 4 0 16,-3 2 0-16,-1 3 2 0,1-1-4 16,-3 3 4-1,0 0-4-15,0-3 2 16,3 3 0-16,-2-3 0 15,1 1 0-15,0-1 0 16,-2-1 0-16,3 2 0 16,-2-1-1-16,-1 2 1 15,0 0 0-15,-2 2 0 16,2 0 0-16,0 0 0 16,1 0-1-16,-3-2 1 15,3 4 1-15,-1-4-1 16,-2 2 0-16,0 0 0 0,2 1 0 15,3-3 0 1,-1 0-1-16,1-2 1 0,-1 2 0 16,1-2 0-1,-1 2 0-15,0-1 0 0,-3 3 0 16,-1-1 0-16,0 2 0 16,0-1 0-1,3 0 0-15,-2 0 1 0,4-4-2 16,-1 0 1-1,1 2 0-15,0-2 1 16,-1 5-1-16,-2-3 1 16,-2 2-2-16,0 2 1 15,-2-4 0-15,4 2 0 16,0-3 0-16,0 4-1 0,2-3 2 16,-4 2-1-16,2-3-1 15,-2 3 1-15,2-2 1 16,1 0-1-16,0 0 0 15,3-2-1-15,-4 1 1 16,2 0 1-16,1-1-1 16,-2 4 1-16,-3-2-1 15,0 3 0-15,0-1 2 16,-2-1-1-16,2 1-1 0,0 0-1 16,2-2 1-1,1-1-2-15,-2 2 2 0,3 0 2 16,-2 2-2-1,0-3 0-15,-2 2 0 0,-2 2 1 16,2-1-2 0,-2 1 2-16,0 0-1 15,3 0 0-15,-3 0 0 0,0 0 0 16,0 0 0 0,0 0 0-16,0 0 1 15,0 0-2-15,0 0 0 16,0 0-2-16,0 0-7 0,0 0-81 15,-7 7-193 1</inkml:trace>
  <inkml:trace contextRef="#ctx0" brushRef="#br1" timeOffset="-73698.55">6237 4789 546 0,'0'2'98'0,"0"-2"-23"16,0 2-35-1,0-2-30-15,0 0-5 0,0 2-4 16,0 0-1 0,5 4 0-16,1 4 1 15,2 7 5-15,5 4 3 16,2 8 1-16,3 2 6 16,-2 2-4-16,2 2-1 0,-1-4-3 0,-4-5-3 15,0-2-2 1,-4-6 0-16,-1-5-1 15,-3-5-1-15,-4-4-2 16,4-2-1-16,-5-2 0 16,0 0-6-16,0 0-6 15,2-16-10-15,-2-9-118 16,0-5-225-16</inkml:trace>
  <inkml:trace contextRef="#ctx0" brushRef="#br1" timeOffset="-73331.77">6508 4666 427 0,'0'0'52'16,"0"0"24"-16,0 0 18 0,0 0-30 15,0 0-28 1,-4-9-6-16,4 9-5 16,0 0-4-16,0 6-4 15,0 15-10-15,2 2 9 16,9 5 4-16,1 4-3 0,2 4-3 16,-2-3-5-16,3-1-3 15,1-4-5 1,-4-3 1-16,0-5 0 15,0-1-2-15,-4-3 1 16,2-3 0-16,-4-4-4 0,0-1 2 16,-4-3-8-16,-2 0-41 15,0-5-208-15</inkml:trace>
  <inkml:trace contextRef="#ctx0" brushRef="#br1" timeOffset="-69433.92">3306 4340 290 0,'0'0'65'0,"0"0"-16"15,0 0-2 1,3 0-22-16,-3 0-18 0,0 0 2 16,0 0 4-16,0 0 6 15,0 0 13-15,0 0 11 16,0 0-1-16,0 0-9 15,0 0-9-15,0 0-10 16,0 0-7-16,0 0 0 16,0 0-3-16,0 0 0 15,0 0 2-15,0 0 0 16,0 0-1-16,0 0 1 16,4 0-2-16,-2 2-3 15,2 2 0-15,3 2 0 0,1 3 1 16,3-1 5-1,4 4-4-15,1-2 5 0,0 0 6 16,2-2-2 0,-1-1 4-16,-2 0-4 15,-2 2-5-15,2-2 1 0,-4 1 0 16,-1-2-3 0,4 1-1-16,-6 0 0 15,3 4-3-15,-2-4 1 0,3 0-1 16,2 4 2-16,-6-4-2 15,6 1 0 1,-2 2 0-16,-2-2 0 16,1 1 1-16,0-1-1 15,0 0 0-15,-3-1 1 16,3-1-2-16,-2 2 0 0,-1-2-2 16,1 4 5-1,2-2-4-15,-3 1 2 0,5 1 1 16,-2 1-2-1,1-1 1-15,2 1-1 0,-2-1 0 16,4 1 0 0,-2 0 1-16,0-2 0 0,1 3-3 15,-4 0 1-15,1-5 1 16,-3 3 0-16,0-2 2 16,-1-1-3-16,1 0 1 15,1-1 0-15,2 3-4 16,-4-1 2-16,2-1 5 15,0 1-3-15,-2 0-1 16,0-2 1-16,2 1 0 16,-4 1 2-16,2 0-3 15,3 1 1-15,-2-1-1 0,6 4 1 16,2 3-2 0,6 1 1-16,3 1 2 15,4 1 2-15,2 1-1 0,-4 1 1 16,-2-5 1-1,-4 1 0-15,-5-1-1 0,-4-3 2 16,0-1-3 0,0-2-2-16,0-1 1 15,-3 2 0-15,4-3 2 16,-4-1-2-16,-1 0 2 16,0 0-3-16,-5 0 0 0,4 0 2 15,-1 0-2 1,2-1 1-16,-3 4 1 0,5-2-1 15,-3-1-1 1,-1 0 0-16,-3 0 1 16,3-2-2-16,-1 1 1 15,-2 1 0-15,3 2 2 0,6 3-2 16,-1 3 2-16,8 1 1 16,0 1-4-16,0 1 3 15,0-2 0 1,0-4-5-16,-5 0 5 0,0-1 0 15,-2 0-1-15,-1-1 1 16,-3-2-1-16,0 4 0 16,-1-5 0-16,-2-1 0 15,-1 1-2-15,2-3 2 16,3 6 1-16,2-2-4 16,2 3 5-16,-3 0-4 15,4-1 1-15,-5-1 2 16,-1-2-1-16,0 1 0 0,-3-3-1 15,5 4 0 1,0 0 0-16,0 1 0 16,3 5-2-16,2-2 4 15,1 5-1-15,0-3 1 16,-3 2-1-16,0-3-1 0,4 0 2 16,-4-1-2-1,4 0-2-15,-1 1-4 0,4 0 11 16,1 4-2-1,-5-3 3-15,5 4 0 16,-6-2 2-16,2-1-4 16,-3-1-2-16,0-2 0 15,0-1-1-15,2 2 0 16,3-1 0-16,-5 0-1 0,2-1 2 16,0 1 2-1,-3-3-1-15,0-1-1 0,-3 0-2 16,0 0 0-16,1 0-1 15,4-1 0-15,1 4 2 16,0-3 0-16,2 3 0 16,1 2 0-16,0-1 0 15,-2 0 1-15,0-1-2 16,-1 0 2-16,2 0-1 16,1 1 1-16,1 2 0 15,-1 0-2-15,1-3 1 0,-2 1 3 16,-1-3-1-1,-2-1-3-15,0 0 1 0,-1 0-3 16,-2 0 4 0,0-2-3-16,-2-1 4 0,-1 3-4 15,-1-2 2 1,4 0 0-16,0 3 0 16,-3-1-1-16,6 5 0 0,1-3 0 15,0 4 0 1,1-3 1-16,-2 1-1 0,0-2 0 15,-2-1 1 1,0 2-1-16,1-3 1 0,-2 3 0 16,2 0 1-16,-1-2-2 15,2 4 1-15,-2-2-1 16,2 1 1-16,-2-5-1 16,2 5 0-16,-1-1 1 15,0 1-1 1,0-2-2-16,0 1 3 0,-2-3 1 15,-2 0-4 1,4 0 2-16,-5-1 0 16,6 1 1-16,-6 4 0 15,6-1 0-15,-6 3-1 0,4-1 0 16,-6-1 1-16,0-4-1 16,-2-3 1-16,2 1-2 15,-2-1 1-15,-2-4-2 16,2 4 3-16,3 1-2 15,0-4 2-15,-1 4-1 16,3 0 0-16,-2-1 0 16,-1 1 0-16,3-4 0 15,-5 1 0-15,3 0 0 16,2 2 1-16,-5-4-2 0,3 4 1 16,2-2 1-1,-3 2-1-15,3-2-1 0,0 3 1 16,-5-4 0-1,3 2-1-15,0-2 1 0,-5-1-1 16,4 4 2 0,-1-4 0-16,2 3-2 0,-3 0 1 15,3 0 0 1,-1 0 0-16,-4-2 0 16,1 0 0-16,-1 2 0 15,3-4 0-15,-3 2 1 0,2 1-1 16,-2 0 0-16,3 0 0 15,-2-1 0 1,1 2 0-16,-2-2 0 16,0 2 0-16,0-2-1 15,4 3 2-15,-2 3-1 0,2-2-1 16,-4 0 2 0,3 0-1-16,-2-3 1 0,1 0-1 15,-2-3-1-15,0 1-4 16,0-1-2-16,1 2 9 15,2 1 1-15,-3-2-4 16,0 3 3-16,2-2 0 16,1 2-2-16,-1-4 1 15,-3 2 0-15,1-2-1 0,-4 2-1 16,2-2 1 0,0 2 0-16,0 1 1 15,3 2 0-15,3-1-2 16,-4 1 0-16,1-1 3 0,-1 0-2 15,1-2 1 1,-3 0-1-16,-1-2 0 16,2 2 1-16,1-2-1 15,-2 4 0-15,2-2 1 0,-1-1-1 16,1 2 0-16,-1 0 0 16,-1-3 0-1,0 0 0-15,0 3 0 0,0-3 0 16,0 1 1-1,0 1-1-15,0 1 0 0,0 0 1 16,0 0-1 0,0-3-1-16,4 1 2 15,-6 1-1-15,2-2-1 16,-2 3 2-16,0-2-1 16,2 0 0-16,-2-1 0 0,0 2-1 15,2 1 2 1,-2-2-1-16,1-1 2 0,-1 0 0 15,0 0-1 1,0 0-1-16,0 0 1 0,0 0-1 16,0 0 0-16,0 0-1 15,0 0 1-15,0 0-2 16,0 0-11-16,0 0-116 16,-1 0-331-1</inkml:trace>
  <inkml:trace contextRef="#ctx0" brushRef="#br1" timeOffset="-66186.85">4017 4495 519 0,'0'0'55'0,"0"0"5"0,0 0-14 15,0-3-18-15,0 3 5 16,0 0 0-16,0 0-7 0,0 0 2 16,0 0-3-1,0 0-4-15,0 0 2 16,0 0 7-16,0 0-11 15,0 0-10-15,0 11-6 0,0 6 0 16,4 2 3 0,2 7-5-16,1 3 0 15,-1 4 0-15,1 0 1 16,1-1-1-16,1-1-1 16,-3 0-1-16,0-6 2 0,2-5-1 15,-4-5-4 1,0-5 2-16,-2-6 0 15,-2-2 1-15,0-2 2 16,0 0-1-16,0 0 1 16,0 0-1-16,0 0 0 15,0 0-7-15,0 0-23 0,2-2-77 16,-2-10-124 0,0 1-270-16</inkml:trace>
  <inkml:trace contextRef="#ctx0" brushRef="#br1" timeOffset="-65437.04">4160 4539 550 0,'0'0'47'15,"0"0"5"-15,0 0-21 16,0 0-23-16,0-19-8 16,0 9 2-16,10 1 5 15,2-1-3-15,3 3-1 16,-2 1-3-16,2 4-3 15,0 2-6-15,2 0 9 16,1 0 4-16,-2 10-3 0,-2 8 3 16,-4 0 1-1,-3 3 1-15,0 1 2 0,-7-1-2 16,0 2 2-16,0 2-1 16,-2-2 4-16,-10 4-3 15,2-7 10-15,2-2 3 16,-2-5 6-16,6-3-7 0,2-4-8 31,0-4-6-31,2-2-3 16,0 0-2-16,0 0-1 15,0 0 0-15,0 0-1 16,0 0 1-16,0 0-4 0,10 0-3 16,18 0 4-16,10-2 7 15,4-10 5-15,8-1-2 16,-5-3-4-1,-6 3-2-15,-9 1 1 0,-11 5-3 16,-6 2 2-16,-7 4-1 16,-6-2 2-16,0 3 0 15,0 0 0-15,0 0-2 16,0 0-6-16,-6 4-63 16,-15 8-333-16</inkml:trace>
  <inkml:trace contextRef="#ctx0" brushRef="#br1" timeOffset="-59397.5">9583 3506 510 0,'0'0'83'16,"0"0"-36"-16,0 0-5 15,0 0-21-15,7 0-17 16,12 0-4-16,4-8 3 0,10-2 6 15,3-3-2 1,10 0-3-16,-2-3-2 0,2 4 0 16,-1 1-1-1,-5 1-1-15,-5 2-1 16,-11 2 1-16,-9 5-1 0,-2-2-3 16,-11 3-6-1,-2 0-17-15,0 0-127 16,0 4-248-16</inkml:trace>
  <inkml:trace contextRef="#ctx0" brushRef="#br1" timeOffset="-59106.41">9850 3498 615 0,'0'0'84'0,"0"0"-26"0,0 0-27 15,0 0-22-15,0 0 1 16,-11 125-2-16,17-80 1 16,5 2 4-1,-1 1 0-15,2-1 4 0,-6-9-1 16,-2-4-3-16,0-9-3 0,-2-6-2 16,4-7-5-1,-4-5 0-15,0-6-3 16,-2-1 0-16,2 0-1 15,-2 0-2-15,0 0 6 0,0 0 0 16,0-14-118 0,0-8-243-16</inkml:trace>
  <inkml:trace contextRef="#ctx0" brushRef="#br1" timeOffset="-58662.54">10293 3707 515 0,'0'0'105'0,"0"0"-8"16,0 0-46-16,0 0-22 15,0 0-22-15,-51 49-3 0,41-20 1 16,4 2 2 0,6-1-6-16,0 0 2 0,0-8-4 15,2 0-1 1,16-4 1-16,0-10-5 0,6-1-1 16,2-7-3-16,2 0-4 15,0-8 19-15,-2-16 8 16,-5-2-1-16,-1-5-2 15,-12-4 4-15,-6 4 2 16,-2 0 23-16,0 4-12 16,-12 5 0-16,-14 7-16 15,0 4-2-15,3 5-3 16,-1 2 1-16,4 4-6 0,10 0-26 16,6 0-143-1,4 0-159-15</inkml:trace>
  <inkml:trace contextRef="#ctx0" brushRef="#br1" timeOffset="-58315.92">10708 3389 727 0,'0'0'82'0,"0"0"-24"16,0 0-39-16,0 0-24 15,0 0 0-15,-13 76 6 0,13-35 1 16,0 5-1 0,0 6 8-16,0 4 2 0,0 2-3 15,9-1 3-15,-1-3-9 16,7-7 3-16,-1-7-5 15,2-11-2-15,2-7-3 16,4-13-1 0,1-7-5-16,5-2-2 0,0-4 10 15,0-17-13-15,-6-4-105 16,-8-5-165-16</inkml:trace>
  <inkml:trace contextRef="#ctx0" brushRef="#br1" timeOffset="-57365.81">10650 3699 604 0,'0'0'7'15,"0"0"6"-15,0 0-8 0,0 0 0 16,0 0-7 0,119-7 8-16,-75-1-6 0,2 0 4 15,-5 0-8 1,-1 3 1-16,-2 1-8 0,-8 2-6 16,-7 0 4-1,-2-1 12-15,-6 2 2 0,1-4-3 16,-6 4 1-16,1-3-18 15,-4 2 20 1,-3 1 17-16,-2-2-2 0,-2 3 23 16,0 0 0-16,0 0 1 0,0 0 52 15,-11 0-32 1,-10 6-35-16,-3 8-13 0,-2 2-7 31,1 5 0-31,3 2-3 0,6 0-1 0,8-2-4 16,4 1-1-1,4-1-2-15,0-2 0 16,0-1 5 0,6-3-6-16,8-3 4 0,8-7-8 15,2-5-16-15,4 0 6 16,1-4 3-16,-4-15-20 16,-3-6-9-16,-7-2 30 15,-7 0 13-15,-6 4 15 16,-2 4 16-16,0 5 37 15,0 6-16-15,0 2-14 16,0 6 4-16,-2 0 5 16,0 0-24-16,-2 0-19 15,2 4-6-15,2 14 4 0,0 7 0 16,0 6-3-16,0 2-1 16,18-4-2-16,2-4-11 15,4-7-18-15,2-9 2 16,4-9 7-1,1 0-11-15,1-12-9 0,2-19 7 16,-4-5 3 0,-6-9 4-16,-5-7 2 15,-6-4 44-15,-11-2 12 0,-2 3 29 0,0 9-4 32,-4 5 16-32,-11 12 6 15,0 8-24-15,4 7 3 0,0 7-11 16,5 3 6-16,2 2-19 15,2 2-14-15,0 0-10 16,2 7-10-16,0 23-3 16,0 13 12-1,0 11 5-15,0 7-4 0,2 7-1 16,12-6-4-16,4-4-3 0,3-7 2 16,1-7 2-1,-3-6-1-15,-2-2-1 0,-1-11-4 16,-4-4-18-1,4-13-53-15,-4-8-179 0,6-8-387 16</inkml:trace>
  <inkml:trace contextRef="#ctx0" brushRef="#br1" timeOffset="-56587.34">12578 3502 391 0,'0'0'42'16,"0"0"16"-16,0 0-24 16,0 0-14-16,0 2-16 0,0-2-4 15,0 0 3-15,0 0-2 16,0 0-3 0,2 0-6-16,1 0 15 0,1-6 45 15,0-5-7 1,-3 1 20-16,-1 2-11 0,0 1 5 15,0 2-16 1,-1 4-17-16,-12 1 0 0,0 0-6 16,-2 0-15-1,-2 0-2-15,4 17-3 0,-2 4-2 16,4 10 2-16,2 1 2 16,3 2-5-16,6-2 0 15,0 2-1-15,4-7-2 16,15-6 0-16,7-2 1 15,9-7-2-15,5-6-5 16,4-6 1 0,3 0-8-16,3-12-56 0,-4-11-76 15,-2-4-158-15</inkml:trace>
  <inkml:trace contextRef="#ctx0" brushRef="#br1" timeOffset="-56237">12907 3500 445 0,'0'0'132'0,"0"0"-7"15,0 0-47-15,0 0-27 16,0 0-4-16,-65-35-9 16,55 35-17-16,-4 12-14 15,6 11-4-15,0 4 1 0,4 6-3 16,2 2-2-16,2-1-5 16,0 0 5-16,6-4-7 15,13-6-3-15,7-5 4 16,2-7-3-1,2-8 3-15,0-4-1 16,-3 0-11-16,-2-6 1 16,-6-12-6-16,-4-3 19 0,-6-4 24 15,-9-5-9 1,0-1 0-16,0 1 9 16,-9 3 10-16,-8 2-16 15,-4 3 10-15,3 9-11 0,3 3-7 16,1 8-6-1,7-2 5-15,3 4-22 0,4 0-95 16,0 0-168-16,11 0-83 16</inkml:trace>
  <inkml:trace contextRef="#ctx0" brushRef="#br1" timeOffset="-55906.48">13208 3394 604 0,'0'0'82'0,"0"0"-18"16,0 0-24 0,0 0-26-16,0 0-12 0,-50 69-3 15,50-51 0 1,0-1-1-16,2 2 0 16,14 1 0-16,6-3-2 0,6 0-7 15,4-3-4 1,0-3 8-16,-4 2 7 15,-5-5-5-15,-7 2-10 16,-8 2-8-16,-8 0 20 0,0 3 8 16,0 5 0-1,-14-3 0-15,-4 3-1 16,0-5-1-16,6-3 0 0,4-6-3 16,3-6-3-1,5 0-17-15,0-6-280 0</inkml:trace>
  <inkml:trace contextRef="#ctx0" brushRef="#br1" timeOffset="-55589.96">13508 3242 785 0,'0'0'73'16,"0"0"-37"-16,0 0-31 15,0 0-13-15,0 0 6 16,-16 85 6-16,8-32-1 0,4 7-1 16,4-2 0-1,0-4 0-15,0-8-4 16,6-6 1-16,16-10-3 15,1-10 2-15,5-7-7 0,2-9-1 16,4-4-4 0,1 0-9-16,-2-19-205 15,-7-4-308-15</inkml:trace>
  <inkml:trace contextRef="#ctx0" brushRef="#br1" timeOffset="-55355.06">13426 3541 489 0,'0'0'37'0,"0"0"-11"16,0 0-9-16,0 0-9 0,0 0-2 15,118-43-4-15,-90 33-3 16,-2 0-8 0,2-5-143-16</inkml:trace>
  <inkml:trace contextRef="#ctx0" brushRef="#br1" timeOffset="-54905.85">14280 3457 553 0,'0'0'36'15,"0"0"5"-15,0 0-11 16,0 0-22-16,0 0-6 0,71-5 5 16,-33-3-2-1,0-2 0-15,2 3-4 0,-3-1-1 16,-3 4-1 0,-8 2 2-16,-6 2-7 0,-8 0-10 15,-8 0-51-15,-4 0-228 16</inkml:trace>
  <inkml:trace contextRef="#ctx0" brushRef="#br1" timeOffset="-54667.3">14338 3671 209 0,'0'0'36'16,"0"0"-6"-16,0 0-18 16,135-11-3-16,-89 2-4 15,-5-1 4-15,-5 3-1 0,-6 0-6 16,-8 6 0-16,-10-2-6 16,-5 3-11-1,-7 0-253-15</inkml:trace>
  <inkml:trace contextRef="#ctx0" brushRef="#br1" timeOffset="-32187.87">15284 3051 141 0,'10'-3'31'16,"-6"1"14"-16,2 2-3 0,0 0 8 16,-2 0-10-1,-2 0-22-15,2 0 0 0,-4 0-2 16,0 0-3 0,0 0-1-16,0 0 8 0,0 0 17 15,0 12 16-15,0 4-18 16,-10 4-6-1,-6 3 10-15,-8 4-3 0,-2 0-15 16,-4 6-7-16,-3-2-2 16,1 3-1-16,2-2-2 15,2-1-3-15,9-6 3 16,1-2-4-16,10-9-2 16,1-5-2-16,5-3-1 15,2-2 0-15,0-2-5 16,0-2-4-16,0 0 1 15,9 0-1-15,10 0 9 16,13 0 3-16,5 0 3 16,10-8-1-16,-1-5-5 15,-1 3 0-15,-9 0-4 0,-10 5-55 16,-13 0-137-16,-13 5-29 16</inkml:trace>
  <inkml:trace contextRef="#ctx0" brushRef="#br1" timeOffset="-31834.14">15214 3108 545 0,'0'0'54'16,"0"0"15"-16,0 0-27 15,0 0-29 1,0 0 11-16,-3-6 11 16,3 24-30-16,0 11 13 15,0 10 2-15,3 10-8 0,5 9 0 16,3 6-3-16,-2 4-2 16,-5-1-3-16,2-2 4 15,1-10-3-15,-1-6-5 16,-3-14 1-16,1-10-1 15,-2-10-2-15,2-5 2 16,-2-2 0-16,0-7-2 16,2-1-9-16,-1 0-16 15,-3-5-31-15,0-19-97 16</inkml:trace>
  <inkml:trace contextRef="#ctx0" brushRef="#br1" timeOffset="-30557.11">15760 3266 209 0,'0'0'19'0,"0"0"-2"16,0 0-11-16,0 0 0 16,4-12 3-16,-4 10 9 15,0 1 8 1,0-2 7-16,0 1 16 15,0 1-11-15,0-5-14 0,0 2 4 16,-4-2-18 0,-2 0 0-16,-3 0-1 0,-2 1 25 15,1-1 7-15,-2-2-8 16,0 2-4-16,-2 2-1 16,2 0-17-16,2 2 1 0,-8 2-7 15,1 0 3 1,-2 0-2-16,-3 0 2 15,-1 5 2-15,1 2 3 16,2 5 3-16,2-1-5 16,-2 7-3-16,-2 1-2 15,3 6-2-15,0 3-1 16,1 0 0-16,7 1-2 0,5 1-1 16,6-1-1-1,0-4-1-15,0-2-1 16,2-2-2-16,13-1 3 15,7-7-9-15,4-4 8 16,4-9-12-16,2 0 19 16,7-11-5-16,-3-14 0 0,-1-8 1 15,-3-2-3 1,-5-3-2-16,-7 3 6 0,-4-1-1 16,-12 6 3-1,-2 3 5-15,-2 5 4 16,0 5 6-16,0 4 10 0,0 5 14 15,0 2-3 1,0 4 2-16,0 2-16 0,0 0-3 16,-2 0-17-16,2 0-6 15,-2 6-3 1,0 15 8-16,0 13 0 0,-1 5-2 0,3 16-1 31,0 7-1-31,0 7-2 0,0 3 3 16,0 0 0-16,9-3-3 15,-3-8 0-15,3-13 2 16,-5-11-1-16,1-14 0 16,-3-9 2-1,-2-8-1-15,0-6-3 0,2 0 0 0,-2-6-7 16,0-24-37 0,0-14-225-16</inkml:trace>
  <inkml:trace contextRef="#ctx0" brushRef="#br1" timeOffset="-29867.55">16575 3659 444 0,'0'0'51'0,"0"0"-2"16,0 0-23-16,61-68-5 16,-35 31-9-16,0-10 4 0,-3-4 1 15,-8-6 11 1,-9 3 19-16,-6 0-7 16,0 8 14-16,-4 7-15 15,-11 8 2-15,-2 9-18 16,2 9 13-16,6 5 7 15,1 4-24-15,3 4-18 16,3 0 0-16,0 0-6 16,2 6-5-16,0 21 6 15,0 8 3-15,0 10 1 0,0 9 0 16,7 2-1-16,12 0-2 16,2-4-2-16,7-1-4 15,0-10-7-15,0-4-21 16,0-9-34-1,0-5-76-15,0-11-8 16,3-11-54-16,1-1 2 16</inkml:trace>
  <inkml:trace contextRef="#ctx0" brushRef="#br1" timeOffset="-28851.63">17165 3415 397 0,'0'0'87'0,"0"0"-5"0,0 0 0 15,0 0-20-15,0 0-20 16,-112-41-22-16,91 51-8 16,-1 11-7-16,5 6-3 15,4 3 0-15,2-2-1 16,9-1-2-16,2 1 0 0,0-7-1 16,0-8-6-1,16-3 1-15,5-10-9 0,5 0-29 16,-1-4-6-1,1-18 9-15,-7-7 6 16,-5 1 17-16,-6 3 25 16,-6 6 11-16,-2 7 14 15,0 6 13-15,0 6 2 16,-10 0-9-16,1 13-31 16,2 11-2-16,3 1-4 15,2 3-5-15,2-3-5 16,0-7-11-16,6-3-4 15,10-5-4-15,8-8-19 16,-2-2-15-16,4 0-17 0,3-15-61 16,1-11-28-1,-7-10 32-15,-4-9 140 0,-7-7 46 16,-8-4 87-16,-4-4 36 16,0 5-37-16,0 6-40 15,-4 8-17 1,-3 12-26-16,0 12 8 15,-1 7-10-15,4 4 3 0,2 6-12 16,-2 0-13 0,1 0-16-16,1 0-15 0,-3 21-9 15,3 14 16 1,0 12 2-16,2 7-4 0,0 3-4 16,0 6 3-16,0-5-3 15,11-6-1-15,-2-9 1 16,-3-9 1-16,2-9 0 15,2-7-1-15,-8-6-3 16,2-9-3-16,-2 0-2 16,2-3 1-16,0 0-5 15,0-16-13-15,6-15 38 16,-4-8-4-16,6-5-4 0,-2-2-4 16,0 5 2-1,-4 10-2-15,1 10 3 0,0 4-4 16,-1 12 3-1,0 2-6-15,5 3 1 0,2 0 0 16,2 0-7 0,2 1-3-16,-6 20-9 0,3 5 13 15,-10 5 5-15,-2 0 6 16,-2-4 1 0,0-4-4-16,0-5-3 0,0-7 1 15,-5-4 2 1,-6-7-3-16,-1 0 7 15,-6 0-2-15,3 0 1 0,-2 0 2 16,2-5-2 0,4-1 4-16,2 0 0 15,5 1 2-15,2 3-2 0,2 2-3 16,0 0 0 0,0 0-5-16,0 0-7 0,2 0 0 15,14 6 9-15,3 7 1 16,2 3 0-16,5-1 1 15,0 1-1-15,2-4-2 16,5-5-2-16,-4-4-51 16,-1-3-200-16</inkml:trace>
  <inkml:trace contextRef="#ctx0" brushRef="#br1" timeOffset="-28307.33">17641 3126 568 0,'0'0'36'0,"0"0"-17"15,0 0-3-15,-7 68-1 16,7-28 3-16,0 3 2 16,0 6 5-16,0-1-2 15,0-3 2-15,3-5 1 16,-2-3-3-16,2-6 0 0,-1-10-8 16,0-3-2-1,-2-5-5-15,0-7-4 0,2-2-1 16,0-4-7-1,2 0 0-15,3 0-1 0,4-4 27 16,1-14 5-16,4-4-11 16,8-6-13-16,-3 3 2 15,0 0-5-15,-1 4 0 16,-1 5 1-16,-6 7-2 16,-2 3 0-16,-5 6-3 15,6 0-6-15,-2 2-3 0,-2 17 12 16,6 8 6-1,-2 8-3-15,1 1 5 0,-2-4-1 32,-7 0-5-32,0-4 1 0,-1-8-2 0,-1-2 1 15,0-5-2-15,-2-4-10 16,0-7-92 0,0-2-193-16</inkml:trace>
  <inkml:trace contextRef="#ctx0" brushRef="#br1" timeOffset="5179.02">9496 5947 601 0,'-2'-2'6'15,"0"-2"19"-15,2-2 15 16,0 5-13-16,0-5-20 0,0 6-15 15,7-5 8 1,18 5 4-16,13-1-4 0,9-4 5 16,17-2 0-1,12-3 1-15,7-5-4 0,12-3 8 16,0 1-10-16,2 1 8 16,-12 1-4-1,-7 6-3-15,-11 1 1 0,-13 4-2 16,-14 4 2-16,-10 0-3 15,-4 0-2-15,-4 0 2 16,-7 0 5 0,-2 0-3-16,0 6-1 0,-5-3-9 15,-6 1-34-15,-2-2-180 0</inkml:trace>
  <inkml:trace contextRef="#ctx0" brushRef="#br1" timeOffset="5432.24">10493 5692 283 0,'0'0'25'16,"0"0"-3"-16,0 0 9 15,0 0-7-15,0 0-4 0,86 40-11 16,-71-26-4 0,-7 3-3-16,-6 6 0 0,-2 1 2 15,0 1-2-15,-18 0-7 16,-10-7-105-16</inkml:trace>
  <inkml:trace contextRef="#ctx0" brushRef="#br1" timeOffset="6512.59">9367 5101 441 0,'0'0'55'0,"0"0"-1"16,0 0-18-16,0 0-30 15,0 0-5-15,2 51 6 16,8-17 6-16,4 7 8 16,-3 4 6-16,2-1-5 15,-2-1-3-15,2-1-8 0,-2-3-3 16,-5-4 1-1,0-8-4-15,-1-6 1 16,1-3-2-16,-6-9-2 16,3-3-1-16,-1-6 0 0,-2 0 1 15,0 0 18 1,0-11 8-16,0-12 8 0,0-11-21 16,-9-6-3-16,-4-5-6 15,0-1-2 1,0 0 1-16,4 5-3 0,1 3 0 15,4 6 1 1,0 3-3-16,-1 4 2 0,5 3 0 16,-2 7 1-16,2 3-2 15,0 4 0-15,0 4-1 16,0 4-1-16,0 0-5 16,0 0-3-16,0 0-2 15,0 3 12-15,7 14 4 16,7 8-3-16,4 8 2 15,3 6-1-15,1 6 0 16,2 0-1-16,-4-1-2 16,-2-2 2-16,0-6-2 15,-6-8 0-15,-1-7 3 16,-4-7-3-16,-3-9 0 16,-2-1-3-16,0-4 1 15,0 0-2-15,2-8 13 16,-4-17 4-16,3-8-3 15,-1-9-7-15,-2-2 1 16,2-5-4-16,0 5 2 16,0 9-2-16,3 6 0 15,-3 9 0-15,2 5-1 16,0 5 2-16,-4 4-2 0,2 3 3 16,-2 0-2-16,0 3-1 15,3 0-2-15,-1 0-12 16,2 8 12-1,5 12 1-15,2 3 7 0,-1 8-2 16,8-1-1 0,-6 4-1-16,4-2 0 15,-4 4 1-15,2-7-2 0,-4-1 0 16,0-1 1 0,-3-3-1-16,0-9 0 0,-1-3-2 15,3-4-5-15,-5-8-1 16,2 0-13-16,3 0 7 15,4-24-20-15,-2-5-80 16,2-7-136-16,-1-7-113 16</inkml:trace>
  <inkml:trace contextRef="#ctx0" brushRef="#br1" timeOffset="6912.89">9960 5091 415 0,'0'0'62'15,"0"0"18"-15,0 0 4 16,0 0-23-16,-14-6-16 16,4 9-25-16,-1 8-12 0,-4 4-3 15,5 1-1-15,-2 2-3 16,8-3-1 0,2-3-1-16,2-3 0 0,0 1 0 15,0 2-2 1,4-3 3-16,14 3-3 0,-2-3 1 15,10 2 0 1,2-4-1-16,3-1 3 16,1 1 2-16,-4 2-4 15,-2 0 2-15,-10 4-7 16,-2 5 5-16,-8 1 2 0,-6 5 2 16,0 1 0-1,0-2 2-15,0 0-1 16,-2-5-1-16,-4-3-1 0,-1-1 0 15,-4-5 1-15,3 3-2 16,-4-3 0-16,2-5-4 16,0-4-42-16,3 0-229 15</inkml:trace>
  <inkml:trace contextRef="#ctx0" brushRef="#br1" timeOffset="7328.17">10179 5113 501 0,'0'0'18'0,"0"0"2"15,0 0 0-15,0 0-15 16,0 0 0-16,95-24 0 0,-61 11 0 15,2-2-6-15,5 1 3 0,-4 1 2 32,2-4-5-32,-5 6 3 15,-6 3-4-15,-6 2 2 0,-9 3-3 16,-5 3-3 0,-8 0-17-16,0 0-62 0,0 3-51 15</inkml:trace>
  <inkml:trace contextRef="#ctx0" brushRef="#br1" timeOffset="7647.91">10394 5073 415 0,'0'0'78'0,"0"0"28"0,0 0-38 15,0 0-32 1,0 0-24-16,-11 20-7 16,11-4-5-16,0 5 8 15,0 10 5-15,0 4 0 16,0 5 4-16,6 5 0 0,4 2-1 16,0-1-5-16,-4-3 0 15,6-7-7-15,-6-5-2 16,0-9 0-1,0-11-1-15,-2-6-6 16,0-5-18-16,-4-6-164 16</inkml:trace>
  <inkml:trace contextRef="#ctx0" brushRef="#br1" timeOffset="48052.84">10396 5570 162 0,'0'0'-9'0,"0"0"33"15,0 0 20-15,0-3-1 0,0 2 1 16,0 1 9-16,0-2 1 15,0 2 12-15,0 0-10 16,0 0-17 0,0 0-10-16,0 0-18 15,0 0-6-15,0 0 1 16,0 2 0-16,7 5 5 0,1 1-2 16,0 0-1-16,6 1 2 15,-2 2-4 1,10 0 0-16,2 3-3 15,6-1 1-15,2 3 1 16,3-1-3-16,3-1-1 0,-1-1 0 16,-5-1-1-1,-4-2 1-15,-6-3 0 0,-5-1-1 16,-8 0 2 0,-5 0 0-16,-4-2 4 0,0 1-1 15,0-1 1-15,0 2 5 16,0 0-7-16,0-2 4 15,-6 1-4-15,-1-1 3 16,2 0-3-16,-3 2-1 16,-3 0 1-1,3 4 1-15,-5-1 0 0,0 5-1 0,-2 0 3 16,-4 3-1 0,-5 8-1-16,-4 3-2 0,-4 8 1 31,-1 0-2-31,3-1 2 0,4-6 1 15,7-6-1-15,8-8 0 16,7-9-4-16,2-5-4 16,2-1-1-16,0 0-1 0,0 2-7 15,0 1 1 1,0-1-126-16</inkml:trace>
  <inkml:trace contextRef="#ctx0" brushRef="#br2" timeOffset="67672.65">13307 4293 454 0,'0'-1'44'16,"2"1"28"-16,-2 0 4 0,0 0-27 16,0 0-22-16,0 0-11 15,0 0 5-15,0 0 5 16,0 7-18-16,0 15 0 15,-8 3-7 1,4 13 2-16,-3 6-2 16,0 4 0-16,1 6 0 15,2 2 0-15,2 2 0 16,-2-4 3-16,1-7-1 0,1-8 0 16,2-13-2-16,-2-8 1 15,2-10-1-15,0-6 1 16,-2-2 6-16,2 0 11 15,0-14 11-15,0-11 1 16,-3-10-19-16,1-7-4 16,0-7-5-16,-2-3-1 15,2 2 0-15,0-1-1 16,0 7 2-16,-1 3-2 16,3 7-1-16,0 6 0 15,0 7 1-15,0 5 3 16,0 5 0-16,0 3 2 15,0 4 0-15,0 2-1 16,0 2-8-16,0 0 3 16,0 0-8-16,5 2 8 15,5 13-2-15,8 9 7 16,6 3-2-16,2 8-1 16,4 2 2-16,0 1-3 15,2 3 0-15,2-3-1 16,-6-3 1-16,3-4-2 15,-9-2 1-15,0-3 1 16,-6-5-2-16,-2-3-2 16,-3-7-9-16,-8-3-18 0,-3-4-105 15,0-4-140-15</inkml:trace>
  <inkml:trace contextRef="#ctx0" brushRef="#br2" timeOffset="67960.93">13255 4695 391 0,'0'0'10'16,"0"0"-3"-16,0 0 10 16,0 0-5-16,132-63-5 0,-91 46-1 15,-5 2-4-15,-2 1-1 16,-6 5-4 0,-10 3-10-16,-10 6-195 0</inkml:trace>
  <inkml:trace contextRef="#ctx0" brushRef="#br2" timeOffset="68623.41">13243 4171 356 0,'0'0'32'0,"0"0"20"16,0 0 0-16,-117 75-16 15,85-37-15-15,-2 6 4 16,4 7 13-16,-1 5-1 0,7 6-5 16,8 2-13-1,10 2-4-15,6 2-5 0,0-2-4 16,22 3-1-1,16-1-4-15,7-6 5 0,9-6-2 16,8-6-3 0,7-9 0-16,9-12-4 15,1-12 0-15,3-11 6 0,0-6 0 16,-7-2-1-16,-11-27-7 16,-6-8 4-16,-13-6 3 15,-8-7 7-15,-9-4-1 16,-8-8 1-16,-1-2 6 15,-15-3 11 1,-4-5 10-16,0 2-4 16,-8 0 1-16,-20 7 0 15,-11 8-4-15,2 5 9 0,-10 11-28 16,-3 10-6 0,-2 6 2-16,1 7-4 0,1 11-3 15,6 5-6-15,5 0-7 16,15 4-4-16,7 13-73 15,8 6-145-15,9-3-434 16</inkml:trace>
  <inkml:trace contextRef="#ctx0" brushRef="#br2" timeOffset="69594.13">17524 4184 604 0,'0'0'93'16,"0"0"-23"-16,0 0-17 16,0 0-29-16,0 0-15 15,0 0-4-15,0 0-2 16,0 12-1-16,2 10 10 16,10 6 0-16,-4 10 4 15,5 3 3-15,-4 0-1 16,1 2-4-16,-2-7-2 15,-3 1-1-15,-1-6 0 16,-1-5-2-16,-3 0-2 16,0-5-3-16,0-4-3 15,0-1-1-15,0-3-2 16,0-7-10-16,0-4-69 16,-5-2-115-16,-3-6-258 15</inkml:trace>
  <inkml:trace contextRef="#ctx0" brushRef="#br2" timeOffset="70124.17">17486 4230 455 0,'0'0'17'15,"0"0"-3"-15,0 0 3 0,107-51-7 16,-75 48-3-16,-6 3-9 16,-4 0 4-1,-10 0 0-15,-6 10-2 0,-6 11 8 0,0 2 15 16,-14 4 21-1,-8 6-12-15,-1 2 1 16,-3-3-9-16,6 0-13 16,6-7-7-16,5-5-5 15,5-7 0-15,2-3-1 16,2-7 1-16,0-2-7 16,0-1-5-1,0 0 15-15,13 0-1 0,10 0-2 16,1 0 7-16,2-1-2 0,0-2-2 15,-2 3-1 1,-6 0-3-16,-2 2 4 16,-4 15-2-16,-6 4 2 15,-3 4 2-15,-3 1-2 16,0-1 2-16,0-2 0 16,-4-2 0-16,-13 2 0 15,-3-2-1-15,-2-1-4 16,1 0 0-16,0-7-10 15,3-7-65-15,5-6-206 16</inkml:trace>
  <inkml:trace contextRef="#ctx0" brushRef="#br2" timeOffset="70754.71">17563 4031 412 0,'0'0'58'0,"0"0"-9"0,0 0 1 16,-131 22 2-16,105 0-25 0,0 1-6 15,3 7-6 1,1 4 0-16,0 7 1 16,-1 5-1-16,0 8-3 0,-1 4 7 15,0 4 10 1,7 4-2-16,8 2-11 15,9-2-5-15,0-3-7 16,28-1 1-16,19-1-8 0,10-5 3 16,9-8-1-1,7-7 0-15,7-10-1 16,6-7 3-16,0-16 2 16,2-3-5-16,-6-5 5 0,-5-8-4 15,-7-17-12-15,-10-5 16 16,-12-8-26-16,-9-3 13 15,-11-3 10-15,-4-1 3 16,-8-5 3-16,-8-2 1 16,-4-9 1-16,-4-2 1 15,0-7-1 1,-8 1 4-16,-21-1 3 16,-9 6-2-16,-7 11 4 15,-7 10-8-15,-3 14-6 0,-6 8 1 16,5 10-7-16,2 10-8 15,9 1 19-15,2 0-61 16,0 5-164-16,5 13-393 16</inkml:trace>
  <inkml:trace contextRef="#ctx0" brushRef="#br2" timeOffset="72843.09">13534 7149 230 0,'0'0'49'16,"0"0"-3"-16,0 0 19 16,0 0-24-16,0 0-14 0,0 0-10 15,0 0-8 1,0 2-8-16,0-2-2 15,0 0 0-15,0 0 0 16,0 0 2-16,0 0-1 0,0 0 2 16,0 0 2-1,0 0-1-15,0 2-1 0,0 0 3 16,0 0-3 0,0 4-2-16,0-2-3 15,2-3-1-15,0 5 2 0,0-3 0 16,0-2 2-16,0-1-1 15,0 2 2-15,-2-2 1 16,0 0-1 0,0 0 0-16,0 0 4 0,0 0-1 15,0 0-2-15,0 0-1 16,0 0 0-16,0 0 1 16,0 0 2-16,0 0 3 15,0 0-2-15,0 0 1 16,0 2-2-16,0 2-2 15,4 0-1-15,-2 0 0 16,0-1 1-16,5 0-2 0,-2 0 0 16,-1 1 0-1,4-2 1-15,-1 0-4 16,-1-2 5-16,1 0-2 0,-1 0 1 16,1 0 4-1,-3 0 3-15,0-8 10 16,-2-1 6-16,-2 1 2 15,0-4-2-15,0 1 2 16,0 1-1-16,-4-1-3 16,-9-1-5-16,-2 4-1 0,-2 0-1 15,2 5 0 1,-4 3 4-16,2 0-4 0,2 0-2 16,-3 17-6-16,3 2-4 15,2 5 3-15,7 2-4 16,4 6-2-16,2-1 1 15,0 3 1 1,0 0-2-16,10-1 0 16,10-1 1-16,6-3-2 15,2-8 0-15,4-5 0 0,6-8 1 16,3-8-4 0,1 0-2-16,-4-18-34 0,-3-13-117 15,-6-5-269-15</inkml:trace>
  <inkml:trace contextRef="#ctx0" brushRef="#br2" timeOffset="73343.34">13456 6925 387 0,'0'0'6'0,"0"0"20"16,0 0 17-16,-113 53-2 16,85-21-1-16,3 2 1 15,2 10-1-15,1 4-7 16,5 4-3-16,8 4-5 16,9 4-6-16,0 6-4 15,4 4-8-15,26 1-1 0,14-1-2 16,10-2-2-1,6-10 1-15,11-8-5 0,1-11-8 16,3-13 4 0,-3-13 10-16,-3-12-1 15,-9-1-7-15,-8-8 4 0,-7-21-11 16,-8-11 10 0,-7-6-6-16,-5-10 9 0,-5-9 10 15,-10-6-13-15,-8-4 11 16,-2-5-6-1,-2 2 6-15,-24 11 4 0,-10 5 5 16,-9 10 3-16,-6 6 1 16,-4 9 2-1,2 5-4-15,1 9-3 0,6 2-1 16,6 5-2-16,8 7-16 16,8 7-4-16,8 2-4 15,9 0-17-15,2 13-121 16</inkml:trace>
  <inkml:trace contextRef="#ctx0" brushRef="#br2" timeOffset="74344.68">17739 6931 159 0,'0'0'102'0,"0"0"30"0,0 0 6 15,0 0-25-15,0 0-37 16,0 0-20-16,0 0-18 16,0 0-10-16,0 0-6 15,0 0-5-15,0 0-6 16,0 9 0-16,0 8 5 16,5 7 7-16,1 5-1 15,1 2-2-15,1 2-9 16,1 0-3-16,-3-1-2 15,3 0 0-15,-4-3-3 16,-2 0 0-16,0-4-2 0,-3-4 1 16,0-2-1-16,2-3 0 15,-2-7 0 1,0-4-2-16,0-4-1 0,0-1-8 16,0 0-31-1,0-19-80-15,0-4-126 0,0-6-335 16</inkml:trace>
  <inkml:trace contextRef="#ctx0" brushRef="#br2" timeOffset="74760.14">17716 6909 417 0,'0'0'25'16,"0"0"5"-16,0 0-1 0,0 0-2 15,0 0 0-15,132-17-5 16,-101 19-5-16,4 13-2 15,4 4-9-15,-5 5-1 16,-4 3-2-16,0 0 0 16,-8 3-1-16,-7 1 0 15,-10-1 0-15,-5 1 1 0,0 2 7 16,-26 2-1 0,-10 1-2-16,-4 1-4 15,-1-2 1-15,5-7-2 16,5-4-1-16,12-10-1 15,7-8-4-15,6-6-2 16,4 0-76-16,2-18-357 16</inkml:trace>
  <inkml:trace contextRef="#ctx0" brushRef="#br2" timeOffset="75504.21">17959 6657 259 0,'0'0'14'0,"0"0"23"15,0 0 5-15,0 0-2 0,-136-36-13 16,104 36 5-1,-2 0 8-15,2 0-8 16,0 6 2-16,-4 9-4 16,2 0-1-16,2 6-6 15,1 1-7-15,4 6-2 0,4 0 1 16,3 7-3 0,5 8-2-16,4 1 0 0,3 5-4 15,4 5 1 1,1 3-1-16,3 8-1 15,0 0-4-15,21 8-1 16,19-4 1-16,9 0 3 0,17-2-5 16,14-9-8-1,15-15 4-15,4-12 1 16,0-15 5-16,0-13 3 16,-8-3-8-16,-10-16-10 0,-8-15-1 15,-8-10 2-15,-11-5 11 16,-3-6 3-16,-10-6 1 15,-8-4 6-15,-13-5-3 16,-6-2 9-16,-14 2 5 16,0 1 7-16,-22 1 6 15,-18 5 4 1,-10 5-13-16,-6 2-1 16,-3 6-7-16,-1 9-2 0,0 7-8 15,5 10-14-15,1 15 6 16,4 6-10-16,5 8 3 15,1 19-126-15,10 8-481 16</inkml:trace>
  <inkml:trace contextRef="#ctx0" brushRef="#br2" timeOffset="78952.84">1891 2144 320 0,'41'-5'4'15,"-3"-1"-2"-15,1-1 0 16,-3-3 1-16,-1 1-4 16,-4-2-11-16,-6 0 21 15,-2 1-8-15,-1 2 6 16,-4 1-12-16,-4 3 15 0,1 0 3 15,3 0 12 1,1 2 0-16,1 0-4 16,6 0-15-16,3 0-2 15,4 0 2-15,1 1-3 16,0-5 0-16,6 3-3 16,-2 0 5-16,5 1-3 15,-1 0 0-15,8 0 3 16,2 0 1-16,4-2-1 15,5 0 0-15,1-2-2 0,0-1-1 16,-1 1 6 0,-1 2-5-16,2 4 7 15,-1 0 4-15,1 0-2 0,2 0-3 16,3 0-1 0,4 0 0-16,7 0-3 0,-4 0-4 15,2-16 2 1,-3 1-2-16,-2-1 4 0,-7 1 9 15,-6 1-8 1,-3 5-4-16,-6-1 0 16,-4 2 3-16,1 1-1 15,-4 1 4-15,-1-1-2 16,-2-4-3-16,-2 4 8 16,-7 1-5-16,-6 2 2 0,-5 1-5 15,-4 0 0-15,-2 3 2 16,-5 0-6-16,1 0 8 15,0 0-3 1,-3 0 0-16,-2 0 0 0,-2 0-3 16,-2 0 3-16,2 0 1 15,-2 0 1-15,0 0 1 16,0 0-4-16,0 0-2 16,3 0-5-1,-3-12-71-15,0-5-249 0</inkml:trace>
  <inkml:trace contextRef="#ctx0" brushRef="#br2" timeOffset="121208.76">7263 4466 412 0,'0'0'41'0,"0"0"0"16,0 0-16-16,0 0-23 15,0 0-15-15,0 0 0 16,0 0 15-16,0 0 16 16,0 0-11-16,0 0-1 0,0 0 4 15,0 0 5-15,0 0-3 16,0 0 3-16,0 0-1 16,0 0-2-16,0 0-1 15,0 0 5 1,0 0 12-16,0 0 4 0,0 0 3 15,0 0-9-15,0 0-12 0,0 0-5 32,-2 0-4-32,2 0-3 15,0 4-2-15,0 8-2 16,0 1 0-16,0 6 3 0,0 9 0 0,0 3 0 16,2 2 0-1,5 1 0-15,1 4 2 16,1-6-2-16,-2-3 0 15,-1-2 0-15,2-5-1 16,1-3-1-16,-4-2 1 16,3 2 0-16,-2 3 2 15,1 1 0-15,0 6-1 16,0 1 1-16,2 1 0 16,-1-3-1-16,-2 0 1 0,1-3 2 15,2-5-5 1,-4-2 1-16,2-2 0 0,-2-3 1 31,2-1 0-31,-2 2 0 0,-1 3 1 16,3-2 1-16,-1 4 0 15,0 1 2-15,1-1-1 16,-3 0-1-16,0-2-1 0,3-3 0 16,-3 0-2-1,1-3 1-15,-3 6 3 0,2 0-4 16,0 0 3-16,0 3 0 0,1 3-1 31,2-2-1-31,-5 0 3 16,2-1-3-16,-2-3 1 15,0-1 0-15,0 1-4 16,0-1 5-16,0 1-2 0,2-1 0 16,-1 3 1-1,0 0-3-15,-3-1 4 0,2 1-3 16,0 2 1-16,-2 0 0 15,2 1 1 1,-2-1 0-16,0 0-1 0,2 1-1 16,-2-3 1-1,0 0-1-15,2-1 3 0,0-1-4 16,0 1 1-16,-2 1 0 16,0 0 0-16,0 3 0 15,1-3 2-15,-1-1-3 0,0 1 1 16,3 0 0-1,-1 1 0-15,0-1 0 16,-2 0 0-16,2-1 0 16,-2-1 0-16,4-1-1 15,-2 2 1-15,-2-2 0 16,0 0 0-16,2-1 0 16,0-1 1-16,-2 0-2 15,0-6 1-15,0 3 1 16,0-1-1-16,0-1 1 0,0 1 0 15,0 0-1 1,0-1-1-16,0 3 1 0,0-2 0 16,0 0 0-1,0-1 0-15,0-3 1 0,0 2-1 16,0-2 0 0,0 1 0-16,0-1 0 0,0 3 0 15,0 1 0-15,0 0 0 16,0-1-1-1,0 0 1-15,0-6 0 0,0 1 0 16,0-2 1 0,0-2 0-16,0 0-1 0,0 0 1 15,0 0-5 1,0 0-7-16,0 0 8 0,0 0-3 16,0 0 10-16,0-6-74 15,-6-2-399 1</inkml:trace>
  <inkml:trace contextRef="#ctx0" brushRef="#br2" timeOffset="123022.45">8130 4767 215 0,'0'0'18'0,"-10"-6"-14"15,8 4-3-15,-2 0-1 16,2-1-6-16,-1 2 13 15,-2 1-4-15,-1-2 3 0,2 2 4 16,-4 0 5 0,-3 0 12-16,4 0-9 0,1 0 10 15,-3 0-15 1,0 0-3-16,5 0-5 0,-4 0-1 16,0 0 0-16,2 0 2 15,2 0-3 1,-2 0 1-16,-1 0-2 0,3 0 0 15,2 0 2-15,-2 0 4 16,2 0 1-16,-1 0-5 16,1 0-4-16,0 0-1 15,2 2-1 1,-2 2 2-16,2-2 0 0,-5-1 3 0,5 0 2 16,-2-1-1-1,0 0 7-15,-1 0 4 16,3 0-5-16,0 0-6 15,0 0-4-15,0 0-2 16,0 0 1-16,0 0-1 16,0 0 2-16,-1 0 1 15,1 0 2-15,0 0 2 0,-2 0 4 16,0 3 4 0,0-3 1-16,2 2-4 0,-2-2-4 15,2 1-3 1,-3-1 0-16,3 3-3 0,-2-3 4 15,-3 2-1 1,1-2 4-16,0 1 1 0,0-1 3 16,0 3 5-16,-2-3-3 15,-2 0-4 1,2 2 5-16,0-1-5 0,0-1-2 16,-5 3 1-1,2-3 1-15,1 2-2 16,-4-1-3-16,2 2 3 15,-5 0 0-15,4-1-1 16,-2 4-2-16,0-2 3 16,-3 0-4-16,4 2 5 0,-3-1 2 15,3 3-1 1,-2-2-5-16,4 1-1 0,-2 3-2 16,2 0 1-1,-1-1 0-15,0 3-1 0,1-2 4 16,-3 0-1-16,2 1 1 15,2 1 2-15,-1 0-2 16,1 1 0-16,0 3 2 16,1-1-1-1,0 1 0-15,3 3-4 16,0 1 0-16,1 2-1 16,4 1 0-16,0 3 1 0,0 1-1 15,0 0 1-15,0 0-1 16,0-2 1-16,2 0 1 15,5 0-2-15,2-1 1 16,-1 1-1-16,5-1-1 16,6 1 0-16,1 2 0 15,5 1 1-15,5 1 0 16,6 3-1-16,-2-7 0 16,2 3 0-16,3-8 0 0,-2-1-1 15,4-1 1 1,-4-5-2-16,5-1 2 0,-3-5 0 15,6-2-1 1,-5-5 1-16,2 0-2 16,-1 0-6-16,-3-18 4 15,-2-11 3-15,4-1-4 0,-6-9 0 16,3 0 2 0,-5-4 2-16,-4 1 1 0,-8-1 0 15,-4-1-2 1,-9-1 0-16,-7-2 7 0,0 1-6 15,-11-2 6-15,-15 0 4 16,-6-2-4 0,-10 6 5-16,0 2 1 0,-5 3 0 15,-3 1 1-15,-4 3-1 16,1 1 2-16,3 9-6 16,0 5-3-16,8 9-1 15,-1 11-1 1,7 0 0-16,-2 22-5 0,6 17 1 15,8 7-4-15,12 6-22 16,7-3-66-16,5-7-231 16</inkml:trace>
  <inkml:trace contextRef="#ctx0" brushRef="#br2" timeOffset="125403.5">17882 5088 173 0,'0'-3'115'0,"0"3"-35"16,0 0-9-16,0 0-12 16,0 0-15-16,0 0-9 0,0 0-8 15,0 0-6 1,0 0-1-16,0 0 4 0,0-1 9 16,0-1 8-1,0 2-6-15,0-3-7 0,0 2-9 16,0 1-6-16,0-2-4 15,0 2-1 1,0-3-3-16,0 2 1 0,-3-1 7 16,2-1 8-16,-1 3 8 15,-1-6 0-15,0 6-7 16,1-2-3-16,0 2-2 0,2 0-6 16,0 0-2-1,0 0-5-15,-2 0-2 16,0 5-4-16,0 16 1 15,-2 7 6-15,-2 7-3 16,2 3 0-16,-2 5 0 16,2-5 1-16,2 1-1 15,2-3 0-15,0 2 1 0,0 0-3 16,0 1 2 0,8 0-1-16,2 0 2 0,-2-2-4 15,-2-5 2 1,1-1-1-16,2 2-1 15,-3-2 3-15,0-2-2 16,3 4-1-16,-2 0 1 0,-1 1 0 16,0-3 0-1,-1-4 0-15,1 3 0 0,-1-1 0 16,-3-6 0 0,0 1 0-16,0-1 1 15,0 0-1-15,3-2 0 0,-3 1 1 16,4 0-2-1,0-2 0-15,1 4 1 0,2-2-1 16,-1 0 2 0,-4 1-1-16,3-2 0 0,-2 1 0 15,-3-5 0-15,0 2 0 16,0-1 1-16,0-1-2 16,-2-1 2-16,4-1-1 15,-2 1 0-15,0 0-1 16,0-1 1-16,0 1 0 15,4-3 1-15,-6-1-1 16,0-3 0-16,2 1 1 16,-2-3-2-16,0-1 1 15,0 1 0-15,2 2 0 16,0-1 0-16,-1 2-1 16,2-1 2-16,-1 3-1 15,-2-1 0-15,2 3 0 0,0-1 0 16,-2-1 1-1,0 0-2-15,0-5 2 16,0 1-2-16,0-4 1 16,0-2 1-16,0 0-2 0,0 0 2 15,0-2-3 1,0 0 3-16,0 0-1 0,0 0 1 16,0 0-1-16,0 0 2 15,0 0-2 1,0 0 0-16,0 0 0 0,0 0 0 15,0 0 0-15,0 4-2 16,0-1 2 0,0 1 0-16,0 0 2 15,0-2-2-15,0 2 0 16,0-2 0-16,0-2 0 0,0 0-2 0,0 0 2 16,0 2-1-1,0-2 1 1,0 0 0-16,0 2 0 0,0-2 0 15,0 0 0 1,0 0-1-16,0 0-4 0,9-20-47 16,2-12-70-16,-1-13-166 15</inkml:trace>
  <inkml:trace contextRef="#ctx0" brushRef="#br2" timeOffset="126124.77">18441 5547 362 0,'0'0'88'0,"0"0"-20"0,0 0 1 15,-22-18-17-15,22 17-11 16,-2 1-4-16,2 0 0 16,-2 0-6-1,0 0-1-15,-3 0 1 0,0 0-9 16,-7 13 8-16,2 10-18 16,-6 4-2-16,4 4 2 15,-1 1-5-15,3 0 2 16,3-9-3-16,0-5-3 15,5-7-2-15,2-3-2 16,0-2 0-16,0-6-2 16,0 0 2-16,9 0-1 15,8 0 4-15,4 0 0 16,5 0 1-16,4-8-1 16,0 2-1-16,-4 2 2 0,0 2-5 15,0 2 1 1,-7 0 1-16,-3 4-1 0,-4 13 1 15,-4 5 3 1,-2 1-3-16,-2 1 3 16,-4 2-1-16,0-1-2 15,0 0 1-15,0-1 0 0,0-5 0 16,-10-1 1 0,4-3-1-16,-1-3-1 15,4-5-1-15,-3-3-2 16,1-4 0-16,-4 0-10 15,-1 0-93-15,-4-17-132 16,2-12-250-16</inkml:trace>
  <inkml:trace contextRef="#ctx0" brushRef="#br2" timeOffset="126490.38">18347 5523 455 0,'0'0'35'16,"0"0"5"-16,0 0-27 15,0 0 0-15,0 0-5 16,109-81-2-16,-76 62-4 16,1 5-1-16,-9 2-1 15,-6 3 0-15,-6 5 0 0,-3 2 2 16,-7 2-1 0,0 0 2-16,-3 0 14 15,0 0-6-15,0 6-5 16,0 9-9-16,-12 0-50 15,-2 1-242-15</inkml:trace>
  <inkml:trace contextRef="#ctx0" brushRef="#br2" timeOffset="129706.19">2396 4932 232 0,'-3'0'30'16,"2"0"-9"-16,-1 0 8 16,2 0 3-16,0 0-3 15,-2 0 0-15,2 0 0 16,0 0-2-16,-2 0-4 15,2 0-1-15,-2 0 4 0,-1 0 5 16,-3 0-2 0,-1 0-7-16,1 0-6 0,-2 0-9 15,-4 0-3 1,4 0-1-16,2 3-1 0,0-3 0 16,-2 0-1-16,2 1 3 15,0 1 0 1,-8 2 2-16,4 1 4 0,-9 2-4 15,6 0-5 1,-5 2 4-16,3 0-2 16,3-3 0-16,3 0 1 15,0-2-1-15,4-1 0 16,0 0 3-16,-2 0 4 16,-2 3 6-16,1 0-5 15,0 0 0-15,-7 0 2 0,6 0-3 16,0 1-2-16,0-1 2 15,3 0-3-15,0 1 4 16,-1 0 2-16,0-1 0 16,1 5-4-16,2-2-6 15,-5 5 1-15,3-1-1 16,-1 7-1-16,3-3 0 16,-2 4 2-16,-1 1-1 15,5-1-3-15,-2 0 3 16,2 1-3-16,0-1 4 0,-1 4-3 15,1 1 1 1,0 2 0-16,0 1 4 0,2-2 1 16,0 1-1-1,0-3-6-15,0-2 2 16,0-2-4-16,4 1 3 0,6-1-2 16,6 0 3-1,-3 4-3-15,4-2 1 0,5 5 2 16,-4-5-3-1,3 2 0-15,4-2 2 16,1 1-4-16,2-1 2 16,0 0 0-16,4 1 1 15,-1-4 1-15,1 4-1 16,-2-1 0-16,-4-2 0 0,1-3 1 16,-1-1-1-1,0-3-1-15,-2-3 0 0,-2-1 1 16,3-1 0-16,1-1 0 15,0-2 0-15,0-2 0 16,2-2-1-16,2-2 0 16,4 0 1-1,-2 0-1-15,5-12 0 0,1-7-1 16,-2-6 7-16,0 0-5 0,-2-3 1 16,-6 3-1-1,-2-2 1-15,-3 2-1 0,-5 0-1 16,-4-2 1-1,2-2-8-15,-6-2 20 16,2-2-13-16,-6-4 7 16,0 2-6-16,-4-4 4 15,-2 6 0-15,0-7-3 16,0 3 1-16,0 3 2 16,-8-1-2-16,0 1 1 0,-4 2-4 15,-2 1 5 1,0-1 0-16,-7-2-1 0,0 1-1 15,-5 4 2 1,-2-4-2-16,-3 6 3 16,1 0 1-16,-2 2 2 15,-2 2-1-15,-2-1-6 0,1 4 6 16,-4-3-6-16,0 4-1 16,1 2 3-1,-1 1 1-15,-2 5-3 16,0 5-2-16,0 0 5 15,0 6 0-15,-6 0-1 0,-1 6-3 16,-1 17 0 0,0 9 0-16,2 5 0 0,-1 1-2 15,9 1 2 1,14 7-1-16,9-1-3 0,12 6-17 16,4 2-80-16,0 2-151 15</inkml:trace>
  <inkml:trace contextRef="#ctx0" brushRef="#br2" timeOffset="131234.5">2859 4545 137 0,'0'0'45'0,"0"0"-10"15,0 0 18 1,0 0 17-16,0 0-18 16,0 0-16-16,4 0-8 0,-2-3-7 15,3-3-6-15,6-4-5 16,-1-2 1-16,-1 1-2 15,-2 0-1-15,-1 4-3 16,-2 6-1 0,-2-4 17-16,-2 5 68 15,0 0 0-15,0 0-32 16,0 0-23-16,0 0-15 16,0 0-15-16,2-3-5 15,-1-1 0-15,3-1 3 0,-4 4 3 16,0-4-2-16,0 4 3 15,0 1 4-15,0 0 3 16,0 0-1-16,0 0-7 16,0 0-3-16,0 0 2 15,0 0-6-15,0 0-2 16,0 0-2-16,2 7 3 16,0 10 6-16,2 6 7 15,3 6-7-15,-3 3 7 16,5 9-4-16,-3 2-2 15,5 3-2-15,0 1-1 16,-1 1 0-16,1 4 0 0,-2 1 0 16,1 2-1-1,-4-2 2-15,2 1 0 0,0-3-2 16,-2 1 2-16,-2-4-2 16,4 1 0-16,-2 1 1 15,2 3-1-15,-1-5 2 16,-1-2 0-1,1 1-1-15,1-3-1 16,1-3-1-16,4-1-4 16,0-1 3-16,2 0 0 0,0 0 1 15,-1 1 1-15,2 3 2 16,-4 1-2-16,2 3 2 16,-4-1-3-16,-1-1 1 15,0-3 1 1,-1-3-1-16,-4-8 0 0,5-4 0 15,0-4 0-15,-1-4-7 16,1 3 3-16,2-2 1 16,-3-1 5-16,1 2 0 15,-3-2-2 1,-1 1 0-16,-1-5 1 0,-2-1-1 0,1-3 2 16,-3-1-3-1,0 2 2-15,0-5-1 16,0-1 0-16,0 0 2 15,0-2-2-15,0 1-2 16,0-5 3-16,2 0-6 16,-2 0-1-16,0 0 0 15,2 0 3-15,-2 0-2 16,0 0 2-16,0 0 3 16,0 0 0-16,0 0-2 15,0-9-6-15,0-10-12 16,0-8-31-16,0-8-149 0</inkml:trace>
  <inkml:trace contextRef="#ctx0" brushRef="#br2" timeOffset="133222.75">13673 5232 267 0,'-10'-9'-4'16,"0"1"14"-16,4-1 25 15,4 1-5-15,2-2-17 16,0 4 3-16,-2 5 12 15,0-3 14-15,-2 2 4 16,-1 2-5-16,1 0-8 16,-1 0-8-16,3 0-3 15,-2 0 1-15,4-2-9 16,0 0 6-16,-2 2 1 0,2 0 1 16,0 0 8-1,-4 0 0-15,-3 0-2 0,1 0 2 16,-1 10-1-1,-1 7-20-15,-2 4-3 16,7 7-2-16,3 3 3 16,0 2-2-16,0 9 4 15,0 0 0-15,8 1 7 16,3 3 0-16,0-2-4 16,2 0 1-16,0 0-4 0,0-1-1 15,-3-1 0 1,1 1-4-16,0 1-1 15,-5 2 0-15,2-10 2 16,0 4-2-16,-4-5 0 0,0 0-2 16,-2-6 1-1,0 0 1-15,-2 2 2 0,0-6 2 16,0 0 0 0,0 0 0-16,0 0-3 0,0-2-1 15,0 2 0-15,1 5-1 16,4 3 1-16,-2 0 2 15,-3 2 1-15,3-2 1 16,-3-3 0 0,2-2-3-16,0-6 0 0,0-2-3 15,2-3 1-15,0 1-2 16,-3-4-1-16,6 5 1 16,-2 0 2-16,0 1 0 0,-3 1 1 15,0 4 2 1,0 1 1-16,0-2-3 0,0 1 0 15,1 0-2 1,3 0-1-16,-4 0 0 16,0 4 2-16,0 0 0 15,-2 1-1-15,0 0 2 16,0-5-1-16,0-4 0 16,0-6-1-16,0-3-1 15,0-6 0-15,0-1 1 16,0-3-1-16,0 1 3 15,0-2 0-15,0-1-2 0,0 2 2 16,0-2-2 0,0 0-2-16,0 3 1 0,0-3-3 15,0 0-4-15,0 0 4 16,0 0-5-16,5-13-15 16,1-27-57-16,0-22-95 15,1-31-494-15</inkml:trace>
  <inkml:trace contextRef="#ctx0" brushRef="#br2" timeOffset="134402.93">12875 5806 300 0,'0'0'48'0,"0"0"3"0,-13-8 7 15,7 8-9 1,-3 0 5-16,0 0 9 0,-3 0-13 15,-2 0-4 1,-2 6-8-16,2 6-13 16,-3 0 0-16,3 1-4 15,0 2-3-15,2 2-3 16,0 2-3-16,4 5-2 16,-1 5-1-16,3 0-3 15,4 6-1-15,2 3 0 16,0 3-1-16,0 5 0 15,4-5-1-15,13 6-2 16,7-1-2-16,1-3 3 16,5 3-2-16,3-6-2 0,-3-8 1 15,3-7 0-15,-2-10-2 16,-3-9 1-16,-2-6 1 16,-4 0-6-1,0-14 9-15,-3-5-1 0,-2-1 2 16,-6-4-3-16,-5 1 0 15,-3 4 2-15,-3-3 1 16,0 5 0-16,-7 3 1 16,-11 3 4-16,-3 5-1 15,-7 0 4-15,4 4 2 16,-2 2 2-16,1 0-6 0,1 0-5 16,3 2-3-1,2 15-2-15,-1 1 2 16,0 3-2-16,6 0 0 15,2-3 2-15,6-5-6 16,6-3-15-16,0-8-31 16,0-2-130-16,0 0-307 15</inkml:trace>
  <inkml:trace contextRef="#ctx0" brushRef="#br2" timeOffset="137232.98">3358 4151 198 0,'0'0'17'0,"2"0"1"0,0 0 8 16,0 0-7-1,3 0-10-15,2 0-1 0,-1 0 9 16,4 0 15 0,0 0 11-16,0 0-10 0,0 0 1 15,-3 0 0-15,-2-3-4 16,-1 3-4-16,-2 0-8 15,0 0-6-15,-2 0-4 16,4 0-3-16,0 0 0 16,-1 0 2-16,1 0 1 15,3-2 0-15,3 2 4 16,-1-1 1-16,2 1 2 16,2-3 1-16,1 3-2 0,0-1-1 15,-2-1-6 1,6 0 1-16,2-1-6 0,-2-2 15 15,0 4-2 1,3-4-2-16,1 3-5 16,-5-2 0-16,0 3-3 15,1-1 3-15,-4-2-2 16,2 4-1-16,-6-1 6 0,4-2-5 16,-6 1-1-1,2 2 3-15,4 0-6 0,-2-4 6 16,1 2-6-1,2 0 1-15,0-2 0 16,1 3-1-16,-4-2-1 16,1 2 1-16,-2 1 1 0,1-2-2 15,0-1 1 1,-4 2-1-16,0 1 1 0,2-2 1 16,0 2-2-16,1 0-2 15,-2-2 2 1,-1 2 0-16,1 0 1 0,-3 0-3 15,1 0 2 1,-1 0-1-16,1 0 3 16,1 0-5-16,1 0 5 15,4 0-1-15,-3 0 1 0,4 0-1 16,-4 0 0 0,0 0-1-16,2 0-1 15,0 0 0-15,-2 0 0 16,0 0 1-16,3 0 0 0,0 0-1 15,2 0 2 1,0 0-1-16,4 0 2 0,1 0-1 16,-4 0-1-16,2 0 1 15,0 0-2-15,0 0 0 0,6 0 0 16,2 0 1 0,4-4-1-16,5-2 2 15,-1 1 1-15,-2-4-1 16,-2 4-1-16,-4-1-2 15,-4 4 2-15,-3 0-1 16,-1 2 1-16,-2-1-1 16,8-2 0-16,2 0 1 15,4-3 2-15,7-2-1 16,3 0 3-16,0 2 0 16,-2 1-2-16,-6 0 3 15,-2 4-5-15,-6 1 0 16,-3 0-1-16,-5 0 0 15,1 0 2-15,0 0-2 0,-1 0 2 16,2-2 1 0,4 0-1-16,2 0-1 0,4-4 0 15,2 0 1 1,5 0 8-16,1 1-5 16,2-5-1-16,-3 2 1 0,4 2-1 15,-4 1-3-15,-1-1 1 16,0 4 1-16,-2-3-1 15,-1 4-1 1,-1-2-2-16,2 0 3 16,0-2 0-16,5-1 0 0,-3-2 7 15,0 1-2 1,0 1-1-16,-3 2-3 0,-5 2 2 16,0-1-3-16,0 3-1 15,2 0 0-15,2-2 1 16,4-2 0-16,0 1 1 15,1-2 2-15,-5 0-3 16,-2-1-1-16,-6 3-1 16,-6-1 0-16,2 2 2 15,0-2-1-15,-2 3-2 16,4-1 2-16,1-2 3 16,3-3-1-16,2 2 1 15,2-1-1-15,-2 0-1 16,2 0-1-16,-3 2 2 15,-1 2-4-15,-2 2 0 16,-1 0 4-16,0 0-4 16,3 0 1-16,2 0 3 15,-2-1-2-15,-1 1 0 0,-2-3-1 16,-1 3 2-16,-3 0 1 16,-1 0-5-16,-6 0 4 15,-2 0-2-15,2 0 1 16,0 0 0-1,-2 0 0-15,0 0 0 16,0 0-1-16,-4 0 1 16,-2 0 0-16,0 0 1 15,-2 0 0-15,0 0 1 16,0 0 0-16,0 0-1 0,0 0 2 16,0 0-4-16,0 0-1 15,0 0 1-15,-10 0-5 16,-26 0-126-16,-15 0-591 15</inkml:trace>
  <inkml:trace contextRef="#ctx0" brushRef="#br2" timeOffset="139222.93">14061 4695 623 0,'2'0'19'16,"0"0"30"-16,0 0 28 16,0 0-25-16,0 0-32 0,0 0-13 15,4 0-4 1,8 0 2-16,5 0-3 15,9-3 4-15,6 0 9 16,12-1-6-16,6 0-2 0,-1 2-4 16,3 1 1-1,0 1-1-15,-1-3 1 0,1 3 2 16,2-2-3-16,4-2 1 16,5 1-1-1,3-2 2-15,4 1-2 0,-3 1 2 16,-1-1-3-1,-10 0-2-15,-6 2-1 16,-11 0 2-16,-5 2 3 16,-1 0-3-16,-1 0 2 15,10-4 4-15,2 0-4 16,8-3 4-16,3-1-2 0,-1-2 0 16,-7 3-3-16,-8-1 0 15,-4 2-3-15,-11 2 3 16,-2 0-2-16,2-2 1 15,7 0-1-15,4-3 3 16,6-2-1-16,5-3 2 16,-4-2 2-1,-1 2-2-15,-9 1 3 0,-4 4-1 16,-6 0-4-16,-6 6 0 16,-1-1 1-16,-2 2-1 15,7-2 0-15,-1 3 0 16,3-4-1-16,4 4 2 15,-2-1-1-15,4-1-2 0,-2 3 1 16,0 0 0 0,-1 0 0-16,3 0 1 0,2 0-1 15,4-3 1 1,-2 3-1-16,0-4 3 16,-1 2-4-16,-5-1 1 0,0 1-1 15,-8 2 1 1,4-5-1-16,-4 4 0 0,-1 1 1 15,3 0-1 1,-1-2 0-16,1 2 0 16,-1 0 0-16,-1-3 1 0,-3 3-2 15,0 0 2 1,-2 0-1-16,2 0 1 16,1 0-1-16,-1 0 0 15,0 0 2-15,-2 0-2 0,3 0-1 16,-4 0 2-16,0 0-1 15,-2 0 1-15,1 0 0 16,0 0 0-16,0 0-1 16,2 0 2-16,-2 0-1 15,0 0-2-15,0 0 3 16,-1 0 0-16,2 0-3 16,-6 0 2-16,3 0-1 15,-2 0 2-15,1 0-3 16,0 0 2-16,2 0-1 0,0 0 1 15,2 0-2 1,-4 0 4-16,1 0-3 0,-2 0 1 16,-1 0-1-1,-3 0 0-15,1 0 0 16,1 0 0-16,-1 0 1 0,-2 0-2 16,1 0 2-1,-1 0-1-15,0 0 1 0,-2 0-3 16,2 0 2-1,1 0 0-15,0-2 0 16,1 2-1-16,0 0 2 16,2 0 3-16,-1 0-4 15,0 0 5-15,-3 0-4 0,0 0 3 16,-4 0-3 0,0-1-1-16,0-2 0 0,-15 2-6 15,-15-5-156 1,-13-3-446-16</inkml:trace>
  <inkml:trace contextRef="#ctx0" brushRef="#br2" timeOffset="140022.58">15131 4109 447 0,'0'0'55'16,"0"0"-12"-16,14 0-18 16,-2 0-23-16,4 0 19 0,3 0-7 15,9 0 5 1,2-6-7-16,6-1-3 0,2-1-6 15,-4 7 0-15,-2-4-3 16,-6 5 0-16,-7 0 0 16,-8 0 0-16,-2 0 3 15,-7 0 4-15,-2 0 10 16,0 0 9-16,0 0 4 16,0 0 1-16,0 0-1 15,0 0-2-15,0 6-3 0,0 4-5 16,0 4 10-1,0 9 5-15,-4 8-11 16,-3 6-5-16,0 5-2 16,-1 5-9-16,2-3-4 0,-1 4-1 15,-2-4 2 1,7-8-2-16,0-5-3 0,2-6-2 16,-2-6 0-1,2-5 0-15,0-4-1 16,0-5 0-16,0-2 1 0,0 0 1 15,0 0 0 1,0-2-11-16,0-1-72 0,-4 0-122 16,-9 0-328-1</inkml:trace>
  <inkml:trace contextRef="#ctx0" brushRef="#br2" timeOffset="140322.7">15276 4392 598 0,'0'0'52'16,"0"0"-29"-16,0 0-19 15,0 0 6-15,0 0 6 16,108-6-3-16,-70 4-6 0,1-4-2 16,5 6-4-1,-6 0 0-15,-4 0-3 16,-12 0-4-16,-9 6-52 0,-13 5-471 16</inkml:trace>
  <inkml:trace contextRef="#ctx0" brushRef="#br2" timeOffset="161368.76">13918 8416 404 0,'-2'0'27'15,"2"0"0"1,0 0 11-16,0 0-24 0,0 0-9 16,0 0-2-16,0 6 1 0,0-4 6 15,0 0 1 1,0 1-2-16,0-3-2 15,0 0-7-15,0 0 2 16,0 0 3-16,0 0 7 16,0 0 1-16,0 0 2 15,0 0 2-15,0 0-7 16,0 0-2-16,0 0-5 0,0 0-2 16,0 3-4-1,0 3 16-15,0 0-13 0,0 1 6 16,0 2-5-1,5-3-1-15,5-3-6 16,-1-3-6-16,-2 0-2 16,5 0 5-16,-3-7 34 15,-1-5-12-15,-1-3-6 16,-5-1 2-16,-2 1 2 16,0 5 9-16,-9 3 9 0,-14 2 3 15,-3 5 12-15,-2 0-26 16,3 0-1-16,1 12-3 15,4 10-6-15,3 0-2 16,6 8-4-16,3 1 0 16,5 3 0-1,3 3 0-15,0-4 1 0,9-2-4 16,13-8-4-16,6-1 3 16,2-8-2-16,2-3-1 15,0-8 0-15,5-3-11 16,-1 0-39-16,0-7-135 15,8-17-287-15</inkml:trace>
  <inkml:trace contextRef="#ctx0" brushRef="#br2" timeOffset="161769.59">14183 8387 682 0,'0'0'85'0,"0"0"5"15,0 0-39-15,0 0-23 16,0 0-20-16,-108 63-5 0,104-32 0 16,2 0-2-16,2 0-2 15,0-4-4 1,6-4-1-16,16-1-1 0,6-6 1 16,0-4 0-16,7-6-3 15,-1-6-2 1,0 0 3-16,-4-6 0 15,-2-18 2-15,-4-7 3 0,-9-6-6 16,-7 2 28 0,-8-5-7-16,0 7-3 15,0 2 4-15,-18 7 0 16,2 10 2-16,-3 3-2 16,-3 11-1-16,5 0 14 15,4 0-19-15,7 0-5 0,4 6-5 16,2 1-9-16,2-1-25 15,24-1-22-15,6-5-36 16,2 0-57-16,3 0-121 16,-5 0-103-1</inkml:trace>
  <inkml:trace contextRef="#ctx0" brushRef="#br2" timeOffset="162002.9">14480 8371 183 0,'0'0'140'0,"0"0"-47"15,0 0-28-15,0 0-23 0,0 0-23 16,19 55-9-1,-6-38-3-15,-2 0-1 16,0-1-2-16,1 5 2 16,0-2-2-16,0 4-1 15,-6 1-2-15,-1-1 3 0,-5 2-4 16,0-2 5 0,-3-3 2-16,-11-3-1 0,-1-1-2 15,0-9 1 1,4-5-4-16,0-2 1 0,7 0-10 15,0-9-45 1,4-15-199-16</inkml:trace>
  <inkml:trace contextRef="#ctx0" brushRef="#br2" timeOffset="162322.88">14932 8110 790 0,'0'0'55'16,"0"0"60"-16,0 0-40 0,0 0-38 16,0 0-29-1,-58 31-6-15,56 19 4 16,2 12 2-16,0 7 1 0,0 3-2 15,8-3-4-15,12-3-2 16,3-9-1-16,3-9 1 16,-3-8-2-1,5-14-1-15,0-10-1 0,3-13-1 16,-3-3-6-16,0-9-28 16,-4-20-114-16,-8-6-183 15</inkml:trace>
  <inkml:trace contextRef="#ctx0" brushRef="#br2" timeOffset="162533.37">14904 8512 618 0,'0'0'35'15,"0"0"14"-15,0 0-17 0,0 0-25 16,0 0 2-16,82-36 0 15,-40 23-8 1,-3 6-2-16,-2 1-6 0,-14 0-30 16,-5 0-647-16</inkml:trace>
  <inkml:trace contextRef="#ctx0" brushRef="#br2" timeOffset="163820.51">16494 8371 427 0,'0'0'72'0,"0"0"17"0,0 0-16 16,0 0-17-16,0 0-26 15,-36-15-19-15,31 28-11 16,5 17 1-16,-2 6 2 15,-1 4-1-15,3 3-1 16,0-3 0-16,0-6-2 16,3-9-2-16,14-8-1 15,0-11-4-15,5-6-2 16,4 0-3-16,-5-9 13 16,2-15-4-16,-7-1 8 15,-8-2-5-15,-8 0 2 16,0 2 6-16,-6 3-1 0,-16 3-4 15,-2 6 10 1,1 2-5-16,2 5-2 16,6 3-4-16,1 0 0 15,8 3-1-15,4 0-1 16,2 0-2-16,0 0-3 0,4 0-2 16,20-4-5-1,6-8 5-15,9-5-2 0,3-5 7 16,4-3-21-1,-5-4-27-15,-7 0-26 16,-6-1 46-16,-10 1 28 16,-8 0 8-16,-8 1 2 15,-2 0 9-15,0 2 25 0,-4 7 21 16,-8 1-3 0,0 6 5-16,6 6 1 15,-2 6-2-15,3 0-28 0,3 0-19 16,-3 11-13-16,3 19-6 15,2 10 15-15,0 15-11 16,0 10 1-16,20 9-3 16,10 0 3-16,2 1 0 15,3-7-4-15,-3-4 0 16,4-8 0 0,-6-10 0-16,-4-11-5 0,0-10-3 15,-4-7-7-15,-5-10-3 0,-4-5-2 16,-4-3-6-1,-5 0 15-15,-4-15 6 16,0-6 5-16,0-4 3 16,-11-3 0-16,-8 1-1 15,-5 2 1-15,-1 5-1 16,-3 3 5-16,2 6 0 16,0 1 11-16,6 4-7 0,5 4 5 15,4-2 2 1,5 1-6-16,6-5-10 0,0 0 9 15,6-8-3 1,14-1-6-16,10-6 1 0,4-1-4 16,8 0 3-1,0 4-4-15,-1 5-10 16,0 6-15-16,-8 3-86 16,-3 4-306-16</inkml:trace>
  <inkml:trace contextRef="#ctx0" brushRef="#br2" timeOffset="164634.01">17796 8161 650 0,'0'0'71'0,"0"0"-7"0,0 0-36 16,-13-7-18-1,13 28-7-15,0 10 6 16,0 10 7-16,11 9 13 15,-1 0-2-15,-1 4 5 0,0-5-17 16,-3-6-8 0,-2-7-2-16,-2-8-2 15,0-9 3-15,0-7-2 0,-2-7 1 16,0-5 1-16,0 0 1 16,2-7 5-16,0-24 9 15,4-12-2-15,-4-9-11 16,0-9-6-16,-2-4-1 15,2 7 1 1,-2 10 0-16,0 6 0 0,0 16 5 16,0 10-3-1,0 7-1-15,0 5 1 16,0 4-3-16,0 0-2 0,0 0 0 16,0 19-4-16,6 12 5 15,7 6 2-15,2 3 0 16,1 1 0-16,0-4-2 15,-1-8-1-15,-4-7 1 16,2-10-3-16,0-11-1 16,4-1-5-16,-1-3 3 15,2-25 7-15,2-7-2 16,-2-6 1-16,-6 1-1 16,-1 3 1-16,-6 7 0 15,-1 10 2-15,-2 10 0 16,-2 4 4-16,0 6-3 0,0 0-3 15,0 0 4 1,4 0-4-16,0 19-2 0,5 11 3 16,2 6 2-1,-1 9-1-15,3-1 1 0,0 1-1 16,-1-8-1-16,0-5-1 16,1-7-1-1,-3-1-1-15,2-11 2 16,-7-3-3-16,0-4-5 15,-3-6-28-15,-2 0-93 0,0-13-166 16</inkml:trace>
  <inkml:trace contextRef="#ctx0" brushRef="#br2" timeOffset="165054.41">18437 8094 624 0,'0'0'95'0,"0"0"-16"0,0 0-28 0,0 0-28 16,-90 22-6-1,72-3 5-15,3 0-7 0,7-1-8 16,5-2-7-1,3 0-2-15,0 2 2 16,3-5 2-16,14 3-2 16,2 0-1-16,9-7 0 15,1 1-3-15,1 1 1 16,-3-3-2-16,-3 4-4 16,-7 3-1-16,-6 4 6 15,-7 4 4-15,-4-3 1 16,0 4 0-16,0-1 1 0,-2-1 2 15,-13 2-1 1,-2-5 0-16,0 1-2 0,-3-7-1 16,2-1 0-1,6-12-4-15,2 0-19 16,2-12-340-16</inkml:trace>
  <inkml:trace contextRef="#ctx0" brushRef="#br2" timeOffset="165722.9">18693 8124 472 0,'0'0'60'16,"0"0"-2"-16,0 0-3 0,0 0-23 15,-7 0-17-15,7 0-15 16,5-2-7-16,19-2 20 15,8-4 4-15,10-2-5 16,12-2-6-16,7-1 5 16,2-5-9-16,1 3-1 15,-10 3-1-15,-10 4-5 16,-11 4-3-16,-14 4-5 16,-10 0-4-16,-9 0-24 0,0 0-28 15,-17 10-238 1</inkml:trace>
  <inkml:trace contextRef="#ctx0" brushRef="#br2" timeOffset="166062.82">18946 8069 599 0,'0'0'68'16,"0"0"-10"-16,0 0-22 0,0 0-23 15,0 0-5 1,-5 24 9-16,5-1 13 0,0 8 6 16,0 3-1-16,10 7-8 15,-3 5-7-15,2 1-5 16,1 1-4-16,-1-1-2 15,-2-7-3 1,0-5-1-16,0-8-6 0,0-7 4 16,-2-9-5-16,0-7 0 15,2-4-4 1,-7-8-42-16,0-21-139 0,0-15-499 0</inkml:trace>
  <inkml:trace contextRef="#ctx0" brushRef="#br2" timeOffset="166782.78">19789 8228 534 0,'0'0'62'16,"0"0"0"-16,0 0-17 15,0 0-26-15,8-25-8 16,16 16 0-16,8 1-1 0,2-2-2 16,5 3-7-1,-1-1 4-15,2 1-5 16,-6 3 0-16,0 3 0 0,-6-1 0 15,-7 2 0 1,-7 0-3-16,-8 0-12 0,-6 3-40 16,0 8-198-16</inkml:trace>
  <inkml:trace contextRef="#ctx0" brushRef="#br2" timeOffset="167020.36">19795 8499 427 0,'0'0'1'16,"0"0"26"-16,0 0 1 0,0 0 9 15,0 0-11-15,146-39-17 16,-95 23-4-16,-1-2-6 15,-7 8-1-15,-7 0-7 16,-8 4-23-16,-10 5-72 16,-10-1-264-16</inkml:trace>
  <inkml:trace contextRef="#ctx0" brushRef="#br2" timeOffset="168202.27">12688 5651 211 0,'0'0'14'0,"0"0"39"15,0 0 5-15,0 0-10 16,-136 110-24-16,104-65-14 16,-3 9 2-16,1 8 9 15,3 8 19-15,8 1-5 16,8 1-20-16,7-1-5 0,8 1-3 15,0-2-2 1,14-4-5-16,14-5 0 0,14-6 0 16,5-11-5-1,9-9-5-15,8-8 0 0,1-11-18 16,3-11 25-16,-2-5 2 16,-6-9-9-16,1-28-4 15,-7-11 7-15,-2-11 23 16,-2-10 1-1,-9-7-8-15,-3-5-1 16,-10-3-1-16,-15 0 14 16,-13 1 3-16,0 3-3 15,-21 8-1-15,-19 7-13 0,-8 12 32 16,-4 17-39 0,1 13-5-16,1 11-38 0,6 8-155 15</inkml:trace>
  <inkml:trace contextRef="#ctx0" brushRef="#br2" timeOffset="169202.11">15199 3976 117 0,'0'0'0'0,"0"0"6"16,0 0 8-16,-74 41 28 0,53-26 4 15,0 3-5-15,-1 3-6 16,0 6-8-16,1 9-13 15,-1 0-3-15,6 8-2 16,0 5 3-16,8-3 0 16,8 1 2-1,0 1-7-15,16-5-7 0,17 1 3 16,8-1 5 0,4 0-8-16,7-5 1 15,8-7-2-15,5-10-17 0,1-10-5 16,3-11 32-16,-7 0-10 15,-2-18-6-15,-12-10 5 16,-7-4 18-16,-11-5-23 16,-6 0 28-16,-8-3-4 15,-2 5 1-15,-6-6 5 0,-2 6-8 16,-6 4-15 0,0 4-37-16</inkml:trace>
  <inkml:trace contextRef="#ctx0" brushRef="#br2" timeOffset="170188.34">18349 5221 298 0,'0'0'3'0,"0"0"0"16,0 0 4-16,-127 89 6 15,95-51-2-15,4 9 1 16,6 10 8-16,5 7-2 15,4 6-4-15,8 8-1 16,5 2-4-16,5-2 4 16,21-5-4-16,9-5-2 15,14-13-16-15,9-8-3 16,6-9 15-16,9-18 2 0,7-9-12 31,3-11 9-31,-1-11-2 0,-1-26-12 16,-11-13 13-16,-14-6 3 15,-13-10 2-15,-19-1 1 16,-17-2 4-16,-7 4 2 16,0 3-10-16,-23 8 0 15,-10 5-18-15,-4 7-120 16</inkml:trace>
  <inkml:trace contextRef="#ctx0" brushRef="#br2" timeOffset="172592.75">20855 7974 544 0,'-6'-4'81'0,"6"2"10"15,-2-3-19-15,-1 2-27 0,3 1-14 16,-2 2-10 0,2 0-2-16,-2 0 6 15,2 0-2-15,-2 5 6 16,0 15-4-16,0 8 4 16,-3 7-7-16,5 7-5 0,-2 6-8 15,2 2-2 1,0 5 2-16,0-4-1 0,0-1-2 15,0-7-1-15,0-6-3 16,0-9-1-16,0-9 0 16,0-6-1-16,5-4-2 15,-3-6 2-15,-2-3-2 16,2 0 3 0,-2 0-3-16,0-9-12 0,0-16-29 15,0-6-105-15,0-5-195 16</inkml:trace>
  <inkml:trace contextRef="#ctx0" brushRef="#br2" timeOffset="172832.92">20825 8024 626 0,'0'0'57'0,"0"0"4"0,0 0-24 16,0 0-28-1,0 0-11-15,-37 4 6 0,21 19-1 16,0 8-2-16,-1 0-2 16,4 0-22-16,3-6-214 15</inkml:trace>
  <inkml:trace contextRef="#ctx0" brushRef="#br2" timeOffset="173172.39">20772 8553 434 0,'0'0'9'0,"0"0"23"15,0 0 12-15,0 0 1 0,0 0-13 16,72 0-14-1,-41-6-2-15,1-2-2 16,0-2-15-16,-4 3 4 16,-6 1-4-16,-7 4-19 15,-13-2-313-15</inkml:trace>
  <inkml:trace contextRef="#ctx0" brushRef="#br2" timeOffset="174012.75">21432 8116 366 0,'0'0'29'0,"0"0"49"16,0 0 2-16,0 0 3 15,-11-101-8-15,-13 93-29 16,-1 4-4-16,-8 4-7 0,-1 0-14 16,-2 6-9-1,-4 13-2-15,6 6-2 0,4 3 0 16,7 1-3-16,9 2-2 15,14-3-4-15,0 2-4 16,16-7-3-16,22 0 3 16,9-4 1-1,7-1 1-15,2-1 0 0,0 1-4 16,-9 5-2-16,-9 0-14 0,-15 7 5 31,-14 1-2-31,-9 1 8 16,-7 3 6-16,-20-4 5 0,-7-2-1 15,-2-6 4-15,4-9-1 16,4-5 0-16,7-9 0 16,7 0-1-16,4 0 0 15,10-27-5-15,0-10 16 16,8-9-11-16,18-10 0 16,6-4 2-16,1 0 0 0,-5 4-1 15,-4 7-4 1,-8 12 7-16,-8 9-1 15,-8 9 0-15,0 1-2 16,0 7-1-16,-4 2-13 16,-10 1-228-16</inkml:trace>
  <inkml:trace contextRef="#ctx0" brushRef="#br2" timeOffset="174668.8">22277 8363 338 0,'0'0'59'16,"26"-110"-1"-16,-15 48 3 15,-2-3-3-15,-3 2-5 16,-6 5-9-16,0 10 1 0,0 13-10 15,-4 7-3 1,-7 13 6-16,-2 5-2 0,0 10-5 16,2 0-5-1,-2 0-8-15,1 12-8 0,-4 13-2 16,6 10-2-16,-1 10 3 16,4 3-6-1,7 4 1-15,0 3-6 0,0-3 1 16,16-4 0-1,5-1-1-15,5-7-5 16,0-6 1-16,6-8-2 16,2-2-12-16,1-10-22 15,4-5-60-15,-3-7-117 16,1-2-110-16</inkml:trace>
  <inkml:trace contextRef="#ctx0" brushRef="#br2" timeOffset="175562.67">22615 8257 386 0,'0'0'82'16,"0"0"16"-16,0 0-11 0,0 0-18 16,0 0-2-16,-123-49-28 15,106 51-26-15,4 20-10 16,-2 7-1-16,5 3-1 16,3 5-1-16,7-4-1 15,0-3-2-15,3-7-2 0,20-13-3 16,7-5-2-1,0-5 1-15,0 0 6 0,-4-19-12 16,-6-2 1 0,-8-7 2-16,-7 1 7 15,-5 2 10-15,0 2 1 16,0 5 0-16,-3 6 3 0,-1 5 1 16,0 7-2-1,0 0-14-15,4 7 2 16,0 13 9-16,0-1-5 0,0 1-2 15,6-7-2 1,12-3-8-16,5-10-6 0,1 0 12 16,4-6-23-1,0-19-26-15,-2-10-24 16,-5-6 51-16,-6-13 31 16,-9-3 6-16,-1-8 18 0,-5 1 22 15,0 4-2 1,0 8-6-16,-3 15 0 15,-3 11 5-15,2 10 3 16,-2 8 5-16,1 8-12 0,0 0-4 16,5 0-27-16,-2 25-12 15,2 10 1-15,0 11 4 16,0 11-5-16,0 1 2 16,7 2-1-16,6-4 1 15,0-6-2-15,0-9-1 16,-2-6 3-16,-1-12-1 15,-3-10-1-15,-1-5 0 16,-1-8-1-16,-3 0-1 16,4-4-4-16,-2-19 4 0,5-6 16 15,0-6-12 1,1-1 1-16,1 3-3 16,2 8 1-16,-1 3 1 15,2 10-3-15,-2 6-4 0,2 6-6 16,-2 0-3-1,0 0 1-15,-4 0 2 16,-2 10-5-16,-6 4-7 16,0 4 19-16,0-1 5 15,-2-1 0-15,-15 2 1 16,0-1 0-16,-1-3 1 16,0-4-1-16,2-2 0 0,6-2 0 15,3-2 3-15,0-3-2 16,5-1-1-16,2 4-2 15,0-4-2-15,4 6-9 16,18 0 5-16,6 0 10 16,4 6-1-1,5-5-2-15,2-1-10 0,-2-2-32 16,-3-4-72-16,-4 0-153 16,-6-6-45-16</inkml:trace>
  <inkml:trace contextRef="#ctx0" brushRef="#br2" timeOffset="175988.56">23153 7860 603 0,'0'0'65'16,"0"0"2"-16,0 0-26 0,0 0-27 15,-8 50-7 1,20-11 12-16,1 4 5 15,-2-1-3-15,-2-2-3 16,-3-8-4-16,-2-6-6 0,1-4-5 16,-1-7-3-1,1-3 0-15,-3-8-1 0,2-4-1 16,2 0-2 0,3 0-11-16,4-17 19 0,-1-7 8 15,4 2-8 1,1-1-1-16,-6 5-2 15,1 5 0-15,-2 6 0 0,-4 7-2 16,2 2-6 0,-1 21 5-16,1 7 9 0,3 3 0 15,-2 4-1 1,-1-1-6-16,5-5 1 0,-4-4-5 16,-3-8-8-16,1-7-65 15,-5-10-268-15</inkml:trace>
  <inkml:trace contextRef="#ctx0" brushRef="#br2" timeOffset="-211278.62">6570 6896 125 0,'0'1'7'0,"0"-1"-4"0,0 0 3 0,0 0 0 31,0 0-5-31,0 0-1 0,0 0 0 16,5 0-8-16,-1 0 0 15,3 0 16-15,-1 0-3 16,-2 0 0-16,-2 0 3 16,0 0-1-16,-2 3 6 15,0-1 16-15,0-1-13 0,0 3-11 16,0-2-9 0,0 0-98-16</inkml:trace>
  <inkml:trace contextRef="#ctx0" brushRef="#br3" timeOffset="-144232.2">18956 4303 457 0,'0'0'46'0,"0"0"0"0,0 0-11 16,0 0-19 0,0 0-16-16,21 0 5 15,9-7 34-15,13-15 1 0,12-7 4 0,15-7-10 16,9-7-8 0,7-2-2-1,-1-3-12-15,-9 7-4 0,-13 11-9 16,-20 8 2-1,-14 9-3-15,-19 9-7 0,-10 4-11 16,0 0 3-16,-24 0-202 16</inkml:trace>
  <inkml:trace contextRef="#ctx0" brushRef="#br3" timeOffset="-143949.06">19435 3953 652 0,'0'0'4'0,"0"0"-2"0,0 0 1 16,0 0-1 0,110 0 2-16,-80 11-7 0,-9 13 5 15,-7 13 0 1,-10 5 7-16,-4 7 2 15,0-3 2-15,0-7-9 16,0-10-8-16,12-20-12 16,8-9-73-16,4-15-374 15</inkml:trace>
  <inkml:trace contextRef="#ctx0" brushRef="#br3" timeOffset="-143097.86">20032 3693 652 0,'0'0'1'0,"0"0"9"0,0 0 1 15,0 0-5-15,0 0 1 16,34-72-2-16,-17 72 1 15,2 0 0-15,0 24-2 16,3 8 15-16,-2 12 13 0,-4 0-4 16,-2 3-2-1,-4-5-8-15,-6-8-5 16,0-12-4-16,-1-6 1 0,0-8-1 16,-3-8-2-1,0 0 6-15,0 0 15 0,0-17 40 16,0-8-20-1,0-8-31-15,-6-9-7 0,0-2-7 16,2-1-4 0,2 6 2-16,2 7-2 0,0 9-2 15,0 10-2-15,8 12-3 16,10 1-3-16,1 1 5 16,5 21 6-16,4-1-1 15,-2 1 1 1,-2-3 1-16,-2-6-2 0,0-4-1 15,-6-8 0 1,-2-1 1-16,0 0-1 16,-4-1-1-16,1-17 0 15,-4-3 4-15,-5 1 1 0,-2-3 0 16,0-1 1 0,0 5-2-16,0 5 0 0,0 3-1 15,0 4-1-15,4 4-5 16,7 3-6-16,4 0 4 15,4 4 5-15,5 9 0 16,0-1-5-16,0-1-5 16,-2-8-2-16,0-3 4 15,0 0 1-15,-5 0 5 0,-2-15 1 16,-2-7 5 0,-7 0 0-16,-2-4 1 0,-4-1 7 15,0 4 8 1,0 4 22-16,0 5 3 0,0 4 1 15,0 5-3 1,-2 2-5-16,2 3-12 0,0 0-18 16,0 6-7-1,0 17-2-15,12 6 6 16,6 6-1-16,2 5 1 0,2-8-1 16,-3-1 1-1,-2-10-5-15,-4-5 0 16,-4-10-18-16,-5-6-72 15,-4 0-176-15,0-31-408 0</inkml:trace>
  <inkml:trace contextRef="#ctx0" brushRef="#br3" timeOffset="-142966.07">20638 3210 780 0,'0'0'97'0,"0"0"-5"15,0 0-65-15,0 0-36 16,-19-4-26-16,23 4-80 16,9 0-581-16</inkml:trace>
  <inkml:trace contextRef="#ctx0" brushRef="#br3" timeOffset="-142522.38">20957 3359 634 0,'0'0'16'0,"0"0"-5"16,0 0-11-16,0 0 1 0,0 0-3 15,0 0-1 1,107 25 27-16,-85 4 6 0,-2 4 5 15,-2-4 0 1,-5-4-3-16,-4-4-10 16,-1-8 0-16,-4-6-11 0,-1-3-1 15,-3-4 0-15,2 0 2 16,-2 0 24 0,0-16 9-16,0-9-17 15,0-6-16-15,0-6-6 16,2 0-2-16,3 1-5 0,7 2 0 15,1 9 0 1,4 6 0-16,3 11-6 0,3 8-3 16,1 0 5-16,0 8 6 15,2 14 1 1,-3 5 0-16,-3 2 1 0,-5-3 0 16,-2 0-1-1,-3-5-2-15,1-4-14 0,-2-11-117 16,-3-6-417-16</inkml:trace>
  <inkml:trace contextRef="#ctx0" brushRef="#br3" timeOffset="-141647.8">21976 3221 338 0,'0'0'5'15,"0"0"7"-15,0 0 8 0,0 0-2 16,0 0 12 0,84-23 15-16,-73 2 21 0,0-3 0 15,-7 1 2 1,-4 1-10-16,0 3-13 0,0 4 0 15,-2 4 3 1,-13 5-5-16,-3 1-10 0,0 5-12 16,-2 0-6-1,2 0-7-15,2 11-3 0,2 8 2 16,4 6-3-16,6 2 0 16,4 6-2-16,0 0-1 15,0 1-4-15,14-8-2 16,14-2 3-16,4-10 1 15,8-5-3-15,2-9 1 16,5 0-5-16,1-16-33 16,0-12-34-16,-8-6-15 15,-3-1-17-15,-13 0 41 0,-10 4 44 16,-10 4 22 0,-4 3 7-16,0 10 18 0,-18 2 30 15,-8 7 0 1,-4 5-11-16,-3 0-6 15,3 8-15-15,4 12-7 16,2 2-11-16,12 5-1 16,4-1-5-16,8 0 0 15,0 1-4-15,0-6 1 16,14-2 0-16,10-7 1 16,2-7 0-16,4-5 0 15,2 0-2-15,-4-24-5 0,-2-7-15 16,-7-10-18-1,-11-5 12-15,-8-2 24 0,0-7 8 16,0 1 9 0,-16 3 13-16,-4 5 9 0,3 9 11 15,2 10 3-15,2 7 3 16,9 11 6 0,0 5-9-16,1 4-14 0,3 0-15 15,0 0-15 1,0 17-8-16,0 14 5 15,18 10 3-15,1 7-1 16,4 7 0-16,3 1-1 0,0-4 0 16,-2-7-2-16,0-10-1 15,1-10-6 1,3-14-9-16,2-11-28 0,2 0-63 16,1-19-12-1,-3-14-138-15,-8-2-55 0</inkml:trace>
  <inkml:trace contextRef="#ctx0" brushRef="#br3" timeOffset="-140973.68">22665 2982 169 0,'0'0'171'0,"0"0"-45"16,0 0-13-16,0 0 8 16,-28-94-39-16,15 94-19 15,-2 0-20-15,2 10-24 16,2 11-10-16,6 8-8 16,5 5-2-16,0 0-1 15,0 1-1-15,10-9-2 16,6-2-1-16,4-12-3 15,1-11 0-15,1-1-3 16,-2-6 18-16,-2-17-9 0,-2-5 5 16,-10-6-4-1,-4 2 7-15,-2 1 3 0,0 6 17 16,0 5 30 0,0 8 3-16,-6 5-15 0,4 5-19 15,-2 2-10-15,4 0-7 16,0 6-7-1,0 19-3-15,0 10 9 0,0 7-4 16,10 10-3-16,10 2-2 16,1 5 1-16,0-5 2 15,3-4-2-15,-4-2 0 16,-5-8 1 0,-3-4-6-16,-7-4 4 15,-5-7-3-15,0-8-1 16,-2-5 6-16,-13-11 2 0,0-1 0 15,0-7-1-15,2-22-10 16,4-8 10-16,7-6-3 16,2-2-1-16,0 1 2 15,4 4 0-15,13-1 2 16,5 0 0-16,-3 0 0 16,5-3 1-16,-2-6-1 15,4-3 0-15,-8 1 1 0,0 6-2 16,-8 5 1-1,-5 8 4-15,-5 12 3 16,-2 10 4-16,-21 11 7 0,-3 0-8 16,-2 0 2-1,2 13 1-15,4 6 0 16,5 9-2-16,8 2-7 16,5 3-2-16,4 6-2 0,0 0-2 15,11-1 0 1,12-1 0-16,9-6 0 0,6-7 1 15,2-11 0 1,1-7-12-16,-3-6-83 16,4-11-501-16</inkml:trace>
  <inkml:trace contextRef="#ctx0" brushRef="#br3" timeOffset="-140434.77">23561 2638 533 0,'0'0'76'0,"0"0"-11"15,0 0-28 1,0 0-23-16,12 0-8 15,9 0 12-15,7-3 7 16,4-11-1-16,7 2-11 16,0-1-6-16,-2 3-4 15,-7 4-3-15,-8 6-5 0,-10 0-17 16,-8 0-136 0,-4 6-383-16</inkml:trace>
  <inkml:trace contextRef="#ctx0" brushRef="#br3" timeOffset="-140198.49">23686 2813 414 0,'0'0'11'15,"0"0"1"-15,0 0 1 16,0 0 10-16,0 0 16 0,137-11-16 15,-101-2-12 1,-8 1-8-16,-10 5 1 16,-2 6-4-16,-11 1-3 0,-5 0-9 15,0 0 21 1,-9 5-58-16</inkml:trace>
  <inkml:trace contextRef="#ctx0" brushRef="#br3" timeOffset="-138341.1">13772 6969 211 0,'0'0'77'16,"0"0"-10"-1,0 0-19-15,0 12-6 0,0-12-14 16,0 0-3-16,0 0 0 15,0 0 36-15,0-6-14 16,0-3-7-16,0-5 6 16,-7-4-6-16,3-1-8 15,0-6-10-15,2-2-4 0,0-4-3 16,0-3 0 0,-3 5-4-16,-2-2 2 15,-3 3 2-15,0-1 2 0,-8-4-1 16,2 0-8-1,0-2-1-15,-2-3-2 16,6-3-4-16,-1 0 2 16,4 0-2-16,3 3 2 0,-1 3-1 15,1 4 1 1,-1 2 3-16,3 2 4 16,-3 0 0-16,-1-5 1 0,2 1-4 15,1-4-1 1,3-1-2-16,0-1 0 15,2 3-2-15,-3 4-1 16,3 7 1-16,-2 2 0 16,-4 7 2-16,0-2 1 15,-3 4 4-15,2-1-3 0,-3-4-4 16,4-3-3 0,-2 0 1-16,3-5 0 0,2-3 1 15,1-3-2-15,2 1 2 0,0-2-1 16,0 1 0-1,0 2 1-15,0 0-1 16,0 2 1-16,-2 2 0 16,-2-1 1-16,0 0-3 15,-1-1 1-15,-4-2 1 16,5 1-2-16,0-1 3 16,2 4-3-16,-2 3 1 0,1 8 1 15,1-3-2 1,0 10-2-16,0 1 3 0,0 0 1 15,2 3 0 1,0-1 0-16,0-3-1 16,0 1 0-16,0-5 0 0,0 3 0 15,-3-3 2 1,3 1-1-16,-2 3 0 16,2-3-1-16,0 2 0 15,-2-1 0-15,2 3-1 0,0 0 0 16,0 4 2-1,0 2-1-15,0 0-9 16,0 4 1-16,0 17 1 16,0 1-33-16,0-9-254 0</inkml:trace>
  <inkml:trace contextRef="#ctx0" brushRef="#br3" timeOffset="-137404.23">14127 4745 395 0,'0'0'76'0,"0"0"3"16,0 0-8-1,-36 6-24-15,29-4 22 0,2-1-33 16,5 2-24 0,0-3-6-16,0 0-3 0,5 2-3 15,14-2 2-15,9 0 16 16,11 0 11-16,4 0 1 15,11 0-2-15,4-6-10 16,8-6-5 0,10-3-6-16,8-4 1 15,13-3-3-15,6-3-1 0,5-3-2 16,-1-2 1 0,-6-1 0-16,-3 2-7 15,-13 0 5-15,-9 1-1 0,-6 7 0 16,-3 2-1-16,-3 0 0 15,3 3 2-15,5-2-1 16,5 5 0-16,1-3 0 16,1 3 0-16,1-1 0 15,-2 3 0-15,-8-3 1 16,-5 2-1-16,-5 5 0 16,-4-5 0-16,-3 2 1 15,1-1-3-15,2-3 2 0,0-5 0 16,1 0 3-1,1-2-1-15,-7 6-1 0,-6 3 0 16,-6 4-1 0,-9 3-2-16,-2 5-2 0,-4 0 4 15,-1 0 2 1,7 0 0-16,0 0-1 16,2 0 1-16,-1 0 0 0,-3 0 1 15,-4 2-2 1,-7 3 1-16,-4-4-1 15,-5 4-2-15,-4-4 2 16,1-1 1-16,-5 0 1 16,2 0-1-16,-2 0 1 15,2 0 6-15,-2 0-1 0,0 0 7 16,0 0-5 0,0 0-7-16,0 7-5 0,-25-3-6 15,-21-2-154 1</inkml:trace>
  <inkml:trace contextRef="#ctx0" brushRef="#br3" timeOffset="-136454.73">17725 4927 417 0,'0'0'98'0,"0"0"-16"15,0 0-40 1,0 40-24-16,0-16-2 0,0 2 12 16,0 8 7-16,0 0-3 0,0 4 2 15,0 2-10 1,0 0-4-16,4 5-4 15,4 4-2-15,3 2-4 16,-2 8 2-16,4 3 4 16,-3 0-1-16,4-1-2 15,-2 4-4-15,2-5-2 16,-2-2 0-16,2 2-2 0,-2 0-3 16,3-2 1-16,-2 0-3 15,2 0 0 1,-2-4 0-16,0-2 0 15,0-1-1-15,0-5 2 16,-1-1-1-16,-1-3-1 16,2-3 2-16,-4-2-2 0,2-6 1 15,-3-5 2 1,-2-2-3-16,2-4 2 16,-4-5-2-16,-1-3 1 15,0-1 1-15,-3 1 0 16,0-5 0-16,0 3 1 15,0 0-2-15,0-2 0 0,2-2-1 16,0-5 0-16,2-1-2 16,5 0-9-16,2-11-10 15,-7-24-14-15,-2-19-297 16</inkml:trace>
  <inkml:trace contextRef="#ctx0" brushRef="#br3" timeOffset="-135081.29">24207 2421 27 0,'9'-2'9'0,"0"-3"3"0,-5 1 2 15,-2 2 2-15,0 2-5 16,-2 0-3-16,0 0 2 16,0 0-13-1,0 0-2-15,-4 0 27 0,-4 2-1 16,-4 2 25-16,8-2 53 0,0-2 9 16,0 0-6-1,2 0 14-15,2 0-27 16,0 0-30-16,0 0-21 15,0 0 1-15,0 0 5 16,0 0-12-16,0-2-12 16,0-8-11-16,8 1 3 15,10-3-8-15,1 0-2 16,4 3-1-16,5 1-3 16,-2 6 1-16,0 2-4 0,-3 0 2 15,-1 11-4 1,-4 13 14-16,-6 5-5 0,-1 0 2 15,-7 0-1 1,-4-2 2-16,0 2-3 16,-8-2 6-16,-16 2 1 15,-9 0-5-15,3 2 0 16,0-4 0-16,7-4-4 0,8-5 0 16,6-5-3-16,9-7-4 15,0-6-10-15,0 0 4 16,0 0 5-16,15 0 8 15,-2 0 4-15,8 0 0 16,3 0-2 0,-1 0-1-16,4 0-2 0,-1 0 2 15,2 0-1 1,-5 2-1-16,1 14 0 0,-4-1-1 16,-4 7 5-1,-2 1-2-15,-8 2 0 0,-6 0 2 16,0 0 1-16,0-2-2 15,-10-3 6-15,-16 1 0 16,-5-4 0-16,-1-2 0 16,-4-3 4-16,0-8 4 15,4 0 13-15,7-4 7 16,1 0-2-16,7 0 3 16,6 0-2-16,1 0-6 15,5 0-7-15,1 0-8 0,4 0-7 16,0 0-7-1,0 0-3-15,0 0-3 0,0 8-6 16,2 3-1 0,0-3-71-16,-2-8-288 15</inkml:trace>
  <inkml:trace contextRef="#ctx0" brushRef="#br3" timeOffset="-125811.85">15231 12218 504 0,'0'0'1'0,"0"0"-3"0,0 0-130 15</inkml:trace>
  <inkml:trace contextRef="#ctx0" brushRef="#br3" timeOffset="-125704.68">15231 12218 748 0,'60'7'24'16,"-57"-4"10"-1,-1-2-24-15,-2-1-12 16,0 0-84-16</inkml:trace>
  <inkml:trace contextRef="#ctx0" brushRef="#br3" timeOffset="-12340.15">13490 594 279 0,'0'0'49'15,"16"-25"-3"-15,-10 11 26 16,-2 3 10-16,-2-2 10 0,-2 5-36 0,0-1 0 31,0 1-14-31,0 1-7 0,0 0-10 16,-6 1-7-16,-11 0-10 15,4 2-13-15,-9 4 10 16,-6 0-15-16,-7 0-15 16,-7 19 43-16,-8 14-11 15,-2 10-15-15,2 5 14 0,5 4 2 16,11 3-15 0,15-4 17-16,9-2-18 0,10-6 7 15,0-2 1 1,10-10 0-16,11-2 2 15,5-8-9-15,2-4 6 16,2-6-8-16,3-9 4 16,-3-2 1-16,2 0-1 15,-4-7 6-15,-6-12-2 16,-5-3 2-16,-8 0 2 0,-7 2 2 16,-2 5 4-16,0-1-5 15,0 4 1 1,-9 5-5-16,2 1 3 15,-1 0-3-15,6 4 2 16,0 0 0-16,2 0-4 16,0 0 1-16,0 0-7 0,6-4-11 15,20 1 3 1,8-5 18-16,-1 2-2 0,-3-2-6 16,-6 3-2-16,-11 2 6 15,-6 4 1-15,-7 1-1 16,0 0-6-16,0 0 0 15,0 1-3 1,0 17 11-16,-8 8 1 0,2 3-2 16,2 6 0-1,4-3 3-15,0 2-2 0,0-5 0 16,10-7-3 0,10-4-3-16,4-5-3 0,-1-7-5 15,3-5 2-15,-2-1 2 0,2 0 5 16,0-8 3-1,-4-16 1-15,-2-2 4 16,-5-4-5-16,-6-1 12 16,-5 2-5-16,-4 0 7 15,0 8 1-15,0 1 16 0,-8 7-8 16,-6 3-14 0,4 0 1-16,2 4-5 0,0 0-3 15,8 5 0 1,0-1-4-16,0-1-28 0,14 2 21 15,14-1 8 1,6-3 1-16,9-1 2 0,-8 0 1 16,4 1 0-1,-16-1-2-15,-8 5 1 0,-4 0-6 16,-9 1 0-16,-2 0 0 16,0 0 0-1,0 5-3-15,0 15 12 0,-4 3 0 16,-7 6 3-1,2 3-5-15,-1 3 0 0,5 3 0 16,3-1 0 0,2 1-1-16,0-1 0 0,0-6 0 15,17-4 1 1,5-6-3-16,1-5-1 16,6-7 0-16,3-5 2 0,0-4 4 15,2 0-3-15,5-8 3 16,-2-9-1-16,-5-5-3 15,-1 1 2-15,-9 0 0 16,-4 3 3-16,-7 3-2 16,-2-1 4-1,-5 3 1-15,-2 0 1 0,0 0 4 16,-2-4 11-16,0 0 0 16,0-1-7-16,0-1-6 15,0 2-4-15,0-1-2 16,0 3 4-16,-4 1-8 15,-5 3 10-15,-2 3-1 16,1 0 0-16,1 2-8 16,2 3 2-16,3 3-2 0,0 0-7 15,0 0 1-15,0 0-9 16,-4 0 6-16,2 0 14 16,2 9-5-1,-2 3-5-15,-3-1 5 16,2 3-2-16,3 1 0 0,-2 5 1 15,2 1 0 1,-3 5 0-16,3 2-1 0,-1 7 3 16,1 0-3-16,0-1 3 15,4-2-2 1,0-1-1-16,0-6-8 0,4-4 0 16,14-1 0-1,0-5 4-15,4-3 10 0,-2 0-4 16,-1-5-1-16,0-1 0 15,7-6-7-15,0 0 11 16,6 0-5 0,7-18 5-16,1-5 0 15,6-6-2-15,-7 0-2 0,-3 0 0 0,-8-2 2 16,-8 2 5 0,-12 2 1-1,-6 2 2-15,-2 2 2 0,0 1 10 16,0 5-4-16,-4 0 10 15,-8 1-13-15,0 4-3 16,0 3-11-16,0 1 5 16,0 4-6-16,-3 4-3 15,-2 0-1-15,1 4-2 16,-1 19 3-16,5 8 5 16,-2 6-5-16,12 4 1 15,2 1 0-15,0 1-1 16,4-5 1-16,20-5 2 15,7-4-3-15,7-7 1 16,12-9-8-16,6-5-26 16,8-8-9-16,5 0-111 0,-2-2-171 15</inkml:trace>
  <inkml:trace contextRef="#ctx0" brushRef="#br3" timeOffset="-11925.03">15061 967 599 0,'0'0'89'0,"0"0"-12"16,-67-40-15-16,43 40-41 15,-2 0-19-15,-2 6-4 0,7 19-1 16,0 8 0-16,10 6-2 16,7 1 3-1,4-1 0-15,0-6-3 0,17-6-3 16,9-12-4-16,6-11-18 15,2-4-3-15,-2-5 17 16,-4-25-12-16,-4-10 31 16,-9-15 7-16,-6-4 3 15,-9-7 16-15,0 2 6 0,0 3 6 16,-9 11 6 0,-1 12-16-16,-1 12 3 15,2 8 3-15,3 8 3 16,1 8-28-16,3 2-14 15,-4 6-3-15,4 25-9 16,0 13 10-16,2 12 2 0,0 10 1 16,0 4 4-1,8-2-2-15,5-4-4 0,4-10-1 16,-6-10-81 0,2-11-128-16,-2-12-130 0</inkml:trace>
  <inkml:trace contextRef="#ctx0" brushRef="#br3" timeOffset="-11539.16">15181 1001 464 0,'0'0'84'0,"0"0"15"0,0 0-99 16,0 0-16-16,0 0 30 16,0 85-6-16,0-48-3 15,0-2-3 1,11-6-5-16,6-10-13 0,5-9-13 15,-1-9-8-15,3-1-10 16,-2-5 31-16,0-23 26 16,-6-8 18-1,-2-3 103-15,-10-1-29 0,-2 7-20 16,0 5-14 0,-2 9 11-16,0 12-27 0,0 7-31 15,0 0-23-15,0 6-13 0,0 22-15 16,0 11 41-1,-2 13-8-15,-2 6 0 16,-1 8 0-16,2-3-2 16,-3-5-1-16,-4-1 0 15,-4-8-2-15,-4-7-18 0,-6-7-18 16,-4-7-4 0,-5-8-20-16,-5-9-44 0,-1-11-134 15</inkml:trace>
  <inkml:trace contextRef="#ctx0" brushRef="#br3" timeOffset="-10924.34">15842 726 185 0,'0'0'45'15,"0"0"37"1,0 0-39-16,125 0-3 0,-70 0-11 15,10-2-13 1,4-5-11-16,4-2 2 16,-4-3-2-16,-9 1-6 15,-12 2-6-15,-14 0 15 0,-14 6-8 16,-16-1-8-16,-4 0-86 16</inkml:trace>
  <inkml:trace contextRef="#ctx0" brushRef="#br3" timeOffset="-10641.83">16235 713 741 0,'0'0'59'0,"0"0"-32"16,0 0-28-16,0 0-19 0,0 0 21 15,0 95 2 1,0-45 0-16,0 5 2 16,0-1 1-16,0 0-3 0,0-6 1 15,0-6-2 1,0-9 3-16,0-6-3 0,0-8 0 16,0-5-2-1,0-6 1-15,0-8-5 0,0 0-66 16,10-18-545-1</inkml:trace>
  <inkml:trace contextRef="#ctx0" brushRef="#br3" timeOffset="-10274">16629 1128 275 0,'0'0'50'16,"0"0"-7"-1,110-45-9-15,-71 25-7 0,-7-4-14 16,-6 1-9 0,-11 3 0-16,-11 1 27 0,-4 4 111 15,-2 5-55-15,-21 3-41 16,-1 1-29-16,-2 6-3 15,0 0-7-15,2 0-2 16,1 18-6-16,1 10-1 16,5 11 3-16,6 1 1 15,7 5-1-15,4-2 0 0,13-5-4 16,26-7 1 0,10-10 0-16,3-9 1 0,2-12-50 15,-7 0-281 1</inkml:trace>
  <inkml:trace contextRef="#ctx0" brushRef="#br3" timeOffset="-9338.72">17053 1014 393 0,'0'0'-7'0,"0"0"10"16,0 0 1-1,0 0-3-15,0 0-1 0,71 7-10 16,-57-7 5 0,-6 0 28-16,-2-10-9 0,-4-2 9 15,-2-2 50-15,0 2 42 16,-10 3-36 0,-6 2-51-16,-3 2-8 0,0 4 2 15,1 1-14-15,-1 3-14 16,0 25 2-16,0 11-2 15,3 14 4-15,8 3 1 0,8-2 2 16,0-5-3 0,8-11-5-16,23-13-2 15,5-16 4 1,5-9-2-16,2-4 16 0,-2-28 0 16,-2-12-10-16,-5-12 4 15,-8-6 13-15,-7-4-4 16,-11 2 10-16,-2 8 6 15,-6 8 20-15,0 15-3 16,0 13 5-16,0 8-6 16,0 11-11-16,0 1-29 15,0 6-13-15,0 25-12 16,0 12 19-16,0 7 5 16,0 8 0-16,0 2-3 15,0-6-2-15,0-8 2 16,8-9-1-16,2-10 0 0,-3-9 2 15,-2-7-2 1,-1-7-4-16,-2-2 2 0,2-2 5 16,0 0 1-16,5-15-6 15,0-5 15 1,3-1-10-16,-3 0-4 0,2 5-1 16,-5 8 4-16,3 8-10 15,-5 0-17-15,7 10 20 16,2 11 10-16,2 3-2 15,2-1-3-15,3-2 2 16,-2-3-5-16,2-6-8 16,2-6-2-16,6-3 3 15,4-3-15-15,-1 0-20 16,-1-8-39-16,0-11 29 16,-9-3 24-16,-6-1 20 15,-4 0 15-15,-10 4 6 16,-1 1 16-16,0 5 62 15,0 1-15-15,0 2-10 16,0 3-6-16,0 1-19 16,0 2-12-16,-1 4-7 15,1 0-8-15,-2 0-14 16,-3 0-4-16,-1 21-8 16,-1 9 9-16,1 2 10 15,-3 9-2-15,3-1 0 16,4 0 1-16,2-10-5 15,0-1-1-15,0-7-13 16,0-7-58-16,0-9-80 16,0-6-198-16</inkml:trace>
  <inkml:trace contextRef="#ctx0" brushRef="#br3" timeOffset="-8526.45">17589 1153 441 0,'0'0'69'0,"0"0"-6"15,0 0-26-15,17-50-16 0,0 41-9 16,7 3-2 0,-4 6-6-16,-4 0-11 15,0 10-3-15,-6 20 15 16,-3 9 2-16,0 10-3 0,-3 1 1 16,-4 0 4-16,0-3-5 15,0-9 3-15,0-9-1 16,0-9-1-16,0-8-1 15,0-5 4-15,0-5 4 0,0-2 12 32,0 0 48-32,0-12 17 15,0-13-64-15,6-10-20 16,11-7-15-16,3-7 6 16,6 4 9-16,-2 5-8 0,-8 9-1 15,0 10 6-15,-8 11-2 0,-2 10-7 16,-2 0-12-1,2 10 7-15,2 15 14 16,-2 10-1-16,3 4 2 16,-4 5-2-16,3 0 0 15,-4-1 3-15,2-4-2 16,1-8-3-16,2-4 4 16,-1-8-5-16,7-9 1 15,5-8-24-15,-1-2-129 16,4-6-119-16</inkml:trace>
  <inkml:trace contextRef="#ctx0" brushRef="#br3" timeOffset="-8293.88">18192 1187 664 0,'0'0'58'0,"0"0"-23"16,0 0-35-1,0 0-10-15,0 0 12 16,-2 79 2-16,2-40 2 16,6 1-3-16,2-3-1 15,0-6-3-15,2-4 1 0,-4-9-2 0,0-9-27 16,-2-9-220 0,6 0-183-16</inkml:trace>
  <inkml:trace contextRef="#ctx0" brushRef="#br3" timeOffset="-8144.14">18293 910 748 0,'0'0'68'0,"0"0"-5"16,0 0-37-16,0 0-26 15,0 0-11-15,0 0-24 0,-11 3-45 16,15 19-206-1</inkml:trace>
  <inkml:trace contextRef="#ctx0" brushRef="#br3" timeOffset="-7624.03">18604 1165 489 0,'0'0'46'0,"0"0"-22"15,0 0-13-15,0 0-4 0,-129 41 0 16,110-16-3 0,4 2-4-16,11 1-2 15,4-3 1-15,0-4 0 0,0-2 0 16,6-6 0-1,14-3-6-15,1-7-4 0,5-3-2 16,-2 0 5 0,0-8-10-16,-6-17-6 0,-2-3 24 15,-8 0 17-15,-6-3 26 16,-2 3 50-16,0 5 10 16,0 5-4-16,0 7-47 15,0 1-3-15,0 6-11 16,0 2-14-16,0 2-15 0,-2 0-10 15,0 2-13 1,2 25-9-16,-2 10 20 16,-1 7 5-16,3 9-1 15,0 5 0-15,0-4 0 16,0-5 3-16,5-7-5 0,3-6-1 16,2-10 2-1,0-8-6-15,1-11-17 16,6-7-100-16,2 0-78 15,7-20-408-15</inkml:trace>
  <inkml:trace contextRef="#ctx0" brushRef="#br3" timeOffset="-7044.3">18791 1171 683 0,'0'0'70'0,"0"0"-24"0,0 0-58 15,0 0-6-15,0 0 25 16,10 123-5-16,2-76-1 16,1-5 2-16,0-4-3 15,0-13-6 1,-2-8-2-16,2-11-4 16,2-6-7-16,-2 0-2 15,1-16 25-15,2-13-6 0,1-7 18 0,-6-3-5 16,-1 1 0-1,-5 4 6-15,-1 8 1 16,-1 8 6-16,-3 12 2 16,0 6-16-16,0 0-21 15,0 14-4-15,0 14 17 16,4 2-2-16,4 4-1 16,3-1 2-16,4-5-1 15,2-7-2-15,9-8-7 16,4-5-1-16,6-8 8 15,2 0-4-15,4-13-2 16,-3-15-2-16,-5-10 13 0,-7-6-1 16,-8-5 6-1,-9 4-4-15,-8 4 9 0,-2 11 7 16,-2 10 11-16,-19 13 0 16,-8 7-19-1,2 0-9-15,1 13 1 16,3 16-4-16,5 8-3 15,16 5 0-15,2 7 2 16,0-2 0-16,15-2 3 16,13-4 0-16,7-3 1 15,1-9-2-15,7-10-5 16,-1-8 4-16,-2-11-62 0,-6 0-330 16</inkml:trace>
  <inkml:trace contextRef="#ctx0" brushRef="#br3" timeOffset="-3694.41">18824 5322 257 0,'-11'-24'26'16,"-1"4"5"-16,-2-2 18 0,-4-2-2 15,-2 5 13-15,-10 0-32 16,-5 2 4-16,-8-1 7 15,-8 5-3-15,-9-1 6 16,-9 5-11 0,-10 4-12-16,-4 5 1 0,2 0 7 15,1 0-17 1,6 24 1-16,3 15-7 16,13 15-4-16,5 17 0 0,7 18 6 15,16 18-2-15,15 8 5 16,15 8-3-16,19-2-3 15,49-6-1-15,22-14-5 16,21-18 4-16,16-21 0 16,9-21 2-16,4-24-4 15,-6-17-1-15,-9-10 6 16,-10-32-4-16,-13-22-3 16,-15-14 1-16,-13-16 3 15,-20-14 7-15,-16-9-2 16,-23-5 0-16,-15 5 5 15,-17 2 7-15,-43 18 40 16,-30 16-21-16,-28 21-23 0,-16 21-11 16,-13 27-7-1,-1 12-1-15,9 45-9 0,20 17-82 16,22 17-538-16</inkml:trace>
  <inkml:trace contextRef="#ctx0" brushRef="#br3" timeOffset="-796.89">13013 5611 266 0,'-20'-7'8'15,"-6"-5"16"-15,-2 5 20 16,-8 0-20-16,-1 2 10 15,-8 4-13-15,-4 1 15 16,-3 0-4-16,-6 0-3 16,-1 0-11-16,-3 14 2 0,0 9 11 15,3 3 3-15,6 9-12 16,6 13-8 0,4 15-8-16,3 12-3 0,8 14 0 15,11 12 0 1,12 3 5-16,9 1-7 0,17-10 4 15,34-11-6 1,19-14-1-16,14-15 4 0,11-17-1 16,0-14 0-16,1-18-3 15,-2-6-2 1,-3-16 3-16,-4-31 2 0,-6-20 0 16,-1-19-21-1,-7-14 42-15,-15-14-15 0,-15-12 8 16,-20 2 25-16,-21 8 19 15,-4 7-11-15,-44 18-4 16,-23 19-8-16,-22 19-14 16,-19 22-12-16,-12 19-14 15,-7 12 4-15,10 14-4 16,8 25-45-16,15 4-221 16</inkml:trace>
  <inkml:trace contextRef="#ctx0" brushRef="#br3" timeOffset="7018.14">13388 1952 225 0,'14'0'1'16,"5"5"5"-16,5 1 3 0,6 4 16 15,7-1-5-15,12 5-2 16,7-1-1 0,10 5-2-16,12-3 8 0,13 6-8 15,12 1-3-15,11 1-12 0,15-2 8 16,11 1 0-1,13-4 24-15,0-2-2 16,0 0-15-16,-6-3-6 16,-8 5 1-16,-15 1-9 15,-7 3-1-15,-8-1 2 16,-3 2-1-16,1 0 0 16,1 3-1-16,1-3 3 15,1 1 0-15,0-4-2 16,-9-1-1-16,-4-1 1 15,-14 0-1-15,-7-2 0 16,-9 1 0-16,-3 4-1 0,-4 0-1 16,7 2 3-1,5 0-1-15,7-1 1 16,5-3 1-16,4-3-1 0,-9-3 2 16,-7 2-3-1,-12-5 1-15,-9 2-2 0,-7 1-2 16,3 3 2-1,2-7 1-15,14-3 3 16,11-3-1-16,11-3-2 16,5 0 1-16,-2 0-6 15,-1-6 8-15,-10 0-3 16,-8 0 0-16,-7 0 0 16,-2-1 2-16,-2-1-2 0,7-3 1 15,-3-1 0-15,4-4-2 16,-2 1 1-16,-7-3 0 15,-3 1 1 1,-2-3 0-16,-5 1 1 0,3-3 5 16,2-3 23-1,6-3-7-15,-1 3-18 0,4-1-5 16,-3 1 0 0,-4 1 2-16,-6 1-1 15,-4 0 2-15,-1-2 9 0,3-2 28 0,-1 0-5 16,6-4-14-1,-2-2-11-15,1 2-5 0,-4 1-3 16,-5 4-1 0,-9 2-2-16,-4 4 9 15,-4-2 14-15,-2 0 9 16,-2-3-10-16,6-2-13 16,2-2-4-16,-1-3 0 0,5-2-3 15,-6 1 1 1,-4 2-1-16,-2 1 9 0,-2-3 6 15,-1 0 10 1,0-2-10-16,7-4-10 16,1-4-2-16,5-2-1 15,4-4-4-15,2-2 2 16,-8-1 0-16,-5-2 0 16,-6 2-1-16,-6-4 2 15,-5 1-5-15,-4-1 4 16,1 2-2-16,-3 2 3 15,0 0-3-15,0 1 3 0,0 1-2 16,0 4 0 0,-11-4 1-16,-11 5-4 0,-5 1-5 15,-5 1 7 1,-8 0 1-16,0 4-2 0,-3 4 2 16,-5 2-12-16,0 3 9 15,-2 8-2-15,-7-1-12 16,-3 3 7-16,-4-1-9 0,-5 2 12 15,-5-2 7 1,1 1-12-16,1 1 18 16,0 1-10-16,8 3 1 0,-1 3-27 15,1 4 11 1,-2 3-5-16,1 5 12 0,-3 0 10 16,-1 0 7-1,3 0-10-15,1 0 10 16,3 0-5-16,-4 0 2 15,-3 0-7-15,-5 4-6 16,-3 2-26-16,-3 1 22 16,5 1-12-16,6-3 28 15,8-2 8-15,13-1-15 16,9-2 16-16,2 0-6 0,7 0 0 16,-7 0-2-16,1 0-1 15,-11-10-1 1,-5 0-3-16,-8-1 5 0,-7 1-1 15,-2-1-2 1,2 3 2-16,3-1-5 0,1 1 1 16,-1 3-1-1,1-2 10-15,-1 1-8 16,-3-5 5-16,-3 4-6 0,-2 0-2 16,1 0 6-1,-5 0 2-15,4 3-5 0,1 1 2 16,-3 3-3-1,1 0 3-15,9 0 1 0,0 0-4 16,9 0 7-16,7 0-1 16,6-3 1-1,4 2-1-15,1-4-2 0,7-1 0 16,-4-1-3-16,-1 1 4 16,0-3-1-16,1-1 0 15,-5 3 0-15,3-4-1 16,-8 4 1-16,2-3-3 0,-5 2-2 15,-7 4 7 1,-2-2-5-16,-3 6-8 16,-1-5 12-16,4 3-1 15,3-2-1-15,7-2 4 16,4 0 1-16,2-1-3 16,4-2-1-16,-3 2-3 15,-3 3 4-15,-4 0-1 16,-1 0-8-16,-7 4 5 15,0 0-7-15,2 0 0 0,1 0-1 16,1 0 10 0,1 0 2-16,2 0 0 15,-3 0-3-15,-1 0 3 0,-7 0-5 16,-1 0 3 0,-1 0-9-16,-2 0 13 0,1 0-12 15,5 0 10-15,2 0-3 16,5 0 1-1,6 0 4-15,2 0-4 0,7 0 4 16,4 0-5-16,2 0-1 16,0 0 8-1,0 0-8-15,-6 0 3 0,1 0-4 16,-8 0 4 0,0 0-4-16,-4 0 5 0,7 0-5 15,-4 0 4-15,10 0-1 16,-2 6 0-16,-1 2 0 15,-3 0 2-15,-6 3-1 16,-3-1-2-16,0 4-2 16,2-5 9-16,4 3-7 15,4 2 2-15,3-1 0 16,1 4-3-16,-1 3-3 16,-4 3 3-16,1 1-1 15,-2-2 5-15,4 2 1 16,1-3-2-16,3 0-1 0,2 1-1 15,3-1 2 1,-2 4-3-16,1 2 4 16,-1 2-3-16,-2 5-1 15,1-1 2-15,1 4-2 0,2 1 6 16,5 0-5-16,4 3 0 16,-1-1-2-1,7 6 2-15,-2 0 7 16,5-1-6-16,0 6-3 15,-1 0 5-15,0 1 3 16,-3 5-2-16,3-2-4 16,-2 4 6-16,0-4-4 0,3 2 1 15,1-6-1-15,4-1-2 16,3-1 0-16,0-2 3 16,0-1-2-16,6-1-1 15,6-1 5-15,3 3-3 16,3-2-2-16,-1-6 2 15,6-1-4-15,5-5 2 16,0-6-1-16,0-1-3 16,3-9 12-16,-1 0-9 15,-4-3 4-15,0-3 2 16,-3 0-3-16,0 0 1 16,3-5-8-1,0-4 6-15,7-2-2 0,0 0 9 0,4 0-7 16,0 0 4-1,0 0-2-15,-7 0-2 0,-3 0 0 16,-5 0 0 0,0 6-2-16,-5 11 2 15,4 3 0-15,-4 4-2 0,1 7-1 16,-3 0 1 0,-4 2 5-16,-1-2-1 15,2-1-3-15,-6-8 4 16,0 0-4-16,0-5 2 15,2-2-1-15,-6 1 1 16,-2-3-2-16,0-3-62 0,0-4-205 16</inkml:trace>
  <inkml:trace contextRef="#ctx0" brushRef="#br3" timeOffset="8708.84">14071 1663 260 0,'0'0'39'15,"0"0"16"-15,0 0-4 16,0 0-17-16,0 0-20 15,0 0-8-15,0 0-3 16,0 0-2-16,0 0-2 16,0 0-4-16,8 0 1 15,12 0 5-15,12 0 7 16,11 0-7-16,11-5 21 16,8-7-19-16,9-2 3 15,5-2-3-15,-5 1-2 16,-5 2 2-16,-14-1 0 15,-13 4-8-15,-13 4 10 0,-9 2 2 16,-13 1 0 0,-1 3 8-16,-3 0 0 15,0 0-12-15,-14 0-10 16,-11 0-106-16,-7 0-303 16</inkml:trace>
  <inkml:trace contextRef="#ctx0" brushRef="#br3" timeOffset="9008.33">14447 1433 331 0,'0'0'-11'0,"0"0"19"15,0 0 3-15,0 0-9 16,0 0-2-16,28 0 5 16,-2 0-2-1,9 7 1-15,1 3 2 0,-2 5-2 16,-1 3-3-16,-5 7 1 16,-11 5-3-16,-12 2 5 15,-5 8 12-15,0 2 3 16,-22 4-3-16,-3-4-7 15,-1-1-9-15,2-8-2 16,4-9-72-16</inkml:trace>
  <inkml:trace contextRef="#ctx0" brushRef="#br3" timeOffset="22955.67">1843 10307 421 0,'0'0'36'0,"0"0"36"16,0 0-21-16,-6-15-24 0,3 15-22 15,0 0-12 1,3 0 8-16,-3 5 6 0,3 19 16 16,0 11 9-1,-2 8-8-15,0 8 10 16,0 2-15-16,-5-1 11 16,3-4-16-16,1-9-4 15,2-6-4-15,1-9 1 16,-2-8-5-16,2-6 2 15,0-3-2-15,-2-5-1 0,2-2 2 16,-2 0 1 0,2 0 8-16,-2 0 26 15,2-16 25-15,-3-15-27 16,3-14-30-16,0-15-2 16,0-6 1-16,0-4-4 0,7 5 1 15,3 6-2 1,1 13 2-16,-2 11 0 0,-1 12-1 15,1 5-1 1,-7 6 4-16,2 5-7 0,-2 2 6 16,3 5-8-1,1 0-4-15,3 11-11 0,4 12 6 16,2 12 16 0,5 6-3-16,-5 3 5 0,2 2 4 15,-8-1-7-15,0-3 3 16,-1-5-2-16,-4-5-4 15,-2-7 0-15,0-8 8 16,-1-4-4-16,2-7-4 16,-1-6 0-16,0 0-1 15,5 0 3-15,2-25 7 16,6-8 9-16,-3-5-9 16,6-5-6-16,-8 4 0 0,4 6 1 15,-6 13-1 1,-4 5-1-16,-1 8 2 0,0 5-4 15,-1 0 3 1,1 2-2-16,0 0-1 16,1 0-7-16,4 2-2 15,8 17-9-15,0 11 12 16,4 4 17-16,1 7-9 0,-1 3 11 16,-3 3-7-1,-4-3-5-15,-5-3 9 0,1-3-6 16,-2 1-1-1,-1-4 4-15,-2-6-3 16,-2-4-1-16,0-9 2 16,-1-4-2-16,2-9-3 0,2-3-7 15,6-6-68-15,1-23-110 16,12-8-246 0</inkml:trace>
  <inkml:trace contextRef="#ctx0" brushRef="#br3" timeOffset="23423.13">2684 10497 728 0,'0'0'9'16,"0"0"31"-16,0 0 4 15,-122-38-30-15,96 38-17 0,5 22 4 16,-3 9 3 0,6 8-6-16,6 3 0 15,6 5 1-15,6-3 0 16,0-4 0-16,2-7-2 16,14-8-3-16,2-4 0 0,6-12-2 15,2-9-3 1,2 0 8-16,1-8 7 0,-1-17 8 15,-4-8-10-15,-4-7 9 16,-10-3 2 0,-6-3 5-16,-4 3 7 15,0 8 26-15,0 6-18 0,0 12 5 16,0 5 10-16,0 7-17 16,0 5-14-1,0 0-18-15,0 0-8 16,0 23-9-16,0 6 2 0,0 5 34 15,16 11-14-15,1 1 0 16,7 1-3-16,4-7 1 16,2-5-5-16,0-7-17 15,0-13-114 1,-8-11-136-16</inkml:trace>
  <inkml:trace contextRef="#ctx0" brushRef="#br3" timeOffset="24113.32">2893 10589 652 0,'0'0'1'0,"0"0"0"16,0 0-5-1,0 0 6-15,131-46-2 16,-98 60 2-16,-10 16-7 15,-7 11 1-15,-10 2 11 16,-6 4 2-16,0-2-7 16,-4-4 1-16,-9-10 0 15,-2-8 0-15,7-9 6 16,0-6 8-16,4-8 32 16,0 0 16-16,4-12-42 15,0-17-14-15,0-10-3 16,13-10-6-16,11-1 0 0,4-4 0 15,-2 8 1 1,-5 7-2-16,-8 10 3 0,-1 8 1 16,-9 9 11-1,0 6 58-15,-3 5-9 16,0 1-30-16,0 0-19 0,0 7-18 16,-8 17-4-1,-4 9 18-15,3 5-9 0,5 7-2 16,4-4-2-16,0-3-2 15,2-6-1-15,13-8 1 16,7-8 1-16,4-10-6 16,2-6 4-16,8 0 8 15,3-25-4-15,-1-9 0 16,-4-4-13-16,-8 1 7 16,-10 2 10-16,-10 4 4 0,-6 4 11 15,0 8 20 1,0 3 6-1,-4 5-8-15,-2 3-1 0,-1 2-9 16,5 2-6-16,2 4-7 16,0 0-11-16,0 10-14 15,0 21-21-15,0 9 37 0,11 7 7 16,6 6-6 0,2-6-1-16,0 0-2 15,-1-14-7-15,1-12-15 16,-4-15-60-16,-2-6-90 15,-6-15-84-15</inkml:trace>
  <inkml:trace contextRef="#ctx0" brushRef="#br3" timeOffset="24375.7">3450 10282 559 0,'0'0'6'15,"0"0"0"-15,0 0-5 16,0 0 4-16,52-4-4 16,-37 4-1-1,-1-2 4-15,-10 0 3 16,-4-4 47-16,0 0 72 0,0-2-77 16,-18 1-37-16,-1-1-17 15,0 6-3-15,2 0 4 16,3 2-105-16,6 0-270 15</inkml:trace>
  <inkml:trace contextRef="#ctx0" brushRef="#br3" timeOffset="25088.68">3674 10612 664 0,'0'0'5'0,"0"0"4"0,0 0 10 16,0 0-8-1,0 0-8-15,-12-50-2 16,18 64 5-16,9 15 10 15,-2 6 16-15,-3 7 3 16,0 2-8-16,-8-1-14 16,0-6-8-16,-2-8 1 15,0-7 0-15,0-11-2 16,0-9 2-16,0-2 11 0,0 0 46 16,0-13 4-16,0-16-49 15,0-10-16 1,0-4-1-16,8-7-1 0,10 1-1 15,-2 7 2-15,4 9-2 16,-3 6 0-16,0 11-2 16,1 15-2-1,-1 1-2-15,-2 1-5 0,0 27 2 16,0 7 3-16,-4 7 8 16,-3-1 1-16,-4-4 4 15,-2-5-4-15,1-8 0 0,-3-10-2 16,0-3 1-1,0-5 0-15,0-6 0 0,0 0 9 16,0 0 0 0,0-6-3-16,0-15-5 15,0-7-1-15,0-7-1 0,9-3-6 16,3-1 7 0,8 2-2-16,0 6 2 0,-8 12-5 15,3 6 2 1,-4 9-3-16,0 4-3 15,-3 5-9-15,-1 19 14 16,-1 6 6-16,3 5-3 0,-5 6 4 16,0-4-1-1,0 0 0-15,1-5-3 0,2-2-1 16,-1-9 3 0,2-6-4-16,4-5-56 0,-2-8-128 15,6-2-253 1</inkml:trace>
  <inkml:trace contextRef="#ctx0" brushRef="#br3" timeOffset="25573.36">4339 10535 723 0,'0'0'27'0,"0"0"31"0,0 0-25 15,0 0-32 1,-22-2-19-16,22 36 31 16,0 4 6-16,0 8-13 15,0-4-2-15,12-3-2 16,2-2-2-16,4-9 0 0,-3-9 0 16,4-6 1-1,-2-9 0-15,5-4-4 16,0 0 1-16,-2-17 9 15,0-14-5-15,0-5-1 16,-10-4 1-16,-3-1 1 16,-7 1 2-16,0 5 9 15,0 6 29-15,0 10 22 16,0 3-14-16,0 7-11 0,-2 3 0 16,-3 2-6-1,3 4-8-15,-2 0-15 0,2 12-16 16,2 11-2-16,-2 12 16 15,2 2-7 1,0 5 0-16,0 2-2 0,2-7-1 16,8-1 1-1,4-6-2-15,-6-3-29 0,-1-9-101 16,-3-8-133-16,0-9-420 16</inkml:trace>
  <inkml:trace contextRef="#ctx0" brushRef="#br3" timeOffset="26186.03">4647 10612 604 0,'0'0'12'15,"0"0"19"-15,0 0-8 16,0 0-5-16,0 0-1 15,58 39 0-15,-54-8 6 16,-2 8-3-16,-2-4-5 16,0 0-8-16,0-4 2 15,0-8 3-15,-2-6 3 16,-2-9 3-16,4-4-8 0,0-4 6 16,0 0 14-1,0-16 7-15,0-10-12 0,0-9-21 16,2-8-3-1,9-2 0-15,4 1-1 0,-2 7 1 16,0 6-3 0,4 10 0-16,-2 12-2 15,2 9-4-15,-3 0 0 0,-4 11 3 16,-4 16 1-16,-2 8 4 16,-4 0 7-16,0-1-3 15,0-3-1 1,0-8-2-16,0-5 1 0,0-6 1 15,0-11-2-15,0-1-1 16,0 0 5-16,2-13 4 16,8-17-1-16,2-6-7 15,8-10 0 1,-3-1 0-16,4 7 0 0,-1 7-2 16,-5 8-1-16,0 13 0 15,2 12-5-15,-3 0-3 0,2 6 7 16,-2 21 3-1,2 6 0-15,-4 7 3 16,-6 7-1-16,-2 3 2 16,-4 4-3-16,0-3 1 15,0-9-3-15,-10-14-62 16,-4-21-492-16</inkml:trace>
  <inkml:trace contextRef="#ctx0" brushRef="#br3" timeOffset="26974.86">6730 10301 590 0,'0'0'41'0,"0"0"46"15,0 0-39-15,0 0-22 16,-112-25-11-16,80 41-2 16,-3 3-4-16,7 6 0 0,6-2-6 15,8 0 0-15,2-1 1 16,10-2-3-16,2-4-1 15,0-2-4 1,10 1 0-16,15-3 3 16,7 0 4-16,5-2-2 0,6 3 2 15,-5 0-3 1,-5 9-4-16,-14 3-5 16,-14 6-8-16,-5 4-2 15,-11-1 19-15,-19 2 0 0,-6-5 0 16,3-8-2-1,5-7 7-15,6-5 0 0,2-10 3 16,6-1 1-16,1 0 1 16,2 0 1-16,7-12-4 15,2-4-7-15,2 0 0 16,0-6-7-16,8 3-32 16,20 3-86-16,9-2-59 15,4 5-276-15</inkml:trace>
  <inkml:trace contextRef="#ctx0" brushRef="#br3" timeOffset="27208.21">6956 10630 728 0,'0'0'51'15,"0"0"11"-15,0 0-30 0,0 0 25 16,-4 119 11-1,4-65-28-15,0 5-14 0,0 1-11 16,0-1-9 0,0-6-3-16,0-4 2 15,0-8-4-15,0-6 0 16,-3-8 0-16,-1-14-11 16,-1-11-141-16,0-2-186 15</inkml:trace>
  <inkml:trace contextRef="#ctx0" brushRef="#br3" timeOffset="27493.05">6913 10630 685 0,'0'0'-1'0,"0"0"3"0,0 0 7 16,0 0 0-16,135-43-6 15,-100 43-2-15,-5 18-1 16,-4 5 2-16,-10 6-4 16,-8 1 6-16,-8-2-5 15,0 3-12-15,-10-1 21 16,-24-2 16-16,-2 0 13 16,-3-7-11-16,1-4-10 0,7-7-9 15,12-4-6 1,10-6-3-16,9 0-68 15,0-16-199-15</inkml:trace>
  <inkml:trace contextRef="#ctx0" brushRef="#br3" timeOffset="27915.98">7442 10593 660 0,'0'0'42'0,"0"0"33"16,0 0-18-16,0 0-26 15,-125-17-24-15,104 40-9 16,1 10 2-16,7 6-2 0,4 3 3 16,9 1-2-16,0-6-3 15,14-8-2-15,14-6-2 16,4-11 0-16,4-12 1 15,-1 0 0-15,-5-14 5 16,-4-17 4-16,-2-5 1 16,-10-3-2-1,0-4 6-15,-6 2 1 0,-4 6 11 16,-2 10 14-16,0 6 24 0,-2 7-9 16,0 12 2-1,0 0-34-15,0 5-23 16,0 15 9-16,0 11 10 15,0 4-12-15,0 6 1 16,0-3-3-16,0 2 0 16,0-8-17-16,10-4-131 15,-2-9-135-15</inkml:trace>
  <inkml:trace contextRef="#ctx0" brushRef="#br3" timeOffset="28515.78">7829 10615 623 0,'0'0'-10'0,"0"0"10"0,0 0 19 15,0 0 10 1,0 0-13-16,-2 103 0 0,2-75-6 15,0-2 2 1,0-9-1-16,0-2-2 0,0-7-3 16,0-4 1-16,0-4 4 15,0 0 22-15,0 0 30 16,0-22-22 0,0-4-26-16,0-10-6 0,11-3-6 0,10-3-1 15,3 8-1 1,2 4-3-16,0 11 0 15,-5 9-1-15,-6 10-1 16,-2 0-4-16,-6 22 4 16,-5 9 5-16,0 5 3 0,-2 5 2 15,0-3-5 1,0-2 3-16,0-7-1 0,0-8-2 16,0-5-1-1,0-9 1-15,0-3 0 0,0-4 6 16,0 0 2-1,3-6 1-15,7-13-3 0,0-2-8 16,1-3 4 0,4 4-3-16,1 3 0 15,-6 4-2-15,1 6 3 0,-2 4-1 16,-1 3 0-16,3 0-3 16,2 0 2-16,-5 15-3 15,3 7 8-15,-4 8-1 16,-7 6 2-16,0 3-6 15,0-3 5 1,-4 2-3-16,-14-10-49 0,4-6-208 16</inkml:trace>
  <inkml:trace contextRef="#ctx0" brushRef="#br3" timeOffset="29991.73">8169 10676 347 0,'0'0'22'0,"0"0"2"16,-4-26 23-1,4 16-5-15,0 4-25 16,6-4 6-16,1 4 15 0,1 5 7 15,3 1-9 1,-2 0-10-16,4 0-16 0,-3 0 1 16,4 15 4-16,-2 10-7 15,-10 6-9-15,-2 9 19 16,0 7 15-16,-6 4-5 16,-16-3-12-16,2-5 17 0,4-9-10 15,1-9-9 1,11-8-8-16,-1-11 1 0,5-6-6 15,0 0 9 1,0-10 20-16,13-15-4 16,6-8-17-16,5-5-5 15,0-6 1-15,0-1-1 0,-3 4-2 16,-2 4 0 0,1 5-6-16,-7 13 4 0,0 3 1 15,-4 8-3-15,3 8-6 16,-1 0-1-1,2 12 4-15,-1 15 3 0,-2 9 2 16,0 7 5 0,-6 4-5-16,-2-1 4 0,-2-5-2 15,0-4 0-15,0-12 0 16,0-3-1-16,0-13-1 16,0-6 0-16,0-3-1 15,0 0-1-15,0-24-25 16,0-5-116-16,2-6-105 15</inkml:trace>
  <inkml:trace contextRef="#ctx0" brushRef="#br3" timeOffset="30274.79">8611 10737 672 0,'0'0'58'16,"0"0"-14"-16,0 0 9 16,0 0-31-16,0 0 8 15,-3 83 9-15,-2-41-1 16,3 5-6-16,0-3-7 0,0 2-13 16,2-11-5-16,0-1-3 15,0-9-1-15,0-10-3 16,0-11-4-16,0-4-27 15,2-14-91 1,7-24-92-16,4-19-319 0</inkml:trace>
  <inkml:trace contextRef="#ctx0" brushRef="#br3" timeOffset="30507.81">8631 10459 584 0,'0'0'-21'16,"0"0"50"-16,0 0-28 16,0 0-4-16,0 0 18 15,0 0-14-15,111 12 0 16,-101-12 6-16,-10-8 20 16,0-6 25-16,-8-4-7 0,-16 5-29 15,1 4-16 1,-1 6 0-16,4 3-11 0,6 0-168 15,6 12-291 1</inkml:trace>
  <inkml:trace contextRef="#ctx0" brushRef="#br3" timeOffset="31456.96">8818 10880 600 0,'0'0'29'0,"0"0"16"0,0 0 4 15,0 0-25-15,-4-101-21 16,6 85 0-16,6 4-2 16,0 5 3-16,-2 3 1 15,-2 4 6 1,6 0-10-16,0 4-1 0,1 21 3 15,-2 6 8-15,-1 8 7 16,-4 2-1-16,-2 1-6 16,-2-7 0-16,0-5 0 15,0-11 4-15,0-6-6 16,0-8-1-16,0-5-3 16,0 0 5-16,3-3 8 15,7-18-5-15,3-4-7 16,6-7-2-16,1-6-4 15,4-3 2-15,0 3 1 16,-3 5-3-16,-4 6-2 16,-4 10 1-16,-2 12-1 15,-3 5-5-15,-6 13-13 16,1 17 23-16,3 7 1 16,9-3 0-16,0 0-2 15,11-11-2-15,10-10-7 16,8-9-59-16,-1-4-65 0,-1 0-30 15,-6-18-152 1,-8-10 186-16,-12-7 132 0,-5-4 88 16,-11-1 23-1,0 0 1-15,0 7-11 0,-5 5 9 16,-15 13-13-16,-4 9-22 16,-2 6-26-1,2 0-41-15,2 7-2 0,10 12-8 16,5 4-2-1,7-1-4-15,0 1 0 0,9-4 2 16,15-6 0 0,4-2-2-16,0-9-3 0,2-2-15 15,-2 0-5 1,-5-17 17-16,-1-5 9 0,-9-2 4 16,-2 4 2-16,-7 2 12 15,-2 6 22-15,-2 7 9 16,0 5-10-16,0 0-37 15,0 25-21-15,-2 13 31 16,-7 15-10-16,-6 13 0 16,-2 12 1-1,-1 3-1-15,-3 4 1 0,-2-2-2 16,-5-7 2-16,0-7-1 0,-5-13 1 16,-5-13-2-1,-2-16 1-15,0-16 0 16,6-11 0-16,3-3 1 15,12-32 2-15,15-14-5 0,4-8 1 16,19-5-4 0,22-4 7-16,13 4-12 15,2 9 11-15,-5 10-9 16,-9 11-71-16,-17 7-177 16</inkml:trace>
  <inkml:trace contextRef="#ctx0" brushRef="#br3" timeOffset="32146.44">10222 10268 400 0,'0'0'0'0,"0"0"12"0,0 0 20 16,-4 19-1-1,6-13-3-15,17-4 19 16,14-2 6-16,7 0 4 0,14 0-11 0,9-2-20 16,3-9-13-1,-6 3-8 1,-8 2-3-16,-13 2-1 15,-17 4-2-15,-14 0-5 0,-8 0-30 16,-8 8-76-16,-18 2-120 16</inkml:trace>
  <inkml:trace contextRef="#ctx0" brushRef="#br3" timeOffset="32486.99">10415 10307 580 0,'0'0'69'0,"0"0"38"0,0 0-13 16,0 0-22-16,0 0-37 15,0 0-32-15,-14-15-10 16,14 40 14-16,0 11 18 16,0 10-2-1,0 5 1-15,0 3-4 0,0 4 1 16,0-2-5-1,0-3-3-15,0-6-1 16,0-8-2-16,0-3-4 16,0-13-3-16,0-6-1 15,0-5-1-15,0-6-1 16,0-4-1-16,0-2-15 0,6 0-58 16,11-14-89-1,2-5-107-15,5-7-342 0</inkml:trace>
  <inkml:trace contextRef="#ctx0" brushRef="#br3" timeOffset="33007.8">10715 10630 490 0,'0'0'107'0,"0"0"8"16,0 0-44-16,0 0-61 16,0 0-22-16,-24 26 33 0,19 6 1 15,1 6 10 1,2 2-2-16,0-2-6 0,0-3-5 15,2-7-7 1,0-8 3-16,-2-4-2 16,2-8-8-16,0-5 0 15,0-3-3-15,0 0 10 0,0-15 25 16,0-12-23-16,2-6-9 16,11-7-2-1,4-3-5-15,-2 2 3 0,5 2 1 16,1 10-3-1,0 4 0-15,5 10-2 0,4 9-1 16,2 6-1 0,1 0-4-16,-5 4-8 0,-6 19-14 15,-14 6 16 1,-8-2 9-16,0-2 3 0,-15-2 9 16,-6-6-1-16,-3-9 2 0,9-5-3 15,-1-3 1 1,6 0-1-16,4 0-5 15,6-10-5-15,0-8-132 16,0-1-247-16</inkml:trace>
  <inkml:trace contextRef="#ctx0" brushRef="#br3" timeOffset="33567.5">11213 10822 433 0,'0'0'5'16,"0"0"9"0,0 0-3-16,137-94-4 15,-112 69-2-15,-6-3-3 16,-10 4 2-16,-9 1 36 0,0 2 78 15,-15 3-30 1,-9 5-36-16,-4 5-13 0,0 2-2 16,7 6-18-16,-3 0-10 0,5 0-5 15,4 18-2 1,4 7-2-16,4 6-1 16,7 8-1-1,0-2 3-15,2-3-2 0,24 1-1 16,5-10 1-1,5-3 1-15,8-11 1 16,0-9 1-16,0-2 0 0,1 0-3 16,-9-17 0-1,-2-10 1-15,-8-7 1 0,-8-3-2 16,-8-2 3-16,-7-2 5 16,-3 7-3-16,0 8 2 15,0 4 5-15,-17 15 12 16,-3 7 10-16,0 0-12 15,0 26-9-15,2 9-3 16,10 10-1-16,3 7-6 0,5 2 0 16,7 1-3-1,21-3 2-15,8-6-1 0,5-4-4 16,2-10-41-16,-2-10-95 16,-5-14-167-1</inkml:trace>
  <inkml:trace contextRef="#ctx0" brushRef="#br3" timeOffset="34986.07">1529 11474 418 0,'0'0'-11'0,"0"0"-4"0,0 0 23 15,64 2-7-15,-34-2 10 16,12 0 2-16,3 0-2 16,6 2 2-16,12-2 0 15,8 2-3-15,10-2-5 16,10 6-3-16,8 0 3 0,11-1 1 16,6 4-2-1,7 0 9-15,10 1 8 0,11-1 8 16,12 3-2-1,11-5-20-15,16 4 4 0,6 0 0 16,14-3-6 0,1-1 0-16,4-1-3 0,7-2-1 15,-6 2-1 1,2-3 0-16,-2 0 0 16,-5 0 0-16,-5 0 2 0,-6 0-1 15,-8 2 0 1,-6 2 1-16,-10 1-2 0,-7 4 3 15,-9 1-4 1,-8 3 3-16,2 1 7 0,-4 1-5 16,0-1 1-16,-3-4-3 15,5 1-1 1,-4-3 1-16,2 0 0 0,-2-4-2 16,2 0 1-16,-3 4-1 15,-5-4 0 1,2 0 2-16,-2 4 0 0,2-4-4 15,5 0 5 1,2-3-2-16,9 3-1 0,4-1 4 16,0-5 1-16,-2 3-4 15,0-2 1 1,-4 2-2-16,-10-1-2 0,-1 0 4 16,2 0-1-16,-4 2 1 15,-1-1-1-15,8-3 3 16,-1-1 3-16,0 0-7 15,-2 0 2-15,-7 0-3 16,-12 0 2-16,-13 0 0 16,-20 0-1-16,-15-1-1 0,-12-3 1 15,-11-4 3 1,-12 2 2-16,0-4 10 0,-6 1 3 16,-4 0-5-1,-2 2-5-15,-7 0 2 0,-3 2-1 16,-10 2 0-1,-2 0 1-15,-1 3 13 0,-5-1 6 16,3-4-10 0,-3 4-6-16,0-2 4 15,1-1 2-15,-1-1-3 0,3 2-5 16,-3 0-7 0,0 2-2-16,2 1-4 0,-2-2 0 15,0-3-9 1,0-10-103-16,0-4-313 0</inkml:trace>
  <inkml:trace contextRef="#ctx0" brushRef="#br3" timeOffset="49040.95">2883 11462 539 0,'4'-29'-5'16,"11"4"3"-16,11 0 2 15,6-1 2 1,2 8-3-16,4-6 0 0,-6 6 2 15,-4 3-1-15,-9 5 1 16,-6 3 1-16,-5 4-3 0,-8 0 8 16,0 3 15-16,0 0 26 15,-11 0 9 1,-14 0-23-16,-9 9-40 0,-6 5 13 16,0 4 3-1,1 1-4-15,5 1-1 16,6-5-2-16,8-3-2 15,10-5 0-15,2-2-3 16,8-4-1-16,0-1-11 16,0 0 5-16,16-4 19 15,10-14-5-15,6-4-3 16,7-7 5-16,1-1-5 16,-2 4-2-16,-8 4 1 15,-9 5-1-15,-8 7 0 16,-11 6 3-16,-2 4 5 0,-6 0-14 15,-20 0 13 1,-10 8-7-16,-8 9 1 0,-3 4-5 16,-3-5-45-16,6-4-223 15</inkml:trace>
  <inkml:trace contextRef="#ctx0" brushRef="#br3" timeOffset="53856">3746 12677 238 0,'0'-6'79'15,"0"0"3"-15,0 2 7 0,0 1-21 16,0-2-19-1,0 4-18-15,0 1 5 0,0 0-2 16,-2 0-12 0,-6 0-22-16,2 0 3 0,-2 17 13 15,-1 4-11-15,-4 10 0 0,3 7-2 16,-1 7 3 0,2 2-3-16,1 1 5 15,-3-1-1-15,2-7 0 16,5-5 1-16,-5-10-2 15,5-7 1-15,0-7-2 16,2-3 0-16,2-6 1 16,0-2 10-16,0 0 12 15,0-6 14-15,0-17-2 16,0-12-24-16,0-11-6 16,8-7-1-16,3-5-8 15,0 2 5-15,2 1-4 0,-7 8-1 16,3 6 4-1,-3 6 5-15,-2 4 0 16,1 8-3-16,-3 5 1 16,0 5 1-16,2 3 1 15,-2 4-2-15,0 6-2 16,-2 0-3-16,5 0-4 16,4 0-14-16,3 18 8 0,6 7 10 15,6 6 13 1,1 6-9-16,1 6-6 0,2 2 3 15,0 2 0 1,-2 0-7-16,-2 1 7 0,-6-6-5 16,-2-1 0-1,-4-3 2-15,-2-4 1 16,-8-5-5-16,0-5 6 16,-2-8-31-16,0-4-53 15,0-8-38-15,-4-4-17 0,-14-6-155 0</inkml:trace>
  <inkml:trace contextRef="#ctx0" brushRef="#br3" timeOffset="54139">3614 12952 523 0,'0'0'-2'16,"0"0"32"-16,0 0-6 16,0 0-3-1,112-66-4-15,-56 50 1 0,6 3-14 16,1 1 0-1,-7 6-8-15,-9 0-1 0,-17 2-72 16,-17 3-210 0</inkml:trace>
  <inkml:trace contextRef="#ctx0" brushRef="#br3" timeOffset="54915.35">3917 12366 284 0,'0'0'5'15,"0"0"41"-15,0 0 18 16,0 0-8-16,-131-59-21 16,95 57 1-16,-8 2 10 15,2 0-9-15,-5 0 9 0,-1 4-16 16,5 9-4 0,-2 5 11-16,2 6-4 0,1 2-17 15,0 12-5-15,3 5-5 16,-4 8 4-1,8 5 5-15,5 5-3 0,6 6-2 16,14 2-3 0,10 7-5-16,0 7 4 0,16-1-4 15,20 6-1 1,13-5-3-16,13-4 1 16,10-8 0-16,11-11 2 0,5-12 2 15,3-13-2-15,1-12 0 16,1-15-1-16,-7-8 2 15,-6-6-4-15,-5-25-5 16,-8-11 17-16,-7-13-8 16,-10-11 12-16,-12-6-13 15,-6-9 6-15,-10-4-1 16,-13 1 1-16,-9 0 6 0,0 2 1 16,-24 11 7-1,-15 0 5-15,-8 6-6 0,-5 7-7 16,0 6-3-1,4 15-2-15,0 8-8 0,1 20-11 16,3 9 7 0,6 9 1-16,4 24-23 15,-5-2-118-15,2-2-290 0</inkml:trace>
  <inkml:trace contextRef="#ctx0" brushRef="#br3" timeOffset="55955.93">8446 12582 410 0,'-6'-4'96'0,"2"0"8"16,2 0-36-16,0 4-21 0,0-2-14 15,0 2-1 1,2 0-7-16,0 0-3 0,0 14-6 16,-2 9 20-1,2 8 9-15,0 8-6 16,0 2-20-16,0 2-9 15,0 4-5-15,0 0 1 0,0-1-3 16,6-5 0 0,-2-6 0-16,-2-7-1 15,-2-3-1-15,2-5 0 16,-2-6 0-16,0-7-30 0,0-7-89 16,0 0-58-1,0-13-197-15</inkml:trace>
  <inkml:trace contextRef="#ctx0" brushRef="#br3" timeOffset="56515.89">8307 12574 467 0,'0'0'5'0,"0"0"29"16,0 0 16-16,0 0-13 15,119-66-10-15,-85 64-5 16,-2 2-4-16,-2 0-9 16,0 12-5-16,-4 9-3 15,-7 6-2-15,-10 6 0 16,-7 2-1-16,-2 2 7 0,0 3 6 15,-19-1-19 1,-3-2 27-16,-1-6-15 16,-1-4 3-16,4-8-1 15,6-1-1-15,2-9-2 0,6-1 1 16,4-6 0 0,0 0 2-16,2-2-5 0,0 0 0 15,2 0-2-15,18 0 9 16,3-2 5-1,7-2-12-15,2 2 0 0,-2 2-1 16,-4 0-1 0,-4 8-2-16,-7 11-2 15,-4 5 3-15,-7-1 0 0,-4 2-3 16,0 0 5 0,0-4 5-16,-20 1-2 0,-2-5 1 15,-9-2-2-15,-1-3 3 16,-7 0-5-16,4-2-1 15,3-5 1-15,6-1-29 16,7-4-74-16,10 0-82 16,5-17-202-16</inkml:trace>
  <inkml:trace contextRef="#ctx0" brushRef="#br3" timeOffset="57207.21">8486 12316 385 0,'0'0'6'0,"0"0"31"0,-123 0 15 16,80 0-9-1,-2 6-7-15,-3 13 1 0,-1 9 10 16,3 5 0 0,2 5-9-16,-2 7-5 15,8 5-7-15,5 6-8 0,14 5-1 16,8 8-11-16,11 4-2 16,0 7 1-16,26 2-5 0,17-4 6 15,11-2-5 1,8-6-1-16,13-10 1 15,5-14 0-15,4-10 3 16,-1-8-13-16,0-14 21 16,-3-14-18-1,-6 0-10-15,-5-12 3 0,-7-21 9 16,-3-11-3-16,-3-15-4 0,-4-8 23 16,-5-10-12-1,-10-6 2-15,-8-7 1 0,-11 1 1 16,-18-2 20-1,0 5 2-15,-22 1 4 0,-21 12 2 16,-9 7-1 0,-8 12-11-16,-7 14-9 0,1 14-7 15,-1 13-7-15,9 13 8 16,4 4-10 0,7 27-14-16,6 5-71 15,4 0-219-15</inkml:trace>
  <inkml:trace contextRef="#ctx0" brushRef="#br3" timeOffset="61172.69">3780 15393 253 0,'0'0'57'0,"0"0"-4"16,0 0 9-16,0 0-16 0,-6-6-28 15,6 6-17 1,0 0 1-16,0 0-2 16,0 0 1-16,0 0 2 15,0 0 0-15,0 0 1 0,0 0-1 16,0 0-2-1,0 0-3-15,0 0 2 16,6 0 1-16,0 0 15 16,3 0-8-16,-7-4-6 0,0 4 3 15,-2 0 1-15,0 0-1 16,0 0-2-16,0 0-6 16,0 0 12-16,3 4-3 15,-1 2-3-15,0-1 2 0,0-3-1 16,0 2-1-1,0-4-1-15,-2 0 0 16,2 0 1 0,5 0 1-16,-3 0-2 15,3 0-5-15,-1 0 5 16,3 0 1-16,-5 0-5 0,-2 0 2 0,2 0 18 16,-4 0-7-1,2 0 4-15,-2 0 0 16,3 0-7-16,-1 0-9 15,-2 0 3-15,4 0-2 16,5 0-2-16,-3 0 0 16,5 0 5-16,2 0-1 15,1-6-1-15,0-1-2 16,-6-3 3-16,4 2-2 16,-8-2 4-16,-4 3-3 15,0-1 6-15,0 0 4 16,0 2 5-16,-14 3 28 0,-2 1-27 15,-8 2-2 1,0 0-16-16,0 0 18 0,3 5-13 16,1 7 1-1,6 4-2-15,4-1-1 0,4 6-1 16,6 4 1-16,0 4 2 16,0 5 0-1,0 1 0-15,13-1 0 16,2-2-3-16,3-3 0 15,3-2 2-15,3-8-8 0,2-8 1 16,6-9-4 0,4-2-7-16,1 0-71 15,-3-13-88-15,-2-15-224 16</inkml:trace>
  <inkml:trace contextRef="#ctx0" brushRef="#br3" timeOffset="61722.62">3975 15068 426 0,'0'0'4'0,"0"0"43"16,-122-35 31-16,73 31-8 16,-1 4-21-16,-2 0-10 15,3 9-8-15,3 16-10 16,6 9-6-16,6 6-3 16,6 9-4-16,6 5-1 15,9 11-1-15,9 9-3 16,4 8-2-16,0 3 4 0,23 3-3 15,9-4 5 1,12-6-10-16,10-13 2 0,8-11-4 16,7-15-1-1,4-12 11-15,0-13-2 16,0-12-10-16,-4-2-13 0,-7-14 0 16,-4-21 10-1,-4-7 14-15,-7-12-7 0,-3-8 12 16,-14-10-8-16,-11-12 11 15,-12 2-7 1,-7-6 5-16,-7 3 5 16,-25 5 5-16,-9 5 4 15,-9 13 1-15,1 6-4 0,-1 9 0 16,6 10-21-16,2 12 3 16,8 11-11-16,6 11-2 15,5 3-51-15,1 0-193 16</inkml:trace>
  <inkml:trace contextRef="#ctx0" brushRef="#br3" timeOffset="62639.05">8496 15248 270 0,'0'0'83'0,"0"0"10"16,0 0-21-16,-14-15 11 0,7 11-2 16,6-1-27-16,-1 4 5 15,0-1-10-15,0 2-18 16,2 0-19-1,0 0-14-15,0 16 12 0,0 9 0 16,0 6-1-16,0 10 2 16,0 2 10-1,0 6-8-15,0-1-5 0,0 1-1 16,0-4-1-16,0-2-2 16,0-6-1-16,4-8-2 15,-1-8 0-15,1-7-3 16,-1-8-46-16,1-6-52 15,0 0-51-15,-2-8-86 16,0-21-129 0</inkml:trace>
  <inkml:trace contextRef="#ctx0" brushRef="#br3" timeOffset="63020.81">8460 15283 460 0,'0'0'-4'0,"0"0"14"0,0 0 18 16,0 0 8-16,0 0-3 16,131-43-12-16,-95 64-3 15,-1 8-10 1,2 8-2-16,-7 4 6 0,-7 3-8 15,-7 2-5-15,-12 1-1 16,-4 0 8 0,-4-1 3-16,-22-7 10 0,-5-4-4 15,-1-6-9 1,-2-6 5-16,2-6-9 16,-1-4-1-16,3-5 1 0,2-2-1 15,6-6-2 1,10 0 1-16,3 0-36 0,5-17-107 15,4-7-287-15</inkml:trace>
  <inkml:trace contextRef="#ctx0" brushRef="#br3" timeOffset="63707.36">8685 14937 272 0,'0'0'36'0,"0"0"-4"0,0 0 6 16,-118-26 14-16,77 26-7 16,-3 0 8-1,-2 0 3-15,-1 11 1 0,-3 7-3 16,5 4-7-16,6 7-18 15,1 7-15 1,3 6-5-16,5 5-2 16,2 7 8-16,4 6 1 15,8 8-3-15,2 2 0 16,10 1-8-16,4 5 2 0,0-4 0 16,24-1-3-16,12-7-1 15,12-6-7-15,7-9 4 16,5-10 2-16,7-7-1 15,-3-7-1-15,4-9-2 16,-6-9 1-16,3-7 4 16,-3 0-10-16,-4-1 0 15,1-23-1-15,-6-3-5 16,-1-10 12-16,-3-6-1 16,-8-7 3-16,-5-6 1 15,-10-10-5-15,-13-4 4 0,-10-2 2 16,-3-3 6-1,-5 4 6-15,-20 1 16 0,-5 8-9 16,-4 6-4 0,2 10-5-16,0 5-2 0,-2 12-3 15,1 6-6-15,1 10-7 16,0 13-3 0,0 0-9-16,2 6-76 0,2 16-146 15</inkml:trace>
  <inkml:trace contextRef="#ctx0" brushRef="#br3" timeOffset="91395.78">4438 4332 234 0,'-2'0'29'0,"-2"0"13"0,2 0-8 16,0 0-17-16,-3 0-4 16,3 0-8-1,-5 0 1-15,3 0 11 16,-2 0 2-16,-3 0 3 0,1 0 0 15,1 0-4 1,-6 0 5-16,3 0-1 16,-4 0 8-16,4 0-4 0,-3 0-13 15,0 0-8 1,-3 0 8-16,4-1-5 16,-3 1-1-16,-2-3 1 0,-3 3 4 15,-1-1 10-15,-3 1-9 16,-2 0 0-16,0 0-2 15,2 0-9-15,2 0 3 16,2 1-6-16,3 5 10 16,4 2-5-16,-2-2 0 15,6 0-3-15,-4 3-1 16,3-1 2-16,-4 6 0 16,0 4-9-16,-6 2 8 15,0 8-1-15,-3 0 2 16,2 6 1-16,-3-5 1 15,7-3 4-15,4-6-2 0,0-5-1 16,7-1 1 0,3-3-6-16,3 5-2 0,0 0-2 15,0 5 4-15,0 2-1 16,0 7 2-16,11-3 1 16,0 7-2-1,2-3 2-15,0-2-1 16,-1-2-1-16,6-3-1 15,-1-3-3-15,2-1 8 16,1-3-5-16,2 0 3 0,-2-1 1 16,2-2-2-1,-2 3 1-15,5-4-3 0,3-1-2 16,4 1 2-16,6-6-3 16,2 2 2-16,5-6 7 15,3 1-3-15,-6-4-2 16,2 0 5-1,-10 0-4-15,1 0-7 0,-1 0 1 16,-4-10 3 0,2-8 6-16,5-2-2 15,-1-5 9-15,-4-5-13 0,-4 3 1 16,-2-3 11-16,-4 4-11 16,-7-3 2-16,-4 3 4 15,-5-4-3-15,-1 0 11 16,-3-4-1-16,0-3 4 15,-2-1-7-15,0-1-2 16,0-1 1-16,0 1-1 16,-11 0-1-16,-4 2 0 15,-2 3 4-15,-5-1 6 16,-8 4 0-16,-6 0 8 0,-5 2-1 16,-5 2-6-1,0 3-8-15,-6 9-4 0,2 9-5 16,-1 6-5-16,1 10-5 15,5 26-2-15,6 19-34 16,4 11-76 0,9 0-166-16</inkml:trace>
  <inkml:trace contextRef="#ctx0" brushRef="#br3" timeOffset="95598.88">4363 13241 4 0,'0'0'10'0,"0"0"11"15,2-1 6-15,0 0 11 16,0-4-7-16,0 5 5 16,-2-1-20-16,3-2-7 15,-3 3 20-15,0 0 0 0,0 0-20 16,2 0-13-1,-2 0 2-15,0 0 2 0,2 0 2 16,-2 0 6 0,0 0 70-16,0 0 25 15,0 0-29-15,0 0-24 16,0 0-21-16,0 0-15 0,0 0 1 16,0 0-3-16,0 0-4 15,0 0 5 1,0 0 8-16,0 0-1 15,0 0 11-15,0 0 1 16,0 0-3-16,0 0-12 0,0 0-5 16,2 0-7-16,0 0-2 15,3 0 1-15,1 0 2 16,3 0 0-16,-1 3 2 0,3-2 2 16,2 5 4-1,-3-5 2-15,6 4-4 16,-6 1 0-16,6 0-3 15,-2 0-1-15,2-1-3 0,-1 1 4 16,2-1-1 0,2 1-1-16,1 4 3 15,1-3-3-15,0 5 0 16,5-2-4-16,0 2 0 16,-2-3 1-16,0 3-2 15,-3-1 0-15,1-1-1 16,-5 0 2-16,4-1-3 0,1 3 0 15,2-4 1 1,4 4 2-16,0-3-3 0,0 3 1 16,-5-2 8-1,3-1-7-15,-4 1 6 0,-3 0-4 16,2-1 2-16,1 3-4 16,2-2 3-16,-3 2-5 15,5 1 2-15,0 2-2 16,2 2 1-1,-2 2-1-15,2 5 0 16,0-2 1-16,2-1-1 16,2-2 2-16,-1 2-2 15,3-3 0-15,-2-3 0 0,-4-1 0 0,2 0 1 16,-5 1 0 0,-1-1 0-1,-2-3 0-15,0 0-1 0,-4 3 0 16,2-3 1-16,2 6-2 15,-3-6 1 1,3 3 0-16,-3-1 0 0,0 0 1 16,1 1 0-16,-4-2 0 15,2 3-2-15,-1-3 1 16,-2 2 0-16,0-3 0 0,5 3 1 16,-5-1-1-1,2 1 0-15,0-2 1 0,-2-1-1 16,3 0 1-1,-4 4-2-15,4-3 1 16,-1 1-1-16,-2 0 3 16,2 0-2-16,-4-1 0 0,2 0 0 15,-2 0 0-15,-2-4 0 16,-1 3 0 0,4-4-2-16,-4 1 1 0,1 2 2 15,0 0-1 1,-1 1 1-16,4-1 0 15,-6-2-1-15,3 3 0 16,-2-3 0-16,1-1 1 0,1 2-1 16,-2 0-1-1,1 1 1-15,1 0 0 16,-3-3 0-16,2 3-1 0,0-4 1 16,-2 1 1-16,4-1-3 15,-2-1-1-15,3 2 3 16,0 0 2-1,7 4-1-15,-6-4-1 16,6 2-1-16,-3 3 0 16,0-1 3-16,0 1-3 0,-3 0 3 15,0-5-3 1,4 4 1-16,-2-4 0 0,2 3 0 16,2-4-1-16,-4 2-2 15,2-1 4-15,1 1 2 16,-1 2-3-16,-2-1 0 15,4-1 2-15,-2 2-3 16,-4-3 1-16,2 2 1 16,-4-2-2-16,1-1 1 15,0 1 2-15,-2-1-2 16,2 0 1-16,0-2-3 0,2 0 2 16,2-4-6-1,5 2 5-15,-2 0 2 0,4 2 2 16,2-2-1-16,-4 3-1 15,-3 1 0 1,1 2 0-16,-1 0 0 16,-2 4 1-16,1-4-2 0,0 2-1 15,0-3 2-15,0 5 0 16,-2-6-1 0,-2 1 0-16,0 1 1 15,-1-3-1-15,0 2 2 16,0 1-2-16,2 2 2 0,0 2-2 15,1 0 3 1,-4-1-4-16,2-3 1 0,-2 2 0 16,-2-4 0-1,0-2 2-15,0-1-3 16,-1 3 1-16,0 0 1 0,1 4 0 16,-1-3-1-16,0 3 0 15,1-1 0-15,-1 1 2 16,-2 2-4-1,3-2 2-15,-3-3 1 0,1-1-1 16,0 0 2-16,-1 0-3 16,0-4 1-16,-2 2-1 15,4 1 2-15,-1 0-1 0,-4-2-1 16,2 3-1 0,0-2 2-16,-2 2 0 15,-2-5 0-15,3 4 2 16,-5 1-1-16,3-4-1 15,-1-1 0-15,0 2 1 16,-2-2-1-16,0 1 3 16,2-1-4-16,-2-1 1 15,0 3 1-15,2 0-1 16,-2 0 2-16,1 0-4 16,2 3 2-16,-3-3 2 15,2 0-3-15,0-2 1 0,3-1 1 16,-1 3-3-1,5-3 1-15,8 0 1 0,4 0 3 16,5 0-5 0,3 0 4-16,-1 0-3 0,-3 0 1 15,-6 0 2 1,-3 3-1-16,-4 0-3 16,-3 0 3-16,-3 0 0 0,1 0-2 15,2 0 3-15,-3 0-2 16,0-2 0-16,5 3 0 15,-4 1 1-15,1-4-1 16,0 4 0 0,4-2 0-16,-4 1 0 0,2 0 1 15,0-1-2-15,-1 2 2 16,3 1-1-16,-3 1-1 0,1 3 2 16,3-2-1-1,-5 0 1 1,4 0-1-16,-6-3-1 0,3 3 2 15,2-4-2-15,-3 0 1 16,1 0 1 0,4 0-2-16,-3 0 2 0,-2-1 0 15,4 3-1-15,-4-2 0 16,0-2 0-16,2 4-1 16,-2-2 2-16,3 2-1 15,-2-2 0-15,1 1 1 16,1 1-1-16,-2 1 0 0,-2-2 0 15,5-2 0 1,-4 3 1-16,-2-2-1 0,4-2 0 16,-4 1 0-16,0 0-1 15,1 1 1-15,0-2 0 16,-1 3 0-16,0 2 0 16,0-1 1-1,2-1-1-15,-4-3 0 0,2 2 0 16,-2-3 0-1,0 1 0-15,4 1 0 0,-2-3 0 16,-2 0 0 0,-2 2 0-16,2 2 0 15,2-4 0-15,1 2 0 16,-2 2 0-16,1-1 1 0,-1 1 0 16,3-1-2-16,-4 3 1 15,1-3 0-15,-3-1 0 16,0-1 0-16,0-1 1 15,1 3-1 1,-3-3-1-16,6 0 1 0,-4 0 0 16,2 0 0-16,-4 0-1 15,2 0 0-15,2 0 0 16,-2 0 0-16,3 0 1 16,-4 0-2-16,2 0-41 15,-3-10-102-15,0-9-67 0</inkml:trace>
  <inkml:trace contextRef="#ctx0" brushRef="#br3" timeOffset="96885.27">4907 12940 314 0,'0'-4'84'0,"0"2"-6"16,0 1-15 0,0-2-5-16,0 1-7 0,0 2 6 15,0 0-6 1,0 0-9-16,0 0-6 16,0 0-5-16,0 0 1 0,0 0-5 15,0 0-15-15,0 6-5 16,0 7 8-16,7 6 4 15,1 6-11-15,7 6-3 16,3 3 1-16,1 4-3 16,0 3-1-1,-1 2 1-15,-2-2 6 0,0-2-3 16,-4-7 6-16,-2-6-4 0,-2-8-2 16,-4-2-5-1,-2-8 2-15,0-4-3 16,-2-4-1-16,0 0 0 15,0 0-8-15,0-12-79 0,-10-11-159 16</inkml:trace>
  <inkml:trace contextRef="#ctx0" brushRef="#br3" timeOffset="97565.95">5159 12924 512 0,'0'0'63'0,"0"0"8"16,0 0-15-16,0 0-31 15,0 0-14-15,-5-8-4 16,5 8-5-16,0-1-2 16,5-2-1-16,10 2 2 15,3 1 0-15,2 0-1 16,4 0-1-16,2 0 1 16,-2 0-4-16,-3 11 6 15,-1 8 2-15,-5 5-8 0,-6 5 11 16,-3-1 3-1,-6 8-18-15,0-3 60 0,0-1-3 16,0 2 0 0,-2-5-14-16,-4-6-10 0,1-7-4 15,1-5-13 1,-1-3 1-16,3-6-7 16,2-1 0-16,0-1-3 0,0 0 1 15,0 0-8 1,9 0 3-16,8 0 8 0,9-11 5 15,4 0-6-15,2-3 1 16,1 0 2 0,-3 3-3-16,0 5-3 15,-6 6 0-15,-12 0-46 16,-5 11-98-16,-7 14-181 0</inkml:trace>
  <inkml:trace contextRef="#ctx0" brushRef="#br3" timeOffset="103965.97">3483 6750 323 0,'-4'0'2'16,"-3"0"9"0,5 0 32-16,0 0 1 0,0 0-9 15,0 0-7-15,2 0 10 16,-2 0 11-16,-1 0-5 15,3 0-19-15,-2-3-6 16,2 0-8 0,0-3-7-16,0 2-4 15,0-7-2-15,0-2-1 0,0 1 4 16,5-5-2-16,7-1 3 16,1-3-2-16,5 1 1 15,-6 3 0-15,2 4 0 16,-4-1-2-16,3 4 3 15,-4-1-2-15,1 1 3 16,4-3-2 0,2-5 1-16,6-7 0 0,2-2-1 15,4-2 0-15,1-2-2 16,-1 2 2-16,-2 4 0 16,-2 3-2-16,-4 3 1 15,-3 3 2-15,-6 3-1 16,-3-3 2-16,3 3 2 0,-3-4 3 15,3-6-1 1,4 1-4-16,3-3-2 16,0-3-1-16,2 2-1 15,4-2 1-15,-2 5 0 16,1 0 2-16,-4 4-3 0,1-1 2 16,-3 3-1-1,-4 0 2-15,2-1-2 0,1 1 2 16,0-2-1-1,6-5-1-15,2-1-1 0,3-4 4 16,6-4-3 0,4-2 0-16,1-1 2 15,-2 2-2-15,1 5 1 16,-5 4-1-16,-6 3 0 16,-6 9-2-16,-6 1 4 0,-2 6-3 15,-4 1 2-15,0 2 0 16,2-3 0-16,4-2 1 15,4-2-1-15,3-3 1 16,5 0-2-16,8-8 0 16,0 2 1-16,6-2-1 15,-4 0 2-15,-4-2 1 16,-1 3 0-16,-8 3-3 16,-4-1 0-16,-3 4 0 15,-2 1 0-15,2 0 3 16,-1-1-6-16,2-2 5 15,0 2-1-15,3-3-1 0,-1 3-1 16,4-7 1 0,3 0-1-16,2-2 2 15,2 0-3-15,1-6 6 16,5 0-3-16,5-2 1 16,0 0-3-16,4-4 5 15,7-2-1-15,-2-1-3 16,1 1 6-16,-2 2-4 0,-2 0-1 15,-1 4-2 1,-6 1 5-16,-7 4-1 16,-1 1 0-16,-4 1-1 15,-2-2 2-15,0 0 4 0,0 1-2 16,2-2-1-16,0 0-3 16,-1 0 3-16,3 0-6 15,8-1 3-15,-4 0-2 16,2-3 3-1,5 0 0-15,0 2-1 0,-2 1-2 16,-7 5 5 0,-4 4-1-16,0 2-2 0,-5 1-1 15,-1 2-1-15,4-1 3 16,4-3-2-16,2-3 5 16,2-1 0-16,-1 0 0 15,-3 0 3-15,-6 5-5 16,-6 3 0-16,-6 3-4 15,-6 5 1-15,1 0 1 16,0 2 3-16,-1-2-2 16,0-1-1-16,4-3 2 0,2-1 0 15,1-3-1 1,0 2 3-16,-5 3-2 0,3 1-3 16,-5 2 0-1,1 0-2-15,4 0 1 0,-1-1-2 16,6 1 5-1,-2-5-4-15,2 3 3 0,-6-1-3 16,-1 6 3 0,-6 0-2-16,-3 1 2 15,0 2 5-15,0 0-2 16,0 0 2-16,0 0 1 16,-20 18-24-16,-8 11-137 15,-13 12-347-15</inkml:trace>
  <inkml:trace contextRef="#ctx0" brushRef="#br3" timeOffset="105085.93">6489 4563 392 0,'0'0'6'0,"0"0"17"16,-18 0-8-1,10 0 1-15,-2 2 0 16,-4 1 31-16,2 0-6 16,-4 3-3-16,1 3-7 0,-2-1-11 15,0 7 5 1,-3 3-12-16,1 3-7 0,0 0 2 16,1-1-3-16,6 0 4 15,-2-6 2 1,6-2 10-16,-1 0-4 0,1 1-2 15,-1 5-2 1,3 3-4-16,-3 4-5 0,1 4 4 16,1 0 3-1,1 0-4-15,-1-4 7 16,5-1-3-16,-2-3-2 0,4 1-5 16,0-2-1-16,0 4-1 15,0 2 1-15,4 2-3 0,6 1 2 16,2 0-1-1,1 0 1-15,1-2 0 16,4-4 3-16,-1-1-4 16,6-3 0-16,5 0-2 15,3-1-2-15,1-5 7 0,4-1-4 16,2-2 1 0,0-4 0-16,-2-6-1 15,7 0-2-15,-3 0 1 16,0 0 2-16,-4-15 3 15,-2 1-3-15,-1-3 1 16,-10 4 2-16,-2-4-2 0,-5 0-3 16,-1-3 5-1,3-3-4-15,-1-2 2 16,-4-6 1-16,4 0-1 0,-6-2 0 16,2-1 1-16,-4 2-3 15,-3 3 1-15,-4 2 2 16,-2 1-2-1,0-2 3-15,0 1 2 0,0 0 3 16,-11-1 9 0,-4 1 4-16,0 2 3 15,-7 1-5-15,2 4 1 16,-6 1-4-16,-2 1 5 16,-3-1-4-16,-3 0-10 15,-5-1-1-15,2 0-2 0,3 3-1 16,-1 4-3-16,3 3 3 15,0 0-1-15,4 6 3 16,0 3-5-16,2 1 1 16,-2 0-3-16,3 0-1 15,-3 21-11-15,0 13 3 16,4 18-24-16,0 9-62 0,8 4-60 16,0-1-149-1</inkml:trace>
  <inkml:trace contextRef="#ctx0" brushRef="#br3" timeOffset="107595.32">4369 15277 298 0,'-6'6'-36'15,"2"-2"24"1,0 5 14-16,1-3-2 0,-1-3 0 15,2 3 2 1,2-6 2-16,0 4 9 16,0-4 13-16,-3 0 7 15,3 1 9-15,0-1-10 0,0 5 3 16,0-3 1 0,0 2-7-16,0-2 8 0,0-2 4 15,0 2-9-15,0-2 1 16,0 0-8-1,0 0-10-15,0 0-9 0,0 0-7 16,5 0 6 0,8 0 8-16,4-2-2 0,5-11 2 15,4 1 1-15,4-9-1 16,2-1-1 0,-2-3-2-16,2 1 0 0,-4-1-3 15,0 2 0-15,0 0-5 16,1-2 2-16,-2-4-1 15,3-6 2-15,0-1-4 16,4 0 2-16,-1-4-3 16,2-1 6-16,-1 4 3 15,-4 2 6-15,0 6-3 16,-4 2-4-16,-1 6-5 0,-3 5-1 16,-2 3-2-1,1 1 2-15,-2 2-2 0,3 4 1 16,-1-4 2-1,5-1-3-15,0-2 1 16,2-3 3-16,4-3-4 16,0 0 3-16,3-4 1 15,-3 3 2-15,0 3-2 16,-2 1 0-16,1 1-1 16,-1-1 1-16,4-4-1 15,5 0 0-15,6-10-1 16,5-2 1-16,6-5-2 0,-1 2 2 15,4 2-2 1,-3 4 0-16,-4 2-1 0,-8 6 0 16,0 1 1-1,-6 4-1-15,-1 2 0 0,1-10 0 16,6-1 0-16,9-7 1 16,7-8-1-16,10-4 0 15,1-3 1-15,-1 1-1 16,-1 4 1-16,-6 2 0 15,-8 5 0-15,-5 1 0 16,-3 1-1 0,0-2 0-16,4-2 2 0,1-1-2 15,3-2 1-15,-2 2-1 16,0 1 0-16,-4 2 0 16,-4 0 0-16,0 5-1 15,-4-3 2-15,2-4-1 16,2-4 1-16,3-4-1 15,-1 1 0-15,3 2-1 16,-8 5 3-16,0 6-2 16,-8 8 0-16,-7 5 0 15,-3 9-1-15,-2 0 1 16,-2 2 0-16,-2-3 1 0,4-4-1 16,4 1 3-1,1-2-3-15,2-1 0 0,-3 3 1 16,-3 1-1-1,-1 2 0-15,-7 4 0 16,-2 3 0-16,3-1 0 16,-6-2 1-16,5 0-2 0,1-1 1 15,5-3 1-15,-2 4-1 16,0-2 0 0,0 1 1-16,1 3-1 15,0-2 0-15,-8 2 1 16,6 2 2-16,-6-2 1 0,4 4 0 15,-8-2-1-15,3 2 2 16,-5 0-3-16,-1 0 0 16,-3 0 0-1,0 0-1-15,-2 0 3 0,0 0 4 16,0 0-3-16,4 0-4 16,-3 0-1-16,-1 0-1 15,0 6-46-15,-18 2-236 16</inkml:trace>
  <inkml:trace contextRef="#ctx0" brushRef="#br3" timeOffset="108469.75">7324 13675 462 0,'0'0'74'15,"0"0"15"-15,0 0-21 16,0 0-20-16,0 0-5 16,0 0-4-16,0 0-17 15,0 0-7-15,0 2-3 0,6 14 5 16,12 3 12-16,0 8-4 15,3 5-6-15,4-4-1 16,-1 1-3-16,-1 1-8 16,1-5-5-1,-2-5 1-15,-6-2-2 16,0-6 0-16,-7-4 2 0,4-5-6 16,-7-3-40-16,-2 0-71 0,-4-9-68 15,0-17-135 1</inkml:trace>
  <inkml:trace contextRef="#ctx0" brushRef="#br3" timeOffset="108786.06">7519 13577 585 0,'0'0'99'0,"0"0"-27"16,0 0-23-16,0 0-24 0,0 0-8 15,-4 0-8-15,4 3-3 16,0 14 10-16,8 7 8 16,4 5 14-16,4 4-5 15,0 6-7 1,6-2-17-16,-1-2-3 0,2-1-4 15,6-4 0 1,1-5-1-16,0-5-2 0,0-4-4 16,-8-8-101-1,-13-8-259-15</inkml:trace>
  <inkml:trace contextRef="#ctx0" brushRef="#br3" timeOffset="114521.47">3390 7085 121 0,'2'0'1'0,"2"0"-10"0,0 0 10 15,-2 0-4-15,0 0 4 16,0 0 8-16,0 0 3 16,-2 0 24-16,0 0 25 15,0 0-4-15,0 0-3 0,0 0-4 16,0 0-3-1,0 0-6-15,0 0-10 0,0 0-5 16,0 0-2 0,0 0-6-16,0 0-4 15,0 3-3-15,0-3 3 0,0 0 4 16,0 0 0 0,0 1-8-16,0-1-2 0,0 0-7 15,0 0 0 1,0 0-1-16,0 0 2 15,4 0 3-15,-2 0 1 16,0 2 1-16,4-2 1 16,-3 2-1-16,1-2 2 15,1 0 2-15,-1 0 5 0,0 0-3 16,2 0 5-16,-4 0-2 16,5 2-5-16,-2-2 4 15,-1 0 1-15,2 0-7 16,-2 0-3-16,3 0-1 15,-3 0 2-15,5 2-3 16,0-2 0 0,-1 2-2-16,7-2 0 0,-6 0-1 15,8 0 1-15,-4 2-2 0,5 0 0 16,-6-2 2 0,1 2-2-16,0-2 2 0,2 0-1 15,-2 0 0 1,2 0 0-16,0 0 2 0,2 0-2 15,3 0 0 1,-4 0 0-16,6 0-1 16,0 0 1-16,-3 0-1 15,0 0-1-15,1-2 2 16,-3-2 1-16,-2 2-2 0,0-2 0 16,-2 2 0-1,0 0 1-15,-3 1-1 16,4 1 0-16,-6-3 0 15,0 2 1-15,4-1-1 16,-6 2 1-16,5 0 0 16,-4-3-1-16,1 3 0 15,-2 0 0-15,3-1 1 16,-3 1-2-16,1-2 1 16,-1 2 0-16,1 0 1 0,-1 0-2 15,3 0 1-15,4 0 0 16,-1 0 0-1,6-2 0-15,2 0 0 16,0 0 0-16,0-1 0 0,0 2 1 16,-1-1-1-16,-4-1 0 15,0 3 0-15,-2 0-1 16,2 0 2 0,-5 0-1-16,6 0-2 0,-4 0 4 15,6 0-4-15,-3 0 2 16,2 0 2-16,1-1-2 15,-2 0 1-15,2 1-2 16,-1-3 0-16,0 3 1 16,0-3 0-16,3 3 2 15,-4-3-4-15,4 3 4 0,-2-1-4 16,-1-4 5 0,-2 2-5-16,0 0 4 0,0-1-1 15,0-1-1 1,0 0 3-16,4-2-4 15,-1 1 2-15,-2 1 0 16,4 2 0-16,0-3-3 16,-3 1 2-16,-2 1 0 15,-2 2 0-15,0 2 1 0,-5-1-2 16,5 0 1-16,-2-2 0 16,2 3 1-1,2-3-2-15,2 3 1 16,3-3 1-16,-1 0 0 15,2 0-2-15,3 0 1 0,0-3 1 16,1 0 0 0,3 0 1-16,0 0-2 0,2-2 8 15,3 2-6-15,1-1-2 16,3-1 2-16,-2-2 0 16,-1 3 2-16,-2-3-3 15,0 4 2 1,-4 0-2-16,-4 0 1 0,1 1-3 15,1-1 2 1,2-2 1-16,3-2 1 0,-1-1 0 16,4 1-1-1,0-1 2-15,-1 1-2 0,-3 2 0 16,-4 3 0-16,0 0-2 16,-7 5 1-16,2-1-1 15,1 1 1-15,4-3 0 0,4 1 1 16,4-2-1-1,3 1 6-15,1 0 1 16,0 1-3-16,-6 1 0 16,-2 1-2-16,-4 0-2 15,-5 0 0-15,-3 0-1 0,-2 0 1 16,2 0-1 0,-4 0 1-16,2 0 1 15,-2 0 1-15,0 0 0 16,-1 0-1-16,0 0 1 15,2 0-2-15,0 0 2 16,2 0-2-16,3-1-1 0,0-2 1 16,2 0 2-1,2-2-2-15,0 1 1 0,-7 2-2 16,0-2 0-16,-4 4 4 16,-2 0-4-16,0 0 1 15,-1 0 0-15,1 0 0 16,4-2 0-1,3 1 0-15,-2 1-1 16,4-1 2-16,-3 1-1 16,0 0-2-16,-2 0 3 15,-4 0-3-15,-2 0 1 16,1 0 2-16,-1 0 0 0,-1 0-2 16,5 0-1-16,-3 0 2 15,2 0 0-15,-4 0 1 16,4 0-2-16,-4 0 2 15,-4 0-2-15,0 0 1 16,1 0-2-16,-5 0 2 16,3 0 0-16,-3 0 2 15,2 0-2-15,-1 1-2 16,4-1 2-16,-3 0 1 16,0 0-4-16,0 0 2 15,2 1 0-15,-2-1 2 0,1 2-2 16,-1-2 2-1,0 0-3-15,-2 0 2 16,0 0-1-16,0 0 1 16,0 0 1-16,0 3 2 0,0-3-3 15,0 0 4-15,0 0-2 16,0 0 7 0,0 0-4-16,0 0 5 0,0 0-4 15,0 0 1 1,0 0-2-16,0 0-1 0,0 0 1 15,0 0-5-15,0 0 2 16,0 0-2-16,0 0 0 16,0 0 3-16,0 0 1 15,0 0 2-15,0 0-6 16,0 0 3-16,0 0-1 16,0 0-1-16,0 0 0 15,0 0 2-15,0 0-3 16,0 0 2-16,0 0-5 15,0 0 3-15,0 0 0 16,0 0 1 0,0 0-2-16,0 0 1 0,0 1 2 15,0 1-6-15,0-2 4 16,0 0 1-16,0 3-5 16,0-3 1-16,0 1 0 15,0 1 4-15,0-2-3 16,0 0 2-16,-2 3-10 15,-13-3-73-15,-18 0-136 16,-12 0-437-16</inkml:trace>
  <inkml:trace contextRef="#ctx0" brushRef="#br3" timeOffset="117845.23">4275 15681 282 0,'-6'-4'8'15,"1"2"11"-15,2-4 60 16,-1 5 8-16,2-4-24 15,0 4 11-15,2-1 2 16,0 0-11-16,0 2-6 16,0-2-10-16,0 2-14 15,0 0-20-15,0-2-8 16,0 0-2-16,0 2 3 16,0 0 1-16,0 0 7 0,2 0-5 15,9 0 2 1,2 0-2-16,3 0-1 15,2 0-1-15,4-4 0 16,2 2 0-16,1-4-1 16,3 0-3-16,-2 3 0 15,-2-1-2-15,-4 0 1 16,-4 0 0-16,0 1-3 16,-6 2 4-16,1-1-2 15,0 0-2-15,0 0-1 16,4 2 4-16,-5 0-2 15,3-4 0-15,-4 4 0 0,-2 0 1 16,-1 0 0 0,-2-1 2-16,-2 1 1 0,0 0-1 15,-2 0 0-15,0 0-5 16,0 0 4 0,0 0-2-16,0 0 0 0,0 0 0 15,0 0-1 1,0 0-1-16,0 0 4 0,0 0-2 15,0 0 0 1,0 0-1-16,0 0 1 0,0 0 1 16,0 0 1-1,0 0-3-15,0 0-1 16,0 0 1-16,0 0 0 0,0 0-1 16,0 0-1-16,0 0 0 15,0 0 0-15,0 0-5 0,0 0 7 16,0 0-1-1,0 0 3-15,0 0-3 16,0 0 3-16,0 0-4 16,0 0 1-16,0 0-3 15,0 0 1 1,0 0 0-16,0 0-1 0,0 0 2 16,12 0 1-16,4 0 0 15,8 0-4-15,2 4 2 16,4-3 4-16,2 1-4 15,1 2 3-15,-5-4 0 16,-2 0-1-16,-8 0 3 16,0 0-2-16,-5 0-1 15,2 0 0-15,2 0 0 16,3 0 0-16,6 0-1 0,6 0 2 16,6 0-4-1,1 0 3-15,6 0 2 0,-2-4-3 16,1 1 3-1,-6-1-2-15,-1-1 0 0,-7 5 1 16,-2-1-2-16,-4 1 0 16,-1 0 2-16,0 0-1 15,6 0 1 1,3 0-1-16,2 0 1 16,8 0 0-16,-4-5-1 0,3-1 0 15,-5 3 1 1,-1-2-1-16,-2 0 1 0,-6 2-1 15,-1-3 0-15,2 3 1 16,0-2-1-16,0 0 0 16,6-1 0-16,2 1 1 15,2 1-2-15,-4 1 2 16,1 2-1-16,-3-2 0 0,-6 3-2 16,-6 0 2-1,2 0 0-15,-2 0 1 0,1 0-1 16,1 0 0-1,0 0 0-15,-2 0 0 16,2 0 1-16,-2 0-2 16,-3 4 1-16,-2-1 0 0,2 1 0 15,-4 1 0 1,4-5 0-16,-1 2 0 16,-2-2-1-16,1 0-1 15,0 0 2-15,3 0 2 16,-6 0-2-16,6 0-1 0,-3 0 2 15,2 4-2 1,3-4 2-16,-2 2-1 0,5-2 0 16,-2 1 0-1,2-1 0-15,1 2 1 16,-2-2-2-16,-2 0 1 0,3 0 1 16,-4 0 0-16,0 0-2 15,-1 0 0-15,-1 0 1 16,2 0-2-16,-3 0 4 15,0 0-4-15,4 0 3 16,-1-5-1 0,3-1 0-16,-1 0 1 15,3 2 0-15,-3 1-2 16,1-1 0-16,0 4 0 16,0-2 3-16,-2-1-2 0,4 0 0 0,0-3 2 15,2 0-1 1,-5-1-1-16,-1-2-2 15,-4 3 2-15,-3 1 2 16,-2 3-2-16,-4 2-3 16,2 0 3-16,-1 0-2 15,3 0 4-15,4 0-2 16,0 0-1-16,5-1 5 16,1-2-4-16,-2 0 1 15,1-2-3-15,0 1 4 0,-7 2-2 16,4 1 0-1,-3-2 0-15,-1 3 0 0,4-1 0 16,-4 1 0 0,5-5 2-16,-1 5-4 0,0-1 2 15,5-3 2-15,2 2-2 16,1-2 0-16,5-2 0 16,2 3 1-16,3-2-2 15,0 0 2 1,-5 3-1-16,-5 0 0 0,-4 0 0 15,-4 2-1 1,-1 0 3-16,-3-2-2 16,2 2 0-16,0 0 0 15,0 0-1-15,5-2 3 0,-4 2-3 16,0 0 1 0,1 0 1-16,-4 0-1 0,-3-2 0 15,-1 2 0-15,-2 0 0 16,0 0-1-16,3 0 2 15,-2 0-2-15,3 0 1 16,2 0 0 0,0 0 1-16,0 0-1 0,-1 0-1 15,0 0 2-15,-4 0-2 0,3 0 2 16,0 0-2 0,-3 2 1-16,3 2 0 0,-4-4 1 15,1 2-1 1,-2-2 1-16,1 2-1 0,-5-2 1 15,0 0 0 1,1 0 0-16,-3 0 0 16,0 0 2-16,0 0-1 0,0 2-2 15,0-2-1-15,0 1-1 16,0 5-3 0,0 4-4-16,-28 2-41 15,-18 1-155-15,-18-1-315 16</inkml:trace>
  <inkml:trace contextRef="#ctx0" brushRef="#br3" timeOffset="118785.84">6073 16031 454 0,'-21'-23'4'0,"4"0"-5"15,2 0 19-15,4 2 31 0,-2-1 1 16,5 3-17 0,-1 5 7-16,-4 5 11 0,-5 3 4 15,-10 6-14 1,-4 0-21-16,-6 0-1 0,-5 12-7 16,4 9-4-16,0 2 7 15,13 2 1-15,9 2-4 16,11 4-7-16,6 1-2 15,0-1 7-15,25 1-5 16,9-3-3-16,12 0 1 16,8-6-1-16,6-3 4 15,3-3-6-15,1-3 7 16,-8 1-5-16,-13 3-3 0,-13 1 3 16,-15 3-7-1,-15 3-2-15,0 4 8 16,-21-2 3-16,-9-2-5 15,-9-5 6-15,-2-2-6 0,0-4 5 16,5-10-2 0,2-4 1-16,5 0-3 15,10-12 1-15,8-15-1 0,11-11-3 16,0-10 1 0,17-5 2-16,17-1 0 0,6 1 2 15,-4 5-4 1,-4 7 6-16,-10 10-4 15,-5 6 1-15,-11 4 3 16,-4 5-3-16,-2 3 0 16,0 3-13-16,-2 2-106 15,-19 1-238-15</inkml:trace>
  <inkml:trace contextRef="#ctx0" brushRef="#br3" timeOffset="139834.06">10789 12870 570 0,'-4'-6'35'0,"0"0"-7"0,2 5-6 16,2-3-16 0,0 4-10-16,0 0 5 15,0 0 0-15,0 0-1 0,0 0 2 16,0 0 1-16,0 0-3 16,0 0 7-1,0-2-7-15,0 2 2 16,0-4 5-16,0 0 5 15,0 2 3-15,2 0-8 16,-2-2-2-16,0 4 1 16,0 0 5-16,0 0 0 15,0 0-12-15,0 0-1 16,4 0 10-16,0 0-4 0,2 4-6 16,2-4 1-16,2 0 1 15,2 0-1-15,-2 0 5 16,-2 0 3-16,2 0-2 15,-2-10-1-15,-6 3 1 16,-2-5-1-16,0 2 0 16,0 4 9-16,-15 5 22 15,-4 1-10-15,-3 0-9 0,-2 0-5 16,0 4-1 0,3 13-1-16,2 6-2 0,2 6-3 15,4 6-2 1,4 4 1-16,3 4 4 15,6-1-3-15,0-3-3 16,6-5-1 0,20-6-3-16,6-9-1 0,11-7 0 15,1-11-3-15,5-1-34 16,-2 0-35-16,-4-19-61 16,-5-8-80-16,-9-2-12 15,-10-2 46-15</inkml:trace>
  <inkml:trace contextRef="#ctx0" brushRef="#br3" timeOffset="140151.07">11059 12986 94 0,'0'-33'150'15,"0"7"19"-15,-13 4-52 0,-2 4-24 16,4 7-13 0,1 5-8-16,-2 4-2 0,0 2-22 15,0 0-23-15,2 12-11 16,0 11-5-16,5 8-5 16,5 6-4-16,0 3-1 15,0-1 1 1,21-4-2-16,7-4-1 0,5-8 0 15,1-7-4-15,1-7-1 16,-3-9-14 0,-1 0 3-16,-9-6 17 0,-4-19 2 15,-8-10 3-15,-5-5-3 16,-5-3 6-16,0-1 2 16,-17 3-3-16,-5 8 8 15,-4 10 1-15,0 11-6 0,7 8-14 16,4 4-1-1,11 0-1-15,4 12-76 0,24-6-141 16,26-6-141 0</inkml:trace>
  <inkml:trace contextRef="#ctx0" brushRef="#br3" timeOffset="140701.7">11519 12847 432 0,'0'0'89'0,"0"0"22"0,0 0-16 15,0 0-45 1,0 0-37-16,-84 94-20 16,87-74 4-16,20 0 2 15,3-1-1-15,4 0-3 0,-2-1 1 16,-2-3-27-16,-9 2-6 16,-6-5 7-16,-7 4 23 15,-4-3 5-15,0 0 7 16,-2 1 0-1,-13-4 1-15,-4 0 8 0,3-5 6 16,2-1-3-16,4-2-10 16,4-2-4-16,6 0-7 15,0 0-18-15,8-15 25 0,18-6-3 32,7-13-5-32,10-4-25 15,0-11-35-15,5-1-29 0,-12-2-30 16,-6 0 91-16,-10-1 40 15,-10 1 56-15,-10 6 80 16,0 4 1-16,-10 0-31 16,-6 9-20-16,-1 6-17 15,4 6-9-15,5 9-28 16,2 5-10-16,1 3 7 16,2 4-12-16,1 0-7 15,2 0-17-15,0 23-11 16,0 18 6-16,2 11 11 15,10 11-4-15,2 9 0 0,0 2-1 16,1-1-1 0,-2-6 2-16,1-10-2 0,-3-6-2 15,0-13-37-15,-4-10-79 16,-3-17-106 0,-4-11-200-16</inkml:trace>
  <inkml:trace contextRef="#ctx0" brushRef="#br3" timeOffset="140895.84">11764 12884 664 0,'0'0'6'15,"0"0"4"-15,0 0-9 16,0 0 7-16,0 0-2 15,123-43-4-15,-77 31-2 16,1 5-68 0,0-3-396-16</inkml:trace>
  <inkml:trace contextRef="#ctx0" brushRef="#br3" timeOffset="141795.96">12796 12804 738 0,'0'0'6'16,"0"0"-1"-1,0 0 10-15,0 0 3 0,0 0-3 16,0 0-1-1,-50 137-4-15,50-97-2 16,8-5-7-16,14-7 0 16,4-6-1-16,0-9 4 0,2-7-2 15,-3-6 2-15,-3 0-3 16,-5-7-3-16,-6-13 6 16,-3-10 0-16,-8-1 0 15,0-5 1 1,-8-3 0-16,-14 4-3 0,-4 1 0 15,-4 9 1-15,3 1 1 16,1 9-4 0,6 7-3-16,3 2 3 15,8 4 2-15,6 2-5 0,3 0-4 16,3 0-5 0,20 0 4-16,12 0 7 0,9 0 1 15,3-5-1-15,5-11-13 16,-1-3-22-16,-4-8-7 15,-6-2 10-15,-7-2 25 16,-12-3 8-16,-8 4 1 16,-8-1 9-16,-6 3 33 15,0 8 18-15,0 2-12 16,-2 6-12-16,-6 7 10 16,0 5-11-16,-4 1-23 0,2 27-14 15,0 8 15 1,4 17-11-16,2 7 0 0,4 5-1 15,0 3 1 1,0 0-3-16,11-4 0 16,8-6 2-16,1-6-2 0,0-9 2 15,-2-9-2 1,1-6-2-16,2-13-9 0,-1-9 0 16,-1-6-5-1,1 0 3-15,-4-8-6 16,-4-13-2-16,-10 0 5 15,-2-3 14-15,-2 3 3 0,-22-3 2 16,-6 7-2 0,-3 2 3-16,1 5-1 15,0 5-3-15,10 5 0 0,6 0 2 16,4 0 3-16,9 0-2 16,3 0-5-1,25-6-9-15,25-10 12 16,14-7 3-16,15-8-1 0,5 0-3 15,-7-4 2-15,-16 6-15 16,-24 10-102-16,-24 7-39 16,-13 8-258-16</inkml:trace>
  <inkml:trace contextRef="#ctx0" brushRef="#br3" timeOffset="142885.76">14590 12428 505 0,'0'0'54'0,"0"0"25"16,0 0-13-16,-2 25-41 15,0 9-3-15,2 7 7 16,0 7 2-16,0 6-5 15,0 0-11-15,0 1 0 0,0-7-4 16,0-2-6 0,0-9-2-16,0-8-1 15,0-12-1-15,0-5 2 16,0-6-9-16,0-6-2 16,0 0 16-16,0-23 16 15,0-12-2-15,6-12-13 16,4-11-3-16,2-4-3 0,-2-1 0 15,-4 3-2 1,-1 9 2-16,-1 14-1 0,1 8 1 16,-5 13 1-1,2 10 2-15,0 6-8 0,6 0-6 16,-1 17-13 0,8 12 16-16,-2 7 9 15,6 5-6-15,-2 1 3 0,1 2 5 16,-4-9-5-16,0-10-1 15,-2-2 1 1,-2-12 0-16,2-9-4 0,-2-2 2 16,6-6 4-16,1-18 6 15,2-9-4-15,3-10-2 16,-5-4 1-16,1 6-3 16,-6 5 0-1,-1 8 3-15,-4 9-2 0,-5 13 5 16,4 6 14-16,-4 0-11 15,2 6-18-15,3 19 6 16,0 10 7-16,3 12 8 16,1 5-5-16,-2 3 3 15,1-4 1-15,1 2-5 16,0-9-3-16,-3-7-2 16,3-8-1-16,0-8-1 15,0-6 1-15,-1-13-5 0,4-2-10 16,-2-1-78-1,6-23-60-15,0-2-142 0</inkml:trace>
  <inkml:trace contextRef="#ctx0" brushRef="#br3" timeOffset="143347.14">15425 12700 597 0,'0'0'100'0,"0"0"2"16,0 0-51-16,0 0-23 16,-127-25-5-1,105 25-6-15,5 3-8 0,0 16-3 16,-1 6-3-16,8 5-1 16,1-1 2-16,7 2-2 15,2-2-1-15,0-4-3 0,4-4 0 16,13-9-2-1,9-6 2-15,2-6 2 16,4 0 1-16,-2-12 1 16,-2-11-5-16,-4-8 3 15,-11-4-3-15,-6 0 8 16,-7 0 0-16,0 7 0 16,0 5 4-16,0 5 1 15,0 11 15-15,-3 1 8 16,3 6-17-16,0 0-10 0,0 0-14 15,0 17-3 1,0 8 21-16,0 8-7 16,0 4 2-16,3-1-4 15,10 3 2-15,-1-6-4 16,8-6 1-16,-1-4-8 16,4-9-57-16,-3-9-134 15,6-5-333-15</inkml:trace>
  <inkml:trace contextRef="#ctx0" brushRef="#br3" timeOffset="144017.56">15592 12697 612 0,'0'0'4'16,"0"0"18"-16,0 0 8 0,0 0-15 15,0 0-9-15,56-94-2 16,-32 94-4-16,0 8 3 16,0 17-3-16,-8 14 3 15,-7 2 5-15,-9 8 10 16,0-2-6-16,0-2-4 0,-15-9 5 16,2-11 2-1,0-7 2-15,9-7-7 0,2-6-4 16,2-5-8-16,0 0 8 15,10-24 7 1,14-9-9-16,4-9-1 16,2-1-3-16,-2-3 1 0,-7 4-1 15,-3 11 2-15,-12 9 2 16,-6 11 10 0,0 5 53-16,0 6-17 0,0 0-40 15,-8 0-6 1,0 12-4-16,-4 10 1 15,8 3-4-15,2 5 2 16,2 4 0-16,0-3 0 0,6-2-3 16,18-7 0-1,2-9 0-15,8-7-7 0,3-6 4 16,-1 0 3-16,1-23-10 16,-4-7-11-16,-5-2 17 15,-12-7 7-15,0 2 4 16,-10 3-1-1,-4-1 11-15,-2 10 28 0,0 5 13 16,0 6-2-16,0 9-9 16,0 3-13-16,0 2-8 15,0 0-12-15,0 6-19 0,0 19-5 32,0 4 23-32,0 6-6 0,7 1 0 0,1 0-3 15,1-6 0 1,4-7-2-16,-1-7 2 15,4-10-8-15,-4-6-32 16,6 0-99-16,-6-24-179 16</inkml:trace>
  <inkml:trace contextRef="#ctx0" brushRef="#br3" timeOffset="144233.35">16225 12274 562 0,'0'0'45'16,"0"0"21"-16,0 0-8 15,0 0-13-15,-6-29-20 0,6 23-8 16,-2-2 2-16,-3 0-8 16,0 3-8-16,-1 5-3 15,-6 0-7 1,-2 0-125-16,-1 5-169 0</inkml:trace>
  <inkml:trace contextRef="#ctx0" brushRef="#br3" timeOffset="144945.93">16328 12677 451 0,'0'0'9'16,"0"0"25"-16,0 0 15 16,0 0-24-16,0 0-7 15,36-36-4-15,-20 54 4 16,-6 9 6-16,-3 2 8 0,0 2 8 15,-5 0-9 1,-2-2 6-16,0-3-4 0,0-7-3 16,0-8-11-1,0-3-9-15,0-4-7 16,0-4 1-16,0 0 9 16,0-2 1-16,0-17 4 15,0-6-14-15,0-9-5 0,6-1 3 16,4 1-2-16,8 0 1 15,-5 8-1-15,4 7 0 16,-4 7-5-16,-2 11 3 16,-3 1-4-1,1 6-1-15,-5 19 6 0,-4 5 4 16,0 4-4 0,0 2 6-16,0-6-1 0,0-4-3 15,0-9 0 1,0-5 0-16,0-6-1 15,0-4 4-15,0-2-3 0,0 0 6 16,0-12-3-16,0-11-1 16,9-8-3-16,4-7 2 15,4 1-4-15,2 5 5 16,1 4-7-16,-3 6 6 16,2 10-4-16,-3 8-2 15,-2 4-1-15,-1 0 1 16,-2 12 4-16,-2 10 0 15,-1 3 0-15,-1 4 3 16,-3 1-1-16,-2-1 2 16,1 0-2-16,-1-1-1 15,2-5 1-15,2-4-3 0,1-7 2 16,2-10-70 0,1-2-342-16</inkml:trace>
  <inkml:trace contextRef="#ctx0" brushRef="#br3" timeOffset="146626.01">16922 12630 439 0,'0'0'73'0,"0"-8"38"16,0 7-3-16,0-2-43 16,0 1-26-16,0 2-11 15,0 0-19-15,0 0-15 16,0 6-2-16,0 11 20 0,0 3-7 16,0 7-2-1,0 2-1-15,7 2-2 16,3-2 1-16,4 0-1 15,-2-5 2-15,3-5-3 0,0-8 0 16,3-5-4 0,3-6 5-16,3 0 1 0,2-13 1 15,-3-12 1 1,-4-7-1-16,-3 0 0 0,-6-2 1 16,-8 3 3-16,-2 3-1 15,0 5 5-15,0 5 10 16,0 8 20-1,0 3-6-15,-2 3-9 16,2 4-6-16,0 0-8 16,0 0-7-16,0 0-11 0,0 14-1 15,0 6 12-15,0 8 3 16,11 3 1-16,0 3-4 16,1 0-2-16,2-4 0 15,1 0-1-15,0-3-2 16,0-6-11-16,0-4-93 15,-4-7-70-15,-3-8-145 16</inkml:trace>
  <inkml:trace contextRef="#ctx0" brushRef="#br3" timeOffset="147351.41">17335 12686 534 0,'0'0'26'0,"0"0"30"0,0 0 26 16,0 0-52-1,0 0-31-15,24-28 3 0,-9 51 2 16,0 4 0-16,-4 5 16 15,-3 5 5-15,-3-2 5 16,-1 0-7 0,-4-6-7-16,0-6-1 0,0-6-2 15,0-5-3-15,0-6-5 0,0-6-1 16,0 0 4 0,0 0 11-1,0-12 21-15,0-11-22 0,0-8-12 16,0-5 0-16,0-3-4 15,0-2-2-15,0 5 1 16,4 6-2-16,5 8 0 16,-1 8-4-16,3 10 0 15,0 4-3-15,-5 4-4 16,6 21 10-16,-4 6 1 16,0 3 2-16,-2 3 3 15,-1 2-2-15,0-8-2 0,-3-4 2 16,0-10 0-1,2-3-1-15,0-7 0 0,2-4-5 16,4-3 1 0,-2 0 10-16,5-4-3 15,-2-20 3-15,4-5-6 0,0-6 3 16,2 1-3 0,0 3 1-16,-4 6-4 0,-3 7 2 15,2 9 2 1,-2 5-9-16,2 4 2 0,0 0-2 15,3 14 3 1,0 9 5-16,-3 2-1 16,0-2 4-16,-4 4-2 15,-3-2-2-15,-4-6 4 0,-1 3-6 16,0-9 3 0,0-1 0-16,0-6-93 0,5-6-197 15</inkml:trace>
  <inkml:trace contextRef="#ctx0" brushRef="#br3" timeOffset="147921.46">18799 12381 600 0,'0'0'15'16,"0"0"40"-1,0 0 7-15,0 0-42 16,-80-23-13-16,56 40-1 16,0-1 2-16,2 8-1 15,5-6-3-15,7-4 0 0,4-2-4 16,6-2 2 0,0-2-5-16,0-2 0 0,10 0 0 15,13-2 3-15,8 0 7 16,1 3-3-16,5 5-1 15,-5 1-3-15,-5 9-1 16,-7 3 3 0,-9 6-6-16,-11 2 2 15,0-2 2-15,0 0 0 16,-19-5 1-16,-7-2 2 0,1-7-3 0,-3-5 6 16,2-6 2-1,-3-6 5-15,6 0 16 16,6 0-3-16,3-12-16 15,8-7-9 1,6-1 1-16,0-1-10 0,15-3-21 16,15 4-112-16,5 1-178 15</inkml:trace>
  <inkml:trace contextRef="#ctx0" brushRef="#br3" timeOffset="148182.52">19037 12593 787 0,'0'0'58'0,"0"0"32"0,0 0-56 16,0 0-31-16,0 0 3 16,-11 59 25-16,11-17 0 15,0 4-1-15,0 5-9 16,5-3-7-16,-3-1-3 15,-2-5-6-15,0-4-1 16,0-1-1 0,0-7-2-16,0-7-2 15,0-10-10-15,0-9-97 16,0-4-127-16,0-15-266 0</inkml:trace>
  <inkml:trace contextRef="#ctx0" brushRef="#br3" timeOffset="148477.22">18923 12568 678 0,'0'0'-1'16,"0"0"1"-16,0 0 1 15,0 0 4-15,0 0-2 16,138-50-2-16,-100 60 0 15,-6 7 0-15,-1 4-2 16,-10 2 1-16,-8 3 2 16,-6-1 0-16,-7 4 2 15,0-2 5-15,-20-1 18 16,-11 2-10-16,2-3-8 0,-1-6-6 16,6-3-4-16,5-6 2 15,6-8-28 1,9-2-210-16</inkml:trace>
  <inkml:trace contextRef="#ctx0" brushRef="#br3" timeOffset="148975.61">19465 12539 605 0,'0'0'64'15,"0"0"12"-15,0 0-25 16,0 0-15-16,-121-4-22 0,101 27-3 16,6 1-9-1,4 5-1-15,8 1-2 0,2 0-2 16,0-1 3-16,8-2-1 15,14-8-2-15,-1-6-6 16,3-7-8-16,4-6-7 16,0 0 3-16,0-6-6 15,-2-13 5-15,-10-5 15 16,-2-1 8-16,-10-2 2 0,-2 3 17 16,-2 0 39-1,0 5 3-15,0 4 3 0,0 7 12 16,0 2-19-1,0 2-21-15,-2 4-17 16,2 0-13-16,0 4-17 16,0 17 1-16,0 6 19 15,0 4-7-15,0 5-1 0,4-3 1 16,7-3-3-16,2-5-2 16,2-3-23-1,-6-9-116-15,3-7-109 16,-1-6-346-16</inkml:trace>
  <inkml:trace contextRef="#ctx0" brushRef="#br3" timeOffset="149415.92">19648 12547 520 0,'0'0'19'15,"0"0"20"-15,0 0-6 16,0 0 14-16,0 0-10 16,41 89-13-16,-34-53 3 15,-3 0 1-15,-4-5-5 16,2-6 2-16,-2-8 0 16,0-5-2-16,0-7-1 0,0-3-8 15,0-2 1 1,0 0 8-16,0-7 12 0,0-13-17 15,0-6-7-15,0-5-5 16,0 1 2 0,6 0-4-16,5 2-1 15,-2 5-1-15,4 7-1 16,-5 9-2-16,5 7-1 16,0 0-2-16,1 0 0 15,0 19 3-15,-6 10-1 0,4 5 4 16,-10-1 3-1,0 4-2-15,-2 0 0 0,0-5-3 16,0-6 3 0,0-4-16-16,0-9-148 0,0-7-273 15</inkml:trace>
  <inkml:trace contextRef="#ctx0" brushRef="#br3" timeOffset="149847">20048 12618 700 0,'0'0'2'0,"0"0"2"0,0 0 0 16,0 0-3-16,0 0 1 15,-6-2 4-15,6 27 0 16,4 3 2-16,-2-3 2 15,-2-4-3-15,0-3 6 16,0-5-2-16,0-7-3 16,0-2 0-16,0-4 2 15,0 0 17-15,0 0 26 0,0-16-18 16,0-5-25 0,0-7 1-16,11-2-8 15,4 2-1-15,0 0 0 16,5 5-1-16,-1 5-3 0,2 12 1 15,-3 6 0 1,-2 0-3-16,0 22 1 0,-6 9 4 16,2 4 2-1,-6 2 3-15,0-1-5 0,-2-5 2 16,6-6-3-16,-2-7-4 16,2-7-70-16,4-9-112 15,-2-2-149-15</inkml:trace>
  <inkml:trace contextRef="#ctx0" brushRef="#br3" timeOffset="150065.09">20394 12564 698 0,'0'0'86'16,"0"0"13"-16,0 0-17 15,0 0-41-15,0 0-39 0,-10 10-5 16,10 21 7-16,0 4 7 15,0 8-5-15,0-4-3 16,0-2-1-16,0-7 0 16,4-7-1-16,2-7-5 15,6-11-85-15,0-5-102 16,4-4-211-16</inkml:trace>
  <inkml:trace contextRef="#ctx0" brushRef="#br3" timeOffset="150200.18">20448 12276 671 0,'0'0'105'0,"0"0"-14"15,0 0-41-15,0 0-41 0,0 0-9 16,0 0-23 0,-34-29-150-16,34 44-374 0</inkml:trace>
  <inkml:trace contextRef="#ctx0" brushRef="#br3" timeOffset="150633.97">20672 12633 657 0,'0'0'3'0,"0"0"6"0,0 0 13 15,0 0-8 1,0 0-4-16,0 0 4 0,9 14-6 16,-9 16 3-16,0-1-1 15,0-7-3-15,0-4 2 16,0-6-6-16,0-6 2 16,0-2-2-16,0-4 3 15,0 0 9-15,2 0 4 16,3-16-4-16,5-8-6 0,3-4 1 15,2-3 0 1,1 2 8-16,0 1-3 16,0 7-1-16,-4 8-4 15,-1 9-1-15,2 4-10 16,-4 2-3-16,-1 19 7 16,3 4 1-16,0 0 0 15,4 3-5-15,0-7 1 0,9-6-37 16,4-10-69-1,10-5-65-15,1 0-143 0</inkml:trace>
  <inkml:trace contextRef="#ctx0" brushRef="#br3" timeOffset="150995.7">21144 12557 603 0,'0'0'109'0,"0"0"1"0,0 0-24 15,0 0-44 1,-117-10-30-16,100 33-11 15,11 4 1-15,3-3-2 16,3-4-2-16,0-2 1 0,16-5 2 16,9-8-4-16,3-5 3 15,4 0-5-15,-2-8-9 16,1-14-1-16,-3-1 8 16,-9-2 9-16,-6 4 1 15,-4 1 7-15,-5 7 34 16,-4 3 27-16,0 4-23 15,0 5-21-15,2 1-23 16,1 3-10-16,-3 24-11 16,0 12 17-16,0 10 8 15,0 5-4-15,-14 4-3 16,-3 0 2-16,0-4-2 16,0-6 3-16,-3-7-3 15,-1-3 0-15,-2-7 2 16,-8-7-5-16,-8-10-14 15,-4-14-121-15,-4 0-199 16</inkml:trace>
  <inkml:trace contextRef="#ctx0" brushRef="#br3" timeOffset="151584.41">21955 12365 460 0,'0'0'35'0,"0"0"32"16,0 0-4-16,0 0-14 0,38-29-6 15,-4 19-15 1,8 0-11-16,5 1-6 16,3 1-8-16,-1 2-1 15,-8 0-1-15,-11 6-3 16,-15 0 0-16,-15 0-75 16,0 0-187-16,-19 10-74 0</inkml:trace>
  <inkml:trace contextRef="#ctx0" brushRef="#br3" timeOffset="151850.77">22157 12320 486 0,'0'0'132'15,"0"0"11"1,0 0-57-16,0 0-36 0,0 0-30 16,0 0-14-1,-15 26-3-15,15 0 31 0,0 11 20 16,0 6-17-16,0 2-6 15,0 1-9-15,0-2-8 16,0-3-7-16,0-5 1 16,0-9-5-16,0-3-4 15,0-6 2-15,0-7 1 16,0-5-12-16,6-6-67 16,0 0-110-16,4-9-99 15</inkml:trace>
  <inkml:trace contextRef="#ctx0" brushRef="#br3" timeOffset="152318.32">22284 12558 588 0,'0'0'74'16,"0"0"-11"-16,0 0-31 0,0 0-27 15,0 0 7 1,-2 28 15-16,2-2 11 0,0 8 4 16,0-3 1-1,0 1-23-15,0-7-7 0,0-6-6 16,0-3-1 0,0-4-1-16,0-8-4 15,0-4-2-15,2 0 4 0,2 0 11 16,7-20-3-16,2-6-8 15,2-7 1-15,5-4 0 16,-2-2-3-16,4 2-1 16,0 6-2-16,-1 6 3 15,1 6-2-15,-1 9-2 0,-4 6 0 16,-1 4 0 0,-6 2-4-1,-6 20 1-15,-4 1 3 0,0 2 3 16,0 0 2-16,0-4-2 15,-4-7 1-15,2-4 5 0,0-6-7 16,2-4 1 0,0 0 3-16,0 0-17 15,0-16-104-15,0-6-71 16,6-3-301-16</inkml:trace>
  <inkml:trace contextRef="#ctx0" brushRef="#br3" timeOffset="152850.31">22703 12669 518 0,'0'0'11'0,"0"0"12"0,0 0-3 16,0 0-7-16,0 0-10 15,136-62-1-15,-108 37 0 16,-9-3 2-16,-6 2 0 15,-10-2 7 1,-3 5 28-16,0 4 33 0,0 5-18 16,-14 4-15-16,2 7-11 15,-4 3-9 1,2 0-1-16,1 9-10 0,0 13 0 16,2 7-7-1,5 3 0-15,3 9 0 0,3-6 0 16,0 2 2-16,9-4-4 15,12-11 2-15,5-4-1 0,6-11 1 16,10-7-2 0,0 0 2-16,8-13-1 15,1-15-5-15,-1-8 6 16,-9-12-3-16,-9 0 4 16,-12-1-1-16,-14 7 2 15,-6 6 4-15,-5 11 29 16,-21 17 42-16,-1 8-35 15,-4 0-9-15,3 23-7 16,6 11-8-16,4 7-13 0,11 7-3 16,7 3-3-1,3-3 0-15,31-1-2 16,9-6 2-16,2-5-14 16,-6-7-112-16,-15-6-213 0</inkml:trace>
  <inkml:trace contextRef="#ctx0" brushRef="#br3" timeOffset="153449.42">15177 14116 624 0,'0'0'2'0,"0"0"16"16,0 0 5-16,0 0-10 15,-18-51-3-15,42 41 17 16,9 1-9-16,1-1-8 16,2 4-6-1,2 4-2-15,-10 2-1 0,-7 0-3 0,-10 0-40 16,-11 18-128 0,0 4-91-16</inkml:trace>
  <inkml:trace contextRef="#ctx0" brushRef="#br3" timeOffset="153649.63">15227 14283 373 0,'0'0'56'0,"0"0"-9"16,0 0 12-16,0 0 2 15,0 0-7-15,0 0-17 0,34 0-21 16,-6-4-11-1,3-2-1-15,3-3-4 0,-2 3-5 16,2-2-184 0</inkml:trace>
  <inkml:trace contextRef="#ctx0" brushRef="#br3" timeOffset="154202.07">16472 13844 582 0,'0'0'45'16,"0"0"56"-16,0 0 3 15,0 0-55-15,0 0-38 0,-24 2 1 16,22 23 8-16,2 6 10 0,-2 2-2 15,-2 5-8 1,0-3-2 0,0 0-9-16,-3-1-4 15,0-8-3-15,5-2-3 16,2-10 0-16,0-8-91 0,0-6-146 16,6-3-403-16</inkml:trace>
  <inkml:trace contextRef="#ctx0" brushRef="#br3" timeOffset="154566.88">16567 13834 677 0,'0'0'1'0,"0"0"2"16,0 0-2-16,0 0 2 15,0 0-2-15,108-35 0 16,-87 57 0-16,-6 4 1 16,-4 7 1-16,-7 5 4 15,-4 0 0-15,0 5 3 0,0-2 4 16,-13-1 8 0,-8-5 6-16,6-6 12 15,-3-7-6-15,6-5-5 16,3-7-7-16,2-5-5 15,7-3-4-15,0-2-13 16,0 0-4-16,18 0 9 16,5-6 2-16,10-5-5 15,1-3-2-15,3-2-73 16,-1 2-99-16,-1-3-221 0</inkml:trace>
  <inkml:trace contextRef="#ctx0" brushRef="#br3" timeOffset="154851.44">17309 14094 472 0,'0'0'-1'0,"0"0"15"0,0 0 20 15,123-74 8 1,-80 55-23-16,-4 5-12 16,-7 0-6-16,-10 3 1 15,-10 1-2-15,-12 5-47 16,0-3-250-16</inkml:trace>
  <inkml:trace contextRef="#ctx0" brushRef="#br3" timeOffset="155117.81">17395 13883 775 0,'0'0'22'0,"0"0"31"16,0 0 3-16,0 0-46 0,0 0-1 16,0 0 20-1,-4 79 5-15,13-40-6 0,-3 1-11 16,1 3-3-16,-1-5-8 16,-2 4-2-16,0-8-2 15,1-5-3-15,3-4-16 16,1-9-99-16,4-12-56 15,7-4-286-15</inkml:trace>
  <inkml:trace contextRef="#ctx0" brushRef="#br3" timeOffset="155417.13">17886 13814 839 0,'0'0'4'15,"0"0"3"-15,0 0 3 16,0 0 9-16,0 0 1 0,22 83 0 16,-18-41-4-1,-4-2-3-15,0-1-4 16,0-6-5-16,0-1-2 15,0-10-2-15,0-6-1 0,0-10-8 16,0-6-100 0,10 0-119-16,6-22-216 0</inkml:trace>
  <inkml:trace contextRef="#ctx0" brushRef="#br3" timeOffset="155602.25">18035 13784 765 0,'0'0'65'0,"0"0"-10"0,0 0-13 16,0 0-21-16,0 0-7 15,-10 128-1-15,16-76-7 16,1 4-1 0,2-4-3-16,2-3-3 0,2-6 2 15,-5-9-14-15,6-10-134 16,-2-9-148-16</inkml:trace>
  <inkml:trace contextRef="#ctx0" brushRef="#br3" timeOffset="155948.31">18635 14071 685 0,'0'0'1'16,"0"0"5"-16,0 0 5 16,134-72 0-16,-88 55-7 0,2-1-2 15,-7 4-1-15,-4 3-4 0,-12 1-122 32,-17 4-245-32</inkml:trace>
  <inkml:trace contextRef="#ctx0" brushRef="#br3" timeOffset="156195.89">18691 13884 794 0,'0'0'17'0,"0"0"6"0,0 0 36 16,0 0 7-16,0 0-25 15,0 0 13 1,-18 128-3-16,18-72-14 16,0 0-9-16,0-3-16 15,0-7-9-15,0-5-1 16,5-6-1-16,3-10 0 16,1-13-78-16,-5-12-258 15</inkml:trace>
  <inkml:trace contextRef="#ctx0" brushRef="#br3" timeOffset="157045.89">19710 13846 612 0,'0'0'74'16,"0"0"2"-16,0 0-8 15,-114-66-18-15,82 66-16 16,0 0-17-16,4 4-8 16,7 15-6-16,-1 5 2 15,14 2-3-15,3 5-1 0,5 3-2 16,3-2-1 0,22 1 1-16,12-4 1 15,6 0 1-15,-1 1 1 0,-2-5-7 16,-10 1-28-1,-20-1-22-15,-10 3 8 0,0-5 26 16,-20-3 25-16,-10-5-1 16,-4-7 2-16,2-5 1 15,0-3 0-15,3 0 5 16,7-9 2-16,4-14 3 16,10-2 1-1,8-10-4-15,0-6-9 0,12-8-2 16,22-2 3-16,3-4-4 0,0 5 0 15,-6 9 0 1,-7 10-1-16,-10 13 1 16,-14 11-1-16,-2 7-14 15,-34 0-272-15</inkml:trace>
  <inkml:trace contextRef="#ctx0" brushRef="#br3" timeOffset="157551.44">18429 14187 290 0,'0'0'3'0,"0"0"8"16,0 0 23 0,0 0 7-16,4-41 4 15,2 35-3-15,-2 0 13 16,0 2 1-16,10-2-26 0,0 1-10 15,10-3-15 1,7 0-3-16,9-4 0 16,-1-1-9-16,0-3-217 15</inkml:trace>
  <inkml:trace contextRef="#ctx0" brushRef="#br3" timeOffset="158147.19">20416 13995 552 0,'0'0'124'0,"0"0"-19"15,0 0-21-15,0 0-41 16,0 0-29-16,-28-16-16 16,28 14-7-16,20 1 3 0,8-2 15 15,6 0-4-15,5-1 0 16,-7 0-3-1,-6 0-5-15,-11 2-89 0,-6 2-141 16,-9 0-315-16</inkml:trace>
  <inkml:trace contextRef="#ctx0" brushRef="#br3" timeOffset="158345.65">20448 14218 727 0,'0'0'18'0,"0"0"-3"15,0 0-4-15,0 0 2 16,0 0-10-16,117-57 1 0,-81 42-3 16,-6-3-13-1,-8 5-192-15,-3-5-300 16</inkml:trace>
  <inkml:trace contextRef="#ctx0" brushRef="#br3" timeOffset="158916.84">21044 13889 747 0,'0'0'1'16,"0"0"0"-16,0 0 0 0,0 0-1 16,0 0 2-16,121-68-3 15,-102 68 0-15,-4 0 1 16,-4 1-1-16,-6 17 2 15,-5 1 2-15,0 5-2 16,0 2 2-16,-20 2-2 16,1-3 6-16,-3-4-3 15,3-3 0-15,4-7-4 16,7-7-1-16,6-2 1 16,2-2-4-16,0 0 1 15,6-4 9-15,10-5-2 16,6-3-2-16,2 6-2 15,-5 2 0-15,1 4 0 16,-10 0-2-16,-1 16 2 16,-7 5 0-16,-2 5 0 15,0 5 1-15,0-5-1 16,-11 4 2-16,-8-4-1 16,-5-1 1-16,-4-3 2 15,0-3-1-15,2-3 1 0,0-9 2 16,8-3 5-1,4-4 9-15,6 0-2 0,8 0-12 16,0-8-6 0,0-5-3-16,15 0-8 15,4-3-70-15,3 1-142 0</inkml:trace>
  <inkml:trace contextRef="#ctx0" brushRef="#br3" timeOffset="159227.62">21591 13762 892 0,'0'0'71'16,"0"0"58"-16,0 0-65 15,0 0-40-15,0 0-16 0,-15-3-2 16,6 27 9 0,3 9-7-16,-1 12-1 15,-3 12 6-15,1 4 9 0,-2 6 0 16,1-2-10 0,-4 1-8-16,2-4 0 0,4-8-4 15,-2-11-9 1,2-14-133-16,0-20-283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5-21T04:09:03.53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13880 2894 407 0,'0'0'46'0,"2"0"-5"15,0 0 1-15,-2 0-29 16,0 0-11-16,2 0-3 0,-2 0-1 16,0 0 0-16,2 0 0 15,0 0 0 1,2 0 1-16,1 0 3 0,-2 0 0 15,1 0-1 1,-2-2 0-16,-2 2 2 0,0 0 3 16,0 0-1-1,0-4 2-15,0 0 1 16,0 1-2-16,0-1 2 0,0 2 11 16,0-2 14-1,0 2 3-15,0 2-13 0,0 0-9 0,0 0-10 16,0 0-3-1,0 0-2-15,-4 0-2 16,-1 12 2-16,2-1-1 16,-2 0 1-16,5-1-1 15,0-2 0-15,0-2-1 16,0-4 1-16,0-2-2 16,0 0 1-16,11 0 2 15,-1 0 2-15,3-10 0 16,0-3 0-16,-7 1 1 0,1 2 1 15,-5 3 0 1,-2 1 6-16,0 0 3 0,-7 6 5 16,-10 0-5-1,-4 0-4-15,-3 0 3 0,0 0-3 16,0 10-2-16,2 7-4 16,4 3-1-1,1 0-1-15,0 8 3 0,6 1 0 16,9 2-1-1,2-5-1-15,0 2-1 0,2-3 0 16,15-1 0 0,6-5-1-16,3-4 1 15,2-1-2-15,5-4-3 16,1-9-11-16,7-1-39 0,0 0-160 16,6-9-89-16</inkml:trace>
  <inkml:trace contextRef="#ctx0" brushRef="#br0" timeOffset="349.5">14252 2929 424 0,'0'0'67'15,"0"0"8"-15,0 0 23 16,0 0-25 0,0 0-36-16,-112-17-19 0,99 17-14 15,5 15-3-15,-1 4 0 16,2 5 0-16,5 2-2 15,2 1 0-15,0 2-3 16,2-4 1-16,18 0-3 16,6-3-1-16,-1-4 3 15,1-7 4-15,0-5-9 16,-4-6 8-16,-6 0-5 16,2-2 2-16,-7-19 12 0,0-7 0 15,-5-6-3 1,-4-1 4-16,-2-2 8 0,0 6-1 15,-4 4-1 1,-16 8-3-16,4 6-6 16,-4 7-9-16,2 6 0 15,6 0-1-15,6 0-60 16,6 0-479-16</inkml:trace>
  <inkml:trace contextRef="#ctx0" brushRef="#br0" timeOffset="885.99">14435 2973 483 0,'0'0'25'0,"0"0"8"16,0 0-22-16,0 0-15 15,0 0-5-15,17-19 4 16,-2 36 6-16,-2 8 0 16,0 5 2-16,-2 1 2 15,-3-5 2-15,-1-1 2 16,-3-5 3-16,-2-6 5 0,-2-7 5 16,0-3-4-1,0-2 1-15,0-2 3 0,0 0 6 16,0 0 15-1,0 0 11-15,0-13-6 0,0-10-31 16,0-5-13 0,0 0-6-16,5-6 3 0,3 6 0 15,3 0-1 1,0 7-1-16,1 4-1 16,0 7 0-16,-2 4 0 15,-2 6-2-15,4 0-2 0,-2 6-1 16,1 19 4-16,4 7 4 15,-2 2 0 1,2 2 1-16,-4 0 0 0,-3-7 0 16,1-4-2-1,0-8 1-15,-5-3 0 0,2-5-2 16,-2-3 1 0,3-6-2-16,2 0-28 0,-1 0-169 15,0-13-231-15</inkml:trace>
  <inkml:trace contextRef="#ctx0" brushRef="#br0" timeOffset="1579.74">14791 2994 518 0,'0'0'27'0,"0"0"-4"15,0 0-6-15,0 0-14 16,0 0-4-16,31-36-3 0,-18 36-4 15,0 9 7 1,0 12 12-16,0 4 0 16,-1 1 5-16,-1-2-12 15,-4-5 8-15,-1-5-4 16,-2-2 0-16,-4-3 0 16,2-6 3-16,-2-3 2 15,0 0 7-15,0 0 9 0,0 0 20 16,0-6 16-1,0-13-23-15,3-7-31 0,4-5-9 16,1-3-3 0,7 3 0-16,-4 4-3 0,1 10 5 15,-2 7-2 1,-2 8-2-16,-4 2-2 0,2 0-5 16,3 14 7-16,4 9 2 15,-2 5 2-15,4 3 1 16,-2 0-3-16,0-1 2 15,-2-8-1 1,1 1 0-16,2-8 0 0,-2-3-1 16,4-6-2-1,-2-5 0-15,6-1 2 0,4 0 2 16,1-15-5 0,3-10 6-16,-2-3-3 0,-2 0 2 15,-4-3-1-15,-10 1 3 16,-8 7 0-1,-2 0 4-15,0 4 3 0,-4 1 5 16,-14 5 10-16,-1 1 10 16,0 5-10-16,-1 3-6 15,3 4-8-15,0 0-8 16,2 11-4-16,2 14-1 16,2 6-2-16,3 7 4 15,6 0-2-15,2-1 1 16,0-3-1-16,21-2 0 0,7-6-4 15,0-4 3 1,6-6-9-16,0-9-23 0,2-3-81 16,-6-4-101-1,2-6-255-15</inkml:trace>
  <inkml:trace contextRef="#ctx0" brushRef="#br0" timeOffset="2202.56">15530 2994 242 0,'0'0'7'0,"0"0"-1"0,0 0 6 15,0 0-3 1,47-17-6-16,-45 10 19 0,-2-1 108 15,0 2-22-15,-4 0-29 16,-11 4-19-16,-4 0-15 16,-1 2-7-16,4 0-17 15,2 0-6-15,6 2-7 16,4 10-7-16,4 4-7 0,0 2 4 16,2 1 2-1,14 3-3-15,0 0 2 16,6-2 4-16,-1-2-1 15,0-5-2-15,1-2-2 16,3-10 1-16,1-1 1 16,2 0 0-16,0-18-2 15,2-10-1-15,-2-7 2 16,-6-8 2-16,-3-7 1 16,-6-4 0-16,-6 0 1 0,-5 4 5 15,-2 8 1 1,0 10 14-16,0 9 14 0,-2 9 12 15,-5 4-6 1,1 9-17-16,3-1-9 0,1 2-3 16,0 0-13-1,2 3-5-15,0 21-13 16,0 6 16-16,0 13 1 16,4 6 1-16,8 1-1 0,-2 2 0 15,1-1 0 1,0-3 0-16,-3-5 0 15,4-6-2-15,-4-7-16 16,-4-8-29-16,4-7-40 16,-1-13-42-16,2-2-62 0,-3-6-183 15</inkml:trace>
  <inkml:trace contextRef="#ctx0" brushRef="#br0" timeOffset="2519.73">15760 2996 366 0,'0'0'51'0,"0"0"3"15,0 0 11-15,0 0-9 16,0 0-33-16,-2-11-18 16,15 9 2-16,8-2 8 15,8-2-2-15,5 0 8 16,0 1-13-16,3-1-6 16,-5 0 1-16,-2 4-2 15,-8 0-8-15,-12 2-117 0,-3 0-427 16</inkml:trace>
  <inkml:trace contextRef="#ctx0" brushRef="#br0" timeOffset="2980.28">16171 3157 289 0,'0'0'9'16,"0"0"21"-16,0 0 1 0,0 0-11 16,116-81-13-16,-96 68-1 0,-7-4 14 15,-3 6 34 1,-8 3 27-16,-2-3 7 15,0 2-12-15,0-3-31 16,0 0-24-16,-12 2-6 0,-1 3-1 16,-3 3-3-1,2 4 7 1,-6 0-12-16,-2 0-2 0,6 5-4 16,-4 16-1-16,0 1-2 15,8 7 2-15,1 6 0 16,7-2-1-16,4 2 2 15,0-4-3-15,0-4-1 16,21-6 2-16,9-8-1 16,4-12-5-16,10-1-16 15,3-4-83-15,5-23-37 16,0-4-50-16,-5-4-66 0</inkml:trace>
  <inkml:trace contextRef="#ctx0" brushRef="#br0" timeOffset="3385.35">16573 2985 373 0,'0'0'160'0,"0"0"-59"15,0 0-31-15,0 0-13 16,0 0-29-16,-97-54-13 16,79 54-7-16,-4 13 5 0,4 10-9 31,4 5-1-31,2 4-4 0,12-2-5 0,0-2 3 16,0-2-1-1,5-9-3 1,12-7 5-16,3-8 3 0,-1-2-2 15,4-6 4-15,1-20-9 16,0-8-3-16,-5-13-5 16,-5-7 18-16,-4-2 0 15,-10 0 3-15,0 3 10 16,0 8 3-16,0 9 4 16,-2 10 2-16,-4 10 3 15,1 4 2-15,3 9 8 16,-1 3-9-16,1 0-17 0,2 6-15 15,0 22-21 1,0 14 24-16,0 13 4 0,0 9-4 16,0 6 0-1,0-3 1-15,0 0-1 16,0-10 0-16,0-2 0 0,-2-9-2 16,-2-7-11-1,2-10-44-15,2-11-133 0</inkml:trace>
  <inkml:trace contextRef="#ctx0" brushRef="#br0" timeOffset="4249.82">14101 3907 470 0,'0'0'113'0,"0"0"6"16,0 0-52-16,0 0-26 16,-26-16-16-16,26 16-15 0,0 0-9 15,0 19-3-15,0 12-1 16,0 12 6-16,0 5 0 16,0 7-1-16,2-8-1 15,14-5-2-15,3-8-1 16,0-12-1-16,5-11 4 0,0-9-3 15,-1-2 1 1,-1-10 5-16,0-16-2 16,-8-7-1-16,2-4 0 15,-8-4 5-15,-2 0-3 16,-3 7 2-16,-3 7 3 0,0 9 3 16,0 8 5-1,0 5 8-15,0 5 8 0,0 0-10 16,0 0-11-1,0 0-10-15,0 15-11 16,4 9 14-16,3 8-3 16,1 5 1-16,1 4-1 0,4-2 0 15,0-4-2 1,4-5-2-16,6-5-28 0,1-9-61 16,0-10-227-1</inkml:trace>
  <inkml:trace contextRef="#ctx0" brushRef="#br0" timeOffset="4703.82">14504 3988 546 0,'0'0'61'0,"0"0"-1"15,0 0-22-15,0 0-32 16,0 0-14-1,23-2 7-15,-6 27 3 0,-1 6-2 16,-2 4 6-16,-7 2 3 16,0-5 2-16,-5-2 1 15,0-10-3-15,-2-2 0 0,0-11 5 16,0-2-1 0,0-5 0-16,0 0 11 0,0 0 13 15,0-8 3 1,0-14-17-16,0-7-17 0,0-1-3 15,0-3-1 1,0 0-1-16,2 6-2 16,6 8 0-16,2 7 0 15,2 6-3-15,3 6-2 16,2 0-1-16,3 0 1 0,-3 21 3 16,0 7 2-1,0 1 0-15,-3 2 1 16,-4-2 0-16,-2-7 1 15,2 0-1-15,0-7-2 0,0-3-6 16,6-4-18 0,3-6-57-16,7-2-179 0,4 0-121 15</inkml:trace>
  <inkml:trace contextRef="#ctx0" brushRef="#br0" timeOffset="5431.92">15165 4065 546 0,'0'0'88'0,"0"0"-25"0,0 0-24 15,0 0-9-15,-123-25-14 16,90 25-4 0,1 16-4-16,4 9-2 0,5 4-5 15,1 2 1-15,13 4-3 0,9-1 0 16,0-1 0-1,0-6-1-15,19-4 0 16,7-7 3-16,4-8-2 16,2-8 3-16,3 0-2 15,0-18-2-15,-6-13 4 16,-3-13-6-16,-8-10 4 16,-8-7 0-16,-8-8 3 15,-2-3-1-15,0 7 4 16,-6 4 2-16,-8 15 2 0,-2 12 8 15,6 12 18 1,-2 12 5-16,6 4 0 0,2 6-16 16,2 0-9-1,2 0-11-15,0 8-12 0,0 17-2 16,0 10 9-16,2 11 0 16,10 4 0-1,4 7 1-15,1 0-1 0,2-2-3 16,-1-2 4-1,1-12-5-15,-4-7 2 16,2-9-4-16,0-9-3 16,1-10-2-16,-3-6 2 15,4 0-4-15,-2 0-9 16,1-16-23-16,-4-5 15 0,0-3 27 16,-6 1 3-1,0-2 2-15,-3 5 0 0,-3-1 5 16,-2 8 13-16,0 3 8 15,0 3 11-15,0 5 1 16,0 0 2-16,0 2-11 16,0 0-17-1,0 2-15-15,0 17-7 0,0 8 5 16,0 5 3 0,9 4-2-16,4 1 2 0,2-3 1 15,2-1-4-15,7-8 3 0,-3-1-4 16,0-7-10-1,3-9-46-15,0-8-121 16,-2 0-18-16,-3-23-262 16</inkml:trace>
  <inkml:trace contextRef="#ctx0" brushRef="#br0" timeOffset="5670.17">15463 3748 538 0,'0'0'69'16,"0"0"26"-16,0 0-55 15,0 0-42-15,-8-8-6 0,10 10 10 16,6 6-3 0,1-1 3-16,-2-2-2 15,-3-2 1-15,-2-3 1 0,0 0-4 16,-2 4-6-1,0 2-216-15</inkml:trace>
  <inkml:trace contextRef="#ctx0" brushRef="#br0" timeOffset="6169.49">15560 4005 668 0,'0'0'35'15,"0"0"-22"-15,0 0-16 16,0 0 11-16,0 0 5 0,54 129-3 16,-46-92 9-1,3 2 7-15,-4-4-8 16,-3-10-8-16,0-3-3 15,-2-9 2-15,0-7-4 16,2-4-2-16,-1-2-1 16,0-2 10-16,-1-17 7 0,0-10-6 15,2-6-3 1,-2-7-5-16,2 2-4 0,0 4 1 16,2 5-2-1,4 5 0-15,-6 11-2 0,6 5-3 16,2 10 1-16,-2 0-3 15,3 3 1 1,2 14 2-16,0 6 3 0,-2 4-1 16,0-2 1-1,-5 0 1-15,-1-3 1 16,-2-7-1-16,-1-4 0 0,-4-4-2 0,0-6 3 31,0-1-1-31,0 0 1 16,0 0-2-16,0-13-31 0,-13 0-218 15,-4-1-143-15</inkml:trace>
  <inkml:trace contextRef="#ctx0" brushRef="#br0" timeOffset="6560.37">15941 4257 348 0,'0'0'23'15,"0"0"-7"-15,0 0-6 16,0 0-5-16,119-109-2 16,-107 81 2-16,-6-4 23 0,-4 6 46 15,-2-2 13-15,0 7-6 16,-6 1-24-1,-8 7-14-15,-6 6-6 0,2 2-14 16,4 4-11 0,0 1 1-16,8 0-2 15,2 7-8-15,2 15-5 16,2 5 4-16,0 6 3 0,0-1 2 16,0 6 0-16,12-5-5 15,6-3-1-15,4-5 1 16,2-4-1-16,1-5-2 15,5-8-8-15,2-8-86 16,2 0-152-16,-1-14-132 16</inkml:trace>
  <inkml:trace contextRef="#ctx0" brushRef="#br0" timeOffset="7136.24">16320 4044 366 0,'0'0'3'0,"0"0"9"15,0 0 14-15,0 0-2 16,0 0 23-16,0-25 32 16,0 17-31-16,0-1-19 15,-3-1-1-15,-1 4 7 16,0 2 1-16,-3 4 5 0,1 0-10 15,-3 4-9 1,3 19-22-16,2 10 0 16,2 6-3-16,2 3 3 15,0 1 0-15,0-8-2 16,6-4 1-16,9-10 1 0,2-10-1 16,7-7-1-1,3-4 4-15,11-5 1 0,2-24-2 16,3-10-4-1,-4-8-8-15,-9-7-2 16,-5-6 13-16,-11 0 7 16,-10-4 2-16,-4 7 13 0,0 6 30 15,0 11 4 1,-8 8 9-16,-2 13-13 0,4 6-21 16,2 7-3-1,2 3-4-15,0 3-7 0,0 0-3 16,2 6-17-16,0 26-8 0,0 8 8 15,0 14 4 1,0 7 1-16,0 2-5 16,0-3 4-16,8-6-1 15,0-7 0-15,4-7-2 16,-4-7-3-16,3-8-15 0,0-3-35 16,-5-13-87-1,-2-9-56-15,-2 0-230 0</inkml:trace>
  <inkml:trace contextRef="#ctx0" brushRef="#br0" timeOffset="7383.28">16522 4073 605 0,'0'0'57'0,"0"0"-1"16,0 0-24-16,0 0-25 15,0 0-5-15,85-33-1 0,-45 24-1 16,-4-1 3 0,-1 4-3-16,-5 4-10 0,-10 2-99 15,-10 0-343 1</inkml:trace>
  <inkml:trace contextRef="#ctx0" brushRef="#br0" timeOffset="7815.74">16768 4307 643 0,'0'0'6'16,"0"0"-1"-16,0 0 0 15,0 0-1-15,131-83 2 0,-103 60-4 16,0 1 0-16,-3 0-2 16,-8-1 3-1,-8 3 2-15,-5 4-2 0,-4-1 8 16,0 5 22-1,0 2 4-15,-13 3-8 16,-6 5-12-16,-4 2-6 16,-1 0-4-16,0 0-5 15,2 12 6-15,3 8-3 16,4 7 0-16,8-2-3 0,3 5 0 16,4-2 1-16,0 0-2 15,0-3-1-15,15 0 0 16,11-7 1-16,10-8-2 15,10-5-5-15,4-5-45 16,3 0-231-16,1-11-78 16</inkml:trace>
  <inkml:trace contextRef="#ctx0" brushRef="#br0" timeOffset="8251.62">17337 4040 341 0,'0'0'121'0,"0"0"-4"0,0 0-43 16,0 0-17-1,0 0-10-15,-109-47-4 16,79 65-28-16,0 9-10 16,6 8-4-16,4 4-1 15,8 3 1-15,2-1-1 0,10-4-4 16,0-8 3 0,10-8-1-16,18-10 0 0,0-8 6 15,4-3-1 1,2-8-5-16,-1-19 4 15,-10-10-7-15,-6-8-1 16,-7-6 6-16,-4-12 1 0,-6-4 6 16,0 3 3-1,0 0 11-15,-4 11-3 0,-4 13 8 16,-2 11 18 0,6 13-2-16,-3 11 3 15,4 5-12-15,3 0-11 0,-2 1-21 16,2 24-15-1,0 14 9-15,0 10 5 0,7 11 1 16,8 3 0 0,3 4-4-16,-2-6 6 15,-2-5-2-15,-2-6-4 16,-3-7-9-16,-5-8-22 16,1-8-103-16,-5-7-106 0</inkml:trace>
  <inkml:trace contextRef="#ctx0" brushRef="#br0" timeOffset="34981.76">10415 3939 327 0,'-6'-4'11'0,"-4"3"-8"0,0 1-1 15,4 0-7 1,-2 0-25-16,1 0-46 0,1 0-156 16</inkml:trace>
  <inkml:trace contextRef="#ctx0" brushRef="#br0" timeOffset="35200.29">10242 4059 181 0,'0'0'10'0,"0"0"-5"0,0 0-5 16,120-2-2 0,-99 2-192-16</inkml:trace>
  <inkml:trace contextRef="#ctx0" brushRef="#br0" timeOffset="45900.04">8016 5446 125 0,'0'0'40'0,"0"0"8"16,0 0 23-16,0-4-5 16,0 2-16-1,0 0-14-15,0 0-3 0,0 2-4 16,0 0-8-16,0 0-11 15,0 0-7 1,0 0-2-16,0 0-3 16,0 0 1-16,0 0-1 0,5 0 0 15,3 10 4-15,3-1 0 16,-5 3 0-16,1-2 0 16,0 1-3-1,-3-1 12-15,-2-6-5 0,0 0-1 16,2-4 0-16,2 0-1 15,4 0 5-15,0-18 20 16,8-9 23-16,-4-6-26 16,8-6-11-16,0 3-8 15,-3 5-4-15,0 6-2 16,0 12-2-16,5 8-4 16,2 5-6-16,8 5-11 15,7 15-126-15,0 5-271 0</inkml:trace>
  <inkml:trace contextRef="#ctx0" brushRef="#br0" timeOffset="46684.12">10198 5506 420 0,'0'0'12'16,"0"0"13"-16,0 0 15 15,0 0-14-15,-4 0-18 0,4 0-10 16,0 5-2-1,2 7 11-15,6 4 2 0,1-2-4 16,2-3-1-16,-5-2 1 16,-2-3 1-1,4-4-1-15,-6 1 3 0,2-3 4 16,4 0 6-16,0 0 27 16,10-18-5-16,2-7-19 15,5-9-11-15,5-4-5 16,0 1-3-1,2 8-3-15,-2 10-5 0,-4 11-55 16,-10 8-173-16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5-21T04:10:04.54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2091 13315 558 0,'-4'-6'26'0,"-1"0"32"16,3 0-9-1,2 0-29-15,0 1-13 16,0-4-3-16,2-3 0 0,19-1-4 15,9-5 4 1,8 0-2-16,2-1 0 16,5-2-1-16,1 3-1 15,-6 1 0-15,-1 5 1 16,-9 5-2-16,-4 1-1 16,-13 6-13-16,-6 0-50 15,-7 0-120-15,0 6-198 16</inkml:trace>
  <inkml:trace contextRef="#ctx0" brushRef="#br0" timeOffset="313.52">2231 13296 466 0,'0'0'18'0,"0"0"-4"16,0 0 6-16,0 0-9 15,0 0 4-15,-7 76 7 16,7-44 12-16,7 3 11 16,-1 0-7-16,1-4-3 0,-1-2-6 15,-2-5-8-15,-2-7-6 16,0-1-2-16,3-4-2 15,-3 0-7-15,1-4-1 16,-3 2-3-16,0-4 0 16,2-6 0-1,-2 0-29-15,0-2-268 0</inkml:trace>
  <inkml:trace contextRef="#ctx0" brushRef="#br0" timeOffset="1375.33">2614 13211 405 0,'0'0'20'15,"0"0"7"-15,0 0-11 0,0 0-12 16,0 0-3-16,-7-18 4 16,7 16 13-1,0 1 32-15,0-2 24 0,-3 3-20 16,3 0-24-16,0 0-17 15,0 18-4-15,0 5 6 16,0 8 0-16,0 7-5 16,0 4-2-16,3 0-3 15,4 4 0-15,-1 1 2 16,-4-5 2-16,0 1 2 16,2-5 3-16,-4-10 2 15,2-6-4-15,-2-9-6 0,0-4-1 16,3-5-5-1,-3-4 1-15,0 0 7 16,0 0-2-16,2-1 8 16,3-17 29-16,-1-7-24 15,6-7-16-15,2 0-2 16,0 0-2-16,-1 4 1 16,2 9-1-16,-7 3 0 0,1 11 0 15,-3 2-2 1,1 3-2-16,3 0 0 0,1 3 0 15,6 14 3 1,0 4 2-16,3 4 2 16,6 0-1-16,0 0-1 15,2-3 1-15,0-4-1 16,0-3 0-16,-2-4-4 0,-1-5 0 16,-1-4-2-16,2-2 3 15,0 0-2-15,-2-4 0 16,2-15-2-16,2-4 2 15,-2-3 4 1,-5-2 2-16,1-5 2 16,-6 1-3-16,-4 2 2 0,-8 3 0 15,-2 1 8-15,0 7 9 16,0 3 5-16,-14 3 3 16,0 3-1-16,-2 7-6 15,1 0-7-15,0 3-9 16,2 0-3-16,3 12-1 15,-1 17-1-15,4 6-2 16,5 8 0-16,2 6 3 16,0-4-2-16,11-2 0 15,17-8 2-15,2-10-4 16,8-12-1-16,0-5 4 0,-4-8 2 16,-2 0-9-1,-8-9-70-15,-7-18-101 0,-11-6-283 16</inkml:trace>
  <inkml:trace contextRef="#ctx0" brushRef="#br0" timeOffset="3699.85">4234 13321 375 0,'0'-6'54'16,"0"-1"5"-16,0-1 0 0,0 4-13 31,-2-1-13-31,-1 3-4 0,1-1 5 0,0 3 2 16,-2-2-7-1,-2 2-4-15,-1 0-7 16,-2 0-1-16,-4 2-22 16,3 15 13-16,-3 8-8 15,2 3 5-15,3 3 0 16,1-2-3-16,4 2 0 16,3-2-1-16,0-2-5 15,0-3 3-15,18-5 2 16,2-1-1-16,-3-7-2 15,2-6 2-15,-4-1 0 16,-2-4 1-16,-2 0-2 16,-1 0-1-16,-1-13 7 15,0-8 1-15,-5-8 0 0,-4-5-2 16,0-2 7-16,0 1 14 16,-6 0 13-1,-14 6-12-15,-1 5-13 0,1 5-2 16,3 6-7-1,0 3-3-15,9 7 0 0,-2 3-4 16,10 0-6 0,0 0-33-16,0 7-78 15,18 8-112-15,3 2-226 16</inkml:trace>
  <inkml:trace contextRef="#ctx0" brushRef="#br0" timeOffset="4394.18">4540 13564 517 0,'0'0'43'16,"0"0"42"-16,0 0-32 16,0 0-32-16,0 0-18 15,6-71-2-15,-6 35 1 0,0-3 0 16,0 2 0-1,0 6 2-15,0 3 6 0,0 11 7 16,0 6-1 0,-4 6 4-16,2 0-11 0,2 4-8 15,0 1-5-15,0 0-1 16,0 0-8 0,4 0-8-16,9 0 8 0,6 0 1 15,2 0-1 1,1 0 1-16,2 0 7 0,-2 0 1 15,-4 0 5-15,-2 0-2 16,-6-3 1-16,-3 0-1 16,-3 3-3-1,-4 0-4-15,2 0 2 0,3 9 11 16,-3 8 10 0,2 2 3-16,0 7-6 0,5-1-5 15,2 4-4 1,2-1-1-16,4-1 1 0,4-2-4 15,-1-8 3 1,6-5 0-16,0-8-5 16,-1-4 6-16,3 0-7 0,0-22 2 15,-4-1 1-15,-7-6 1 16,-2-2 1-16,-9 2 1 16,-6-2 6-16,0-3 18 15,0 9 22-15,-10-1 5 16,-4 7-15-16,4 6-5 15,4 2-13-15,2 5-3 16,1 4 0-16,1-1-3 16,2 3-11-16,0 0-7 15,0 17-9-15,7 8 7 16,7 8 7-16,6 3 2 0,2 4-3 16,-1-7 2-1,-2-4-2-15,-4-8 0 16,3-5-4-16,-3-11-36 15,-4-5-151-15,-3 0-198 16</inkml:trace>
  <inkml:trace contextRef="#ctx0" brushRef="#br0" timeOffset="4764.22">4983 13052 437 0,'0'0'-1'0,"0"0"8"0,0 0 7 16,0 0-9-16,-2-37-7 16,2 33 1-1,0 2 0-15,0-1 5 0,0-1 26 16,0-1 51-16,0-1 42 15,0-2-43-15,-5 0-41 16,-2-2-4-16,-3 3-17 16,4-4 3-16,1 8-3 15,3-1-8-15,0 4-9 16,0 0-4-16,2 0-6 16,0 0-5-16,0 0-4 0,0 0-4 15,0 7 3 1,0 5-53-16,-2 0-155 15</inkml:trace>
  <inkml:trace contextRef="#ctx0" brushRef="#br0" timeOffset="11424.25">5546 13259 389 0,'-12'-12'86'16,"-4"1"-23"-16,4 3-11 16,-2-1-18-16,4 5-9 0,-3 0-2 15,-2 4-6 1,-2 0-4-16,-1 0-11 0,-1 10 7 15,-2 9-7-15,3 0 0 16,6 2 1-16,3 1-1 16,2-2-3-1,5 2 1-15,2-2-3 0,0-1 2 16,0-4 0-16,16-5 0 16,-2-4-1-16,8-6 1 15,0 0 1-15,-1 0-6 16,2-19-4-1,-5-3 21-15,-5-5-7 0,-3 0-1 0,-3-1 1 16,-5 8 6 0,-2 1 13-16,0 6 11 15,0 2-3-15,0 5-4 16,0 6-12-16,0 0-12 16,0 0-5-16,4 0-8 0,1 17 1 15,3 8 10 1,3 5 2-16,0 9-1 0,3 3-1 15,0 5-1 1,-2-1 1-16,0-3 1 0,-6-2-1 16,-2-4-1-1,-4-5 2-15,0-6-4 16,-6-4-3-16,-12-4 9 0,0-1 8 16,-4-7-9-1,4-2-1-15,3-6 0 0,2 1 4 16,5-3-3-1,4 0-3-15,-1 0-2 0,1 0-14 16,4-5-80 0,0-10-106-16,0-5-188 0</inkml:trace>
  <inkml:trace contextRef="#ctx0" brushRef="#br0" timeOffset="11781.45">5759 13356 703 0,'0'0'39'15,"0"0"41"-15,0 0-25 16,0 0-31-16,0 0-21 15,-26-22-8-15,26 27 0 0,0 14 7 16,0 4 1 0,0 6 1-16,0 6-2 15,0 0 3-15,2 0-4 0,2-4 1 16,2-2-1 0,-2-7 0-16,2-4-1 15,0-10 1-15,3-8-3 16,0 0-12-16,1-14-114 0,-1-18-102 15,-4-6-222 1</inkml:trace>
  <inkml:trace contextRef="#ctx0" brushRef="#br0" timeOffset="12065.69">5677 13078 543 0,'0'0'14'16,"0"0"-19"-16,0 0 0 0,0 0 5 15,0 0 0-15,30 0 2 0,-12 0-4 16,0-9 10 0,-8-2-2-16,-4-1 19 15,-6-1 2-15,0 2 14 16,0 0 13-16,-8 3-21 15,-8 5-22-15,2 3-11 16,3 0-4-16,2 0 4 16,9 8-26-16,0 11-29 15,0 2-265-15</inkml:trace>
  <inkml:trace contextRef="#ctx0" brushRef="#br0" timeOffset="12673.77">5992 13416 459 0,'0'0'33'15,"0"0"-32"-15,0 0-1 16,0 0 8-16,0 0 1 0,0 75 0 16,4-45 8-16,0-4 6 15,-2-2 5-15,-2-4 12 0,0-3-14 16,0-7-11-1,0-5-1-15,0-1 3 16,0-4-1 0,0 0 9-16,0-4 29 0,0-16 9 15,0-8-54-15,0-6-7 16,0-2 3-16,0-1-2 16,0-1-1-16,0 6 0 15,0 7-1-15,0 6 1 16,11 5-3-16,0 7 0 15,2 2-1-15,2 5 0 16,6 0-1-16,3 9-1 0,0 14 2 16,2 6 2-1,0 4 4-15,-5 2-4 0,-6-5 2 16,-2-1-1 0,-7-5 0-16,-2 0 0 15,1-8-1-15,-5 1 0 0,0 4 1 16,0-6 0-1,0-4-2-15,0-3-7 0,0-8-54 16,0 0-122 0,0-5-174-16</inkml:trace>
  <inkml:trace contextRef="#ctx0" brushRef="#br0" timeOffset="13563.47">6624 13398 336 0,'0'0'33'16,"0"0"49"-1,0 0 0-15,0 0-52 16,0 0-13-16,-58-48 4 16,41 44 11-16,2 2 6 15,-2 2-10-15,-3 0-12 16,-4 0 1-16,4 8-4 16,0 9-1-16,0 3-6 0,3 3 3 15,6 2-5 1,5 0-3-16,6 0 1 15,0 3-3-15,0-3 0 16,4-4 2-16,14-2-1 16,1-5 1-16,2-2-1 15,5-9-2-15,-2-3 3 0,2 0-7 16,-3-12 8-16,-3-7-7 16,-1-4 7-16,-6-4-6 15,-5-2 10 1,-5 4-5-16,-3 0 1 15,0 3 1-15,0 5 2 0,0 5 7 16,-5 7 4 0,-1 1 3-16,0 2-8 0,1 2-6 15,1 0-6 1,2 6-5-16,0 13 5 0,2 6 2 16,0 0-1-1,0 0 1-15,0-1-1 16,8-1-2-16,11-5 3 0,-1-6-3 15,2-1 5-15,-2-6-7 16,2-5-2-16,-3 0-13 16,5 0 5-16,-3-19 7 15,0-12-2-15,-1-8 4 16,-6-11 0-16,-7-10 4 0,-5-5 2 16,0 1 2-1,-7 2 7-15,-14 5 12 16,-1 11 2-16,4 13-4 15,2 7 7-15,3 13-6 0,4 1 6 16,5 9-12 0,2 0-5-16,-2 3-5 0,1 3-8 15,3 19-10-15,0 14 11 16,0 9 5 0,5 7-5-16,12 4 2 15,7 4 0-15,4-3 2 16,-2-4-1-16,-3-1 1 15,-2-7-1-15,1-7-1 16,-4-2-1-16,-2-8-3 16,-7-5-40-16,-7-8-95 15,-2-14-215-15</inkml:trace>
  <inkml:trace contextRef="#ctx0" brushRef="#br0" timeOffset="17230.71">7659 13246 496 0,'0'-12'26'16,"0"0"23"-16,-6 4 15 16,-5-1-21-16,2 3-18 0,-5 0-6 15,-2 6-7 1,-1 0-2-16,-2 0-1 16,-2 15-6-16,6 5-3 15,-5 5 5-15,9 2-1 16,1 1-3-16,9-3-2 0,1-6-5 15,0-3 1 1,9-9 7-16,8-7-4 0,7 0 1 16,2 0 6-1,2-21-4-15,-2-2 0 0,-5-5 1 16,-6 3-1-16,-6 0 0 16,-9 6 8-16,0 7 10 15,0 1 13-15,0 3-1 16,0 4-7-16,0 4-8 15,0 0-19-15,0 4-9 16,0 18 7 0,0 11 7-16,4 6-1 15,9 8 0-15,0 2 0 0,1-1 1 16,2 1 0 0,-2-5-1-16,-4-3-2 0,-4-8-5 15,-4-4 0-15,-2-8-5 16,0-4-10-1,0-5 12-15,-12-6 11 0,-4-6 0 16,-2 0 2-16,4-4 0 16,-1-17-3-16,2-6 0 15,4 1-3-15,3-3 2 16,3 7-1-16,3-2 1 16,0 6-4-16,0-1 1 15,18-2 2-15,8-2 1 0,2-3-1 16,0-3 1-1,0 4 0-15,-5 2-3 0,-10 1-4 16,-4 7 5 0,-7 1 3-16,-2 5 1 0,0-1 1 15,0 4 3-15,-4-2 1 16,-3 2-1 0,1 1-6-16,2 2 2 15,1 3 1-15,3-3-6 16,0 1 0-16,3 2-7 15,26-6 3-15,21-5 8 16,14-3 0-16,10-3-1 16,-3-1-13-16,-11 3-5 15,-13 7-20-15,-21 8 26 0,-22 0-5 16,-4 0 21 0,0 8 3-16,-8 10 1 0,-10 1 8 15,1 5-4 1,5 4-1-16,-6 5-3 0,8 6-2 15,-2-3-3-15,8 5-1 16,4-8-1 0,0-2-1-16,0-8 0 0,18-5-1 15,3-11-1-15,5-7-22 16,0 0-70-16,2 0-66 16,0-20-116-16</inkml:trace>
  <inkml:trace contextRef="#ctx0" brushRef="#br0" timeOffset="17814">8384 13272 530 0,'0'0'81'15,"0"0"4"-15,0 0-23 0,0 0-21 16,-115 11-12 0,97 9-12-16,0 5-12 15,10 5-3-15,6-1-3 0,2 0 1 16,0-4 0-1,12-5-1-15,12-7 1 0,4-9-3 16,1-4 1 0,5 0-26-16,-2-21-8 0,-6-9 18 15,-6-2 5 1,-8-5 0-16,-8 0 14 0,-4 6 4 16,0 6 10-16,-2 6 12 15,-8 9 8-15,1 8-9 16,0 2-9-16,3 5-21 15,2 15 6-15,2 7 0 16,2 3-3-16,0 4 0 16,10-9 1-1,14-2-3-15,4-7-9 0,2-8-25 16,7-8-47-16,1 0 3 0,-4-12-71 16,-4-9 100-1,-6 0 56-15,-8-3 1 0,-12 1 53 16,-4 5 66-1,0 4-9-15,0 2-29 16,-4 4-38-16,-2 3 3 16,1 5-8-16,0 0-21 15,3 1-19-15,2 24-3 16,0 7 2-16,0 14-1 16,0 8 1-16,12 2 1 15,6 6-3-15,4-5 2 16,0 4 1-16,-3-11-3 15,-4-7 0-15,-2-8 2 16,-5-12-2-16,-4-16-2 0,-4-7-17 16,0 0-98-1,-6-25-153-15</inkml:trace>
  <inkml:trace contextRef="#ctx0" brushRef="#br0" timeOffset="18081.9">8585 13294 543 0,'0'0'15'15,"0"0"-13"-15,0 0 1 16,0 0-3 0,0 0 2-16,124 6-4 0,-96 10-14 15,-6 8-1-15,-13 5 15 16,-7 3 5-16,-2 3-1 15,-5 1 12-15,-16 1 15 16,-1-6 13-16,3-5-15 16,4-6-18-16,6-9-8 15,3-11-4-15,6 0-23 16,0-20-220-16</inkml:trace>
  <inkml:trace contextRef="#ctx0" brushRef="#br0" timeOffset="18493.52">8844 13211 605 0,'0'0'51'16,"0"0"16"-16,0 0-29 15,0 0-35-15,0 0 14 16,10 78 22-16,-2-39 1 15,0 5 1-15,1 0-10 16,2-7-8-16,0-4-9 16,2-8-7-16,-5-8-5 15,-1-4 2-15,-1-7 0 0,3-6-2 16,-3 0 2 0,5-19 8-16,1-6-1 0,8-6-8 15,-4-2-2 1,-2 6-2-16,-3 4 2 0,0 7-1 15,-5 7-1-15,-2 3 3 16,3 6-6-16,4 0 1 16,0 14-4-1,4 12 6-15,-4 12 4 0,1 2-2 16,2 0 4-16,-6-1-3 16,0-4 0-16,1-7-2 15,-2-9 0-15,-5-13-124 16</inkml:trace>
  <inkml:trace contextRef="#ctx0" brushRef="#br0" timeOffset="20364.09">9501 13569 387 0,'0'0'29'0,"0"0"37"16,0 0-9-16,0 0-11 15,73-110-19-15,-57 104-13 16,-2 6-6-16,-1 0-7 0,-2 23 6 15,0 6 4 1,-3 6-1-16,-1 0 5 0,2-4-4 16,-7 0 6-16,0-8 0 15,0-6 3-15,-2-5-5 16,0-6-4-16,0-3-2 16,0-3-2-16,0 0 13 15,0-9 12-15,2-12 3 16,4-8-34-1,6-8 2-15,-2-1-2 16,6 2-3-16,-6 7 2 16,2 6 0-16,-2 9 0 15,0 13-1-15,1 1-6 0,-4 13 1 16,3 15 11-16,1 6-5 16,0 2 3-1,-1 0-2-15,1-5 1 0,0-10-4 16,0-6 4-16,-3-5-2 15,0-8 0 1,6-2 0-16,-6-2 2 0,4-21-1 16,0-8 1-16,1-6-1 15,0 1-1-15,-3 3 1 16,2 7 0-16,-6 13-1 16,-2 9 0-16,-2 4 2 15,0 11-8-15,5 12 7 0,-1 7-1 31,1-1 1-31,6-7-1 0,-1-1 0 0,6-12 0 16,-1-7-1 0,4-2 1-16,3 0 1 15,2-15 0-15,4-10-1 16,-2-6 1-16,-4-2-2 16,-7 1 2-16,-7 9 0 0,-7 2 1 15,-3 5 1 1,0 9 3-16,0 3-2 0,0 4 4 15,0 0-1 1,0 0-5-16,0 14-8 0,0 15 6 16,0 3 1-1,0 5 1-15,5-2-1 0,9-7-1 16,12-4 0-16,0-14-1 16,10-8-1-16,1-2 6 15,-1-6-4 1,2-21 1-16,-8-2 0 0,-11-6-2 15,-8-2 2 1,-9 0 1-16,-2 2 0 16,0 6 3-16,-7 6 19 0,-4 6 20 15,5 5-10 1,2 5-11-16,2 2-8 16,2 5-4-16,0 0-7 0,0 3-5 15,0 18-5-15,0 8 10 16,0 6-2-16,12 0 1 15,8-1-3-15,1-3 1 16,5-9-1-16,2-7 0 16,2-9-2-16,0-6-13 15,-2 0-22-15,-2-12-13 16,2-14-4-16,-5-10 31 16,-3 2 17-16,-7-1 5 15,-4 6 2-15,-9 5 0 0,0 11 5 16,0 7 12-16,0 6 1 15,-6 0-9-15,0 0-3 16,4 12-6 0,2 1-1-16,0 1-1 15,5 1 0-15,12 5 2 16,-1 1 0-16,0 0-1 16,2 4 1-16,-6 0 0 0,2 0-1 15,-6-2 0-15,-4-3 1 16,-4-2 0-1,0-5-1-15,0 1 0 16,-4-8 2-16,-13 0-3 0,2-6 0 16,2 0-1-1,4-2-2-15,9-22-13 0,0-5-22 16,2-5 2 0,22-2-13-16,2 2-9 0,4-1 12 15,-2-2 37-15,1 2 10 16,-2-3-2-16,-4-5 5 15,-3 4 4-15,-11 0 8 16,-5 5 25-16,-4 5 26 16,0 5-2-16,-13 9 8 15,-7 5-10-15,0 4-16 0,2 6-11 16,6 0-11 0,4 0-10-16,6 8-11 15,2 15-3-15,0 12-1 16,0 10 3-16,14 4-2 0,0 7 1 15,2-1 3-15,-2-4-1 16,2-3-3-16,1-5 1 16,0-8-1-1,-2-4 1-15,-2-8-3 0,-4-5-24 16,-5-9-55-16,-4-9-66 16,0 0-3-1,0-9-124-15</inkml:trace>
  <inkml:trace contextRef="#ctx0" brushRef="#br0" timeOffset="20546">10917 13451 534 0,'0'0'99'0,"0"0"-14"15,-5-6-36-15,21 0-33 16,12 0-2-16,4-3-7 0,8 1-6 15,4-4 1 1,1 1-3-16,5-5-49 0,1 1-172 16</inkml:trace>
  <inkml:trace contextRef="#ctx0" brushRef="#br0" timeOffset="21726.11">11803 13202 566 0,'0'0'44'0,"0"0"34"0,0 0 5 16,0 0-37-1,0 0-26-15,-11-41-14 0,11 44-7 16,0 20 9-16,7 12 10 15,4 8 7-15,0 3 0 16,-3 3-5-16,-2-2-5 16,1-3-7-16,-1-8-3 15,-3-7-1-15,1-6 0 16,-2-10-3-16,-2-6-1 0,4-7-1 16,2 0 3-1,6 0 3-15,0-19 2 0,8-6-5 16,2-4-1-1,3-2 0-15,-2 3-1 0,-3 5-2 16,2 6 1 0,-3 7 1-16,-3 8-1 15,-4 2 1-15,4 0-4 16,-8 14 2-16,-4 9 1 0,-2 6 3 16,-2 2-1-1,0 2-1-15,-2 1 0 16,-16-4-2-16,0-2 4 15,-8-2-5-15,-3-5 1 16,0-1 1-16,0-11 0 0,6-1-2 16,4-8-1-1,3 0 4-15,8 0 4 0,4 0-3 16,4-6-2-16,0 0-1 16,0 1-2-16,0 5 1 15,0 0 0-15,0 0-6 16,4 0 8-16,13 0-1 15,2 8 2-15,7 1 2 16,2-1-2 0,6-2 0-16,1-3 1 0,1-3-1 15,0 0-1 1,2 0 1-16,-4-5-2 0,1-13-6 16,-5-3 3-16,-7-4 4 15,-3-1 1-15,-5 0-1 16,-7-4 3-16,-3 4 0 15,-5-2 2-15,0 5 4 16,-2 2-1-16,-13 4 3 16,-3 3 0-16,-4 6-4 15,4 6 1-15,-4 2 2 16,0 0-3-16,5 14 2 0,4 11 3 16,5 10-4-1,6 10-4-15,2 3 2 0,0 4 1 16,21 0-2-1,18-7-1-15,12-8-4 0,18-14 1 16,16-16 7 0,5-7-4-16,-3-2 0 15,-9-22-6-15,-17-4-64 16,-23 5-46-16,-30 2-34 0,-8 5-110 16</inkml:trace>
  <inkml:trace contextRef="#ctx0" brushRef="#br0" timeOffset="22565.62">3569 14489 572 0,'0'0'56'0,"0"0"39"15,-18-12-33-15,14 12-37 0,4 0-21 16,0 13-9 0,0 13 4-16,0 6 9 15,0 3 5-15,2 0-1 16,5-1-3-16,-2-7-7 15,-3-7 1-15,0 2-2 16,-2-9 0-16,0-1-6 0,0-6-32 16,0-6-164-1,0 0-222-15</inkml:trace>
  <inkml:trace contextRef="#ctx0" brushRef="#br0" timeOffset="23064.05">3533 14368 349 0,'0'0'17'0,"0"0"12"15,0 0 33-15,0 0-20 16,-121 9-4-1,101 7-5-15,2 7-10 0,2 7-7 16,3 5 3-16,2 6 2 16,7 1 2-16,4 5 2 15,0 1-10-15,2-2-10 16,20-5 1-16,6-2-6 0,8-5-1 16,5-6-2-1,7-5 7-15,4-7-6 0,1-9 8 16,-1-7-6-1,-5 0-4-15,-4-2 4 0,-5-17 0 16,-7-5-1 0,-10-2 8-16,-6-9-13 15,-1 0 19-15,-8-3-12 16,-6-8 7-16,0 0-3 16,0-6 3-16,-13 1-2 15,-11 3 2-15,-4 5 8 16,0 8-5-16,-4 10-2 15,0 9-7-15,2 11-7 16,2 5-1-16,4 0 4 0,7 19-33 16,6 5-183-1</inkml:trace>
  <inkml:trace contextRef="#ctx0" brushRef="#br0" timeOffset="24124.3">4675 14519 475 0,'0'0'48'0,"0"0"-14"16,0 0-13-16,-18-15-21 0,18 11-9 15,0 2 5-15,0-3 5 16,6-1 2-1,6-4 2-15,-2-2 3 0,2-1 0 16,-4 0-4-16,0-4 3 16,-8 4 3-16,0 3 14 15,0 2 40 1,-2 6-28-16,-14 2-19 16,-4 0-3-16,-2 0-2 15,1 4 0-15,0 14-5 0,3 5 2 16,3 7-2-16,6 2 5 15,3 1-2-15,6 0-3 0,0 0-1 16,0 1-5 0,9-8-1-1,10-1 2-15,7-1-2 0,4-6 0 16,2-4 4-16,5-4-3 0,6-6-11 16,0-4-86-1,5 0-34-15,-4-16 55 0,2-3-139 16</inkml:trace>
  <inkml:trace contextRef="#ctx0" brushRef="#br0" timeOffset="24465.53">5019 14597 295 0,'0'0'142'0,"0"0"-26"15,0 0 0-15,0 0-48 16,0 0-17-16,-86-87-1 16,71 87-20-16,-4 0-14 15,4 0-4-15,-1 12-8 16,4 7-5-16,6 8 4 0,4 2-2 15,2 3-1 1,0-3-2-16,14-1 1 0,12-3 1 16,4-2 0-1,5-5 1-15,1-6 0 0,0-7 0 16,-6-5-5-16,-1 0 0 16,-8-11-2-1,-4-14 9-15,-8-6 2 0,-9-6-2 16,0 2 2-16,0-2 1 15,-19 2-1-15,-5 10 0 16,1 2-4 0,1 11 0-16,6 4-3 15,8 8-4-15,2 0-34 0,6 0-191 16,0 4-400-16</inkml:trace>
  <inkml:trace contextRef="#ctx0" brushRef="#br0" timeOffset="24944.69">5275 14529 654 0,'0'0'8'0,"0"0"13"15,0 0 0-15,0 0-15 0,0 0-11 16,-2-45 6-1,17 69 1-15,0 5 2 0,0 4 1 16,-2-2-1 0,-4 2 3-16,-2-2-2 15,-7-5 2-15,0-6 2 0,0-2 1 16,0-8-6 0,0-5-1-16,0-5 0 0,0 0 13 15,0 0 17 1,0-11 43-16,-5-11-64 15,3-3-8-15,-1-7-4 16,3-4 0-16,0 4 1 16,0 3-4-16,7 3 3 15,8 7-1-15,3 7-1 0,0 10-1 16,-2 2 1 0,3 0-1-16,0 14 0 0,-3 9 2 15,-1 6 1-15,0 0 0 16,-4 2 1-16,-3-1-1 15,-2-1 1-15,-1-7 0 16,-1 2 0-16,-1-3-1 16,-3-6-5-16,0-5-189 15,0-4-463 1</inkml:trace>
  <inkml:trace contextRef="#ctx0" brushRef="#br0" timeOffset="25713.46">5701 14582 695 0,'0'0'-3'0,"0"0"8"16,0 0 0-1,0 0-3-15,0 0-4 0,-2-70 2 16,17 70-1-1,-2 21 1-15,-1 6 3 0,0 6 4 16,-4 4 9 0,-2-1 2-16,-1-3 2 0,-2-3-1 15,-3-9-1 1,0-7-3-16,0-5-5 0,0-5-3 16,0-4-1-1,0 0 3-15,0 0 9 0,0-8 9 16,0-11-11-16,0-9-13 15,0-1-2 1,8-6-1-16,5-1-1 0,2 3 2 16,2 6 0-16,0 6-3 15,-4 3 1-15,-4 13 0 16,2 5-2-16,-5 0-1 16,2 5-2-16,4 13 7 15,0 5-1-15,6 4 3 0,-4-2-4 31,2 0 2-31,1-1 0 0,-2-3-1 0,2-2 0 16,-4-8 1 0,4 0 0-16,5-9-1 15,2-2 1-15,2 0-4 16,6-8-2-16,0-14-2 16,4 2 0-16,1-5 4 0,-7 0 2 15,-4-3 0 1,-14 3 3-16,-2-3 0 15,-10 7 2-15,0-2 2 16,-5 6-1-16,-12 5 7 16,-1 2-1-16,-1 9 2 15,0 1 3-15,-1 0 0 0,6 1-6 16,3 21-6-16,4 1-4 16,3 4 1-16,4 4 1 15,0 0-1-15,2 0-2 16,15-2 2-1,7-2 0-15,4-8 0 0,0-2 0 16,2-5 0 0,-4-6-10-16,1-6-60 0,-1 0-25 15,5 0-135 1,3-18-273-16</inkml:trace>
  <inkml:trace contextRef="#ctx0" brushRef="#br0" timeOffset="26293.96">6712 14541 523 0,'0'0'-1'0,"0"0"2"0,0 0 1 16,0 0 1-16,-23-41-2 15,8 34 8 1,-3 1-4-16,0 0 5 0,-4 0 12 15,2 6 26-15,-3 0-2 0,1 0-8 16,0 0-10 0,6 14-9-16,0 7-4 0,10 2-6 15,6 4-5-15,0 4-2 16,0 4-2 0,18 3 3-16,8-6-1 15,7-1-1-15,-1-8 1 16,6-9-1-16,0-7 1 0,-2-7-2 15,3 0 2 1,-2-9-2-16,-2-19-2 16,-5-7-2-16,-5-12-2 15,-8-12 2-15,-7-9 5 0,-10-5 0 16,0 1 3-16,0 3 4 16,-14 10 18-1,-3 15 20-15,4 11 10 0,0 11-3 16,4 10-21-16,5 10-5 15,0-1-2-15,4 3-4 16,0 10-14 0,0 25-12-16,0 11 5 15,4 14 0-15,9 6 2 0,2 3-2 0,2-4 2 16,5-7-3 0,-3-10 2-16,3-9 0 0,-7-7-2 15,2-7 1 1,-6-9-7-16,-1-6-53 15,-6-10-87-15,-4 0-70 16,2-16-141-16</inkml:trace>
  <inkml:trace contextRef="#ctx0" brushRef="#br0" timeOffset="26473.93">6817 14504 594 0,'0'0'35'0,"0"0"22"0,0 0-11 16,0 0-26 0,0 0-15-16,24-11-3 15,6 5-2-15,7 0 0 16,0 0-1-16,-7-3-58 16,5 1-331-16</inkml:trace>
  <inkml:trace contextRef="#ctx0" brushRef="#br0" timeOffset="26873.76">7209 14729 523 0,'0'0'0'0,"0"0"1"16,0 0-1-16,0 0 2 15,0 0-2-15,78-105 2 16,-61 82-2-16,-1-2 0 16,-8 1 2-16,-8 3 1 15,0 2 13-15,0 5 44 0,-11 5 2 16,-10 4-21 0,-3 4-15-16,3 1-1 0,3 0-1 15,1 0-3 1,6 6-1-16,1 17-8 0,4 6-4 15,2 6 2 1,4 5 13-16,0 2-4 16,0-4-7-16,22-7-9 15,6-6-2-15,5-12 3 0,7-5-2 16,4-8-6 0,3 0-57-16,0-9-66 15,0-15-84-15,-1-5-141 0</inkml:trace>
  <inkml:trace contextRef="#ctx0" brushRef="#br0" timeOffset="27295.4">7664 14506 525 0,'0'0'43'0,"0"0"20"16,0 0 13-16,0 0-34 16,-131 10-20-16,105 15-8 15,2 6-5-15,9 2-2 0,6 2-2 16,9-4-2-1,0-5-2-15,0-7-1 16,17-6 1-16,7-12 0 0,4-1 1 16,3-6-2-16,-1-19-13 15,2-10-40-15,-3-11 18 16,-5-8 8-16,-8-12 18 0,-10-4 10 16,-6 1 3-1,0 3 14-15,0 10 13 16,-15 12 16-16,2 15 5 15,-2 6 1-15,6 16 1 0,5 3-6 16,0 4-6 0,4 0-18-16,0 25-20 0,0 13-1 15,0 10 2-15,6 12-2 16,7 7 1 0,0-1-2-16,-3-2 1 15,4-4-3-15,-6-3 4 16,0-8-2-16,0-9-1 15,-6-5-5-15,-2-9-60 0,0-4-179 16,-14-12-495-16</inkml:trace>
  <inkml:trace contextRef="#ctx0" brushRef="#br0" timeOffset="28096.45">3581 15546 573 0,'0'0'26'0,"0"0"41"0,0 0-3 15,0 0-37-15,-18-84-23 16,24 73-1-1,12 5-6-15,-2 4 1 16,4 2-4-16,-1 0 0 0,3 15 7 16,-5 9 0-1,-2-1 1-15,-2 6 1 0,-6-1 0 16,-7 3-4-16,0-1 2 16,0 1 3-16,-12-4-1 15,2-6 1-15,-1-3 1 16,5-7-2-16,3-1 0 15,3-3 1-15,0-6-3 16,0 1-4-16,22-2 2 16,10 0 0-16,12 0 7 15,7-3-3-15,3-14-6 16,-2-2-11-16,-8-4-61 0,-7-3-243 16</inkml:trace>
  <inkml:trace contextRef="#ctx0" brushRef="#br0" timeOffset="28546.12">3752 15305 577 0,'0'0'-2'16,"0"0"14"-16,-123-15 11 15,89 15-9-15,2 15-3 0,2 18-2 16,2 8 8-16,-1 7 18 16,10 7-3-1,8 0-4-15,11 7-13 0,0 1-5 16,9 1-1-16,23-3-6 16,12-2 0-16,6-7-4 15,9-9 1-15,5-14 0 16,6-12-2-1,3-15 7-15,-5-2-3 0,-1-16-12 16,-9-16-14-16,-8-7 6 16,-16-9-1-16,-12-2 16 15,-16-6 4-15,-6-7 9 16,-6-6 0-16,-26 1 4 16,-10 2-1-16,2 2-4 0,-1 14 4 15,7 11-4 1,6 14-2-16,4 14-12 15,10 11-2-15,8 0 9 16,6 22-22-16,0 3-39 0,24-2-284 16</inkml:trace>
  <inkml:trace contextRef="#ctx0" brushRef="#br0" timeOffset="29116.81">4789 15673 747 0,'0'0'4'0,"0"0"7"16,0 0 24-16,0 0-9 15,0 0-26-15,-56-35-6 16,56 60 9-16,0 9 3 0,0 2-4 16,15 2 0-1,7-7 1-15,-1-6-1 0,2-6-2 16,5-11 3-1,0-7-2-15,3-1 3 0,-1-6-2 16,2-20-5 0,-2-4-5-16,-8-7 4 15,-7 1 1-15,-8-1 5 16,-7 0 2-16,0 7 3 16,-12 1 9-16,-2 4 4 15,0 9 14-15,4 3 2 16,4 4-1-16,1 6-13 15,3 3-2-15,0 0-13 16,2 9-9-16,0 20-3 0,0 8 10 16,0 5-3-1,7 1 0-15,9 0-1 0,2-2-1 16,4-13 0-16,-2-3-4 16,0-7-94-16,-3-8-164 15,-2-10-385-15</inkml:trace>
  <inkml:trace contextRef="#ctx0" brushRef="#br0" timeOffset="29564.44">5170 15634 741 0,'0'0'-5'0,"0"0"6"16,0 0 2-16,0 0-6 15,0 0 0-15,42-47 3 16,-24 73 1-16,2 5 0 16,-6 2 7-16,-1 2-7 15,-4-2 5-15,-3-5 0 16,-3-8 1-16,-1-4-3 0,-2-4 1 16,2-9-1-1,-2-3 1-15,0 0 6 0,0 0 12 16,0-13 7-1,0-12-14-15,0-5-10 0,2-2-2 16,4-1-1 0,5 0 0-16,2 6-3 0,3 5 0 15,-4 6 1 1,4 7-2-16,-2 9-3 16,4 0 2-16,-6 9-2 0,2 14 6 15,-4 7 0 1,1 1 0-16,-5 2-3 0,-1-2 2 15,-1-1 0 1,-4-3-1-16,0-9 0 16,0-4-22-16,0-14-417 15</inkml:trace>
  <inkml:trace contextRef="#ctx0" brushRef="#br0" timeOffset="30564.03">5860 15762 349 0,'0'0'58'15,"0"0"28"-15,0 0 12 0,0 0-30 16,-87-79-38 0,63 73-7-16,-2 4 0 15,0 2 1-15,2 0 6 0,1 2-13 16,3 14-11-1,3 1-3-15,2 4-3 0,5 2 0 16,5 0 1-16,5-2-3 16,0-3 3-16,2 0-3 15,19-4 1-15,5-6 2 16,2-5-3-16,3-3-7 0,-1 0-31 16,-2-18 21-1,-2-11 4-15,-5-10 12 0,-6-16 4 16,-4-7 0-1,-9-10 2-15,-2-1-1 16,0-1 1-16,-4 10 3 16,-9 14 9-16,0 13 9 15,2 13 9-15,3 14-11 16,3 6-7-16,0 4-5 16,3 0-18-16,2 23 6 15,0 11 1-15,0 7 2 16,0 7-1-16,12 7 1 0,11 1 1 15,3-2-3 1,2-4 5-16,2-3-3 16,4-10-1-16,-2-8 1 15,-1-10-1-15,-5-6-6 0,-3-11-9 16,1-2-35-16,-5 0 24 16,1-17 14-1,-6-8 8-15,0-6 3 0,-4-2 2 16,-6-4 0-1,1 7 4-15,-2 2 7 0,-3 7 14 16,0 10 8 0,0 4 4-16,0 7-12 0,0 0 0 15,0 0-23 1,0 21-3-16,0 10 2 16,0 10 0-16,8 2 0 15,5 0 1-15,4-1-1 16,2-5 0-16,0-7-1 0,-1-11 1 15,1-11-1-15,-1-5-3 16,-2-3-17-16,-2-7-92 16,-6-21-142-16</inkml:trace>
  <inkml:trace contextRef="#ctx0" brushRef="#br0" timeOffset="30714.29">6207 15293 681 0,'0'0'31'0,"0"0"28"16,0 0-18-16,0 0-19 0,-39-59-19 15,39 59-13 1,0 0-28-16,0 0-236 0</inkml:trace>
  <inkml:trace contextRef="#ctx0" brushRef="#br0" timeOffset="31181.21">6439 15554 674 0,'0'0'-6'0,"0"0"9"0,0 0 1 16,0 0 7-16,-2 121 3 15,2-80-2-15,0 2 3 16,0-6 5-16,0-4 6 0,0-10 0 31,-2-7-14-31,2-1-6 0,0-14 0 0,0-1-5 32,0-1 8-32,0-26 8 0,0-2 0 0,0-11-6 15,0-6-8 1,4-2 1-16,0-1-3 15,3 3-1-15,4 3 0 16,1 9-1-16,8 9-1 16,2 11 0-16,-2 14 1 15,3 0-3-15,-4 23 1 16,-2 13 0-16,-4 10 5 16,-6 1-1-16,-1 0 0 15,-6-10-3-15,0-7 2 16,0-13 1-16,0-8-2 15,0-6 3-15,0-3 0 0,0 0-2 16,-4-12-122 0,-2-12-174-16</inkml:trace>
  <inkml:trace contextRef="#ctx0" brushRef="#br0" timeOffset="31594.44">6795 15902 562 0,'0'0'4'0,"0"0"0"16,0 0-2-16,0 0-1 15,62-115 1-15,-45 87-1 16,-2-1 2-16,-2-3-3 15,-2 0 1-15,-7 0 1 16,-4 7 0 0,0 3 0-16,0 8 6 0,-22 3 38 15,1 10 0-15,0 1-15 16,-1 0-3-16,4 4-7 16,4 14-2-16,5 4-2 15,2 7-6-15,5 6 5 16,2 0 5-16,0 2 2 15,4-4-8-15,18-5-7 16,8-9-2-16,9-10-2 0,6-8 1 16,4-1-2-1,1-2-6-15,-2-21-63 16,-8-3-80-16,-5-9-280 0</inkml:trace>
  <inkml:trace contextRef="#ctx0" brushRef="#br0" timeOffset="32177.56">7331 15571 447 0,'0'0'-20'0,"0"0"25"16,0 0-3-16,0 0-2 15,0 0 0-15,-53-107 5 16,45 100 18-16,-3 1 44 16,-9 6-2-16,2 0 2 15,-5 0-36-15,0 11-12 16,3 14-2-16,2 11 0 0,9 2 1 16,4 6-4-1,5 1-4-15,0-2-3 16,23-9-2-16,12-5-4 15,3-11 1-15,6-11 3 16,1-7-2-16,4 0 0 16,2-7-2-16,-2-19-1 15,-1-6-4-15,-8-9-28 16,-4-9-3-16,-10-7 26 16,-10-6 8-16,-10-3 5 15,-6-1 10-15,0 3 16 16,0 8 18-16,-10 11 1 0,1 10 12 15,-4 12 1 1,7 9-12-16,1 5-8 0,5 6-13 16,0 3-7-1,0 10-18-15,0 25-9 0,5 13 7 16,11 13-1 0,1 10 2-16,5 3-1 0,2 0 0 15,0-8 0 1,-2-7-1-16,-7-11 1 15,2-11-3-15,-8-7-15 0,-2-15-21 16,-4-15-82 0,-3 0-93-16,0-24-243 0</inkml:trace>
  <inkml:trace contextRef="#ctx0" brushRef="#br0" timeOffset="32347.05">7505 15476 758 0,'0'0'2'0,"0"0"-1"16,0 0-1-16,0 0 2 15,118-54-3-15,-71 46-9 16,-4 0-201-16,-6 2-291 0</inkml:trace>
  <inkml:trace contextRef="#ctx0" brushRef="#br0" timeOffset="32747.06">7795 15681 320 0,'0'0'-16'0,"0"0"-18"16,0 0-4-16,138-52-6 15,-110 28 13-15,-7 2 15 0,-8-2 17 16,0 1 24 0,-11 2 46-16,-2-1 21 15,0 5-10-15,0 3-3 0,-2 3-13 16,-11 5-8-16,2 6-15 16,-6 0-5-16,2 2-7 15,-2 21-9-15,-2 6-6 16,8 5-3-16,1-1-3 15,8 0 0-15,2-3-6 16,0-3-1-16,14-8-1 16,10-3-1-16,4-6 0 15,6-10 0 1,11 0-3-16,7-3-23 0,6-20-54 16,0-4-65-16,-1-6-53 15,-5 1 81-15,-8-5-52 16</inkml:trace>
  <inkml:trace contextRef="#ctx0" brushRef="#br0" timeOffset="33147.64">8406 15487 40 0,'2'-25'158'0,"-2"0"7"16,-2 4 0 0,-22 5-40-16,-4 5-40 0,-4 3-21 15,-1 8-19-15,3 0-13 16,2 8-7-16,3 15-10 16,8 6-11-16,6 6 2 15,7 0-4-15,4 0-2 16,0-2 1-16,6-7 0 15,15-4-1-15,3-9 1 16,2-10-2-16,4-3-6 16,4-9-17-16,3-20-32 0,0-11-10 15,-8-13 29 1,-1-12 23-16,-6-10 13 0,-11-11 1 16,-4-1 6-1,-7 4 14-15,0 13 14 0,0 17 6 16,-7 18 13-16,-4 18 1 15,-3 17-10-15,0 0 2 16,6 33-33-16,-1 14-3 16,6 9-2-1,3 16-4-15,0 6 1 16,0 6-3-16,0 3 4 0,0-1-3 0,0-8-1 16,0-3 0-1,0-14-3-15,-6-5-7 16,-6-20-90-16,-6-14-123 15,-3-13-462 1</inkml:trace>
  <inkml:trace contextRef="#ctx0" brushRef="#br0" timeOffset="34066">3394 16564 592 0,'0'0'-6'0,"0"0"6"16,0 0 14-16,8-99-2 15,15 80-7-15,5 4-1 16,4 7-2-16,0 6-2 15,0 2-3-15,0 0 4 16,-1 21-4-16,-5 6 2 0,-9 2 8 16,-2 2-6-1,-6-2-1-15,-3-6 1 0,-6-5 5 16,0-6-2-16,0-5 0 16,0-2 3-1,0-5 4-15,0 0 4 0,0 0 0 16,0 0 0-16,0-5 10 15,0-8-13-15,11-5-14 16,11 3 5-16,6-1-4 16,0 7-1-16,2 7 1 15,-2 2-1-15,-3 0-1 16,-5 13 1 0,-8 8-2-16,0 5 7 15,-10-2-3-15,-2 1 1 0,0-3 3 16,0 1-1-16,-14-1 1 15,2-3-5-15,-8-4 3 16,3-3-1-16,0-8 0 16,2-4-16-16,6 0-115 15,2-19-190-15</inkml:trace>
  <inkml:trace contextRef="#ctx0" brushRef="#br0" timeOffset="34549.62">3666 16174 553 0,'0'0'3'15,"-112"-13"-1"-15,60 13 11 16,5 0 19-1,4 7-2-15,5 23-5 16,0 9-9-16,6 9 2 0,7 13 2 16,7 4-4-1,8 11-3-15,10 1-5 0,0 5 2 16,32-4-3 0,17-2-2-16,19-12-4 0,11-5 1 15,15-20-1 1,7-9 2-16,5-17 6 0,-3-13-5 15,-6 0-12-15,-15-13-32 16,-14-20-20-16,-9-8 23 16,-16-7 20-16,-14-6 21 15,-11-10 1-15,-16-7-2 16,-2-5 12-16,-20 0 18 16,-18-5 20-16,-9 9-15 15,-5 7-8-15,0 12-11 16,7 18-8-16,9 14-5 15,6 13-13-15,4 8-23 16,6 0-197-16</inkml:trace>
  <inkml:trace contextRef="#ctx0" brushRef="#br0" timeOffset="35547.17">4935 16522 509 0,'0'0'26'0,"0"0"40"16,0 0 0-16,0 0-30 15,-28-53-21-15,24 53-7 0,2 0-6 16,0 19 10 0,2 9-1-16,0 3 3 0,0 1-4 15,0 3-4 1,2-1 0-16,11-2-4 0,2-7-1 16,4-6 0-16,5-5 0 15,1-10-2-15,1-4 2 16,-2 0-1-16,-2-13-2 15,-7-11 1-15,-7 0 3 16,-3 2-2-16,-3 3 2 16,-2 2 0-16,0 6 1 15,0 7 0-15,0 4 1 16,0 0-8-16,0 16-3 0,0 8 7 16,2-1-1-1,11-1 1-15,6-4-1 16,7-5 1-16,5-4 0 15,-1-9 1-15,0 0 0 0,-5 0-1 16,-3-10 0 0,-3-9 2-16,-8-9 0 15,-5-6-1-15,-4-7 1 16,-2-2 5-16,0 3 6 16,-8 3 5-16,-9 5-9 15,-3 12 3-15,1 12-10 16,4 5-4-16,7 3-2 15,3 0-20-15,5 8-102 16,0 0-486-16</inkml:trace>
  <inkml:trace contextRef="#ctx0" brushRef="#br0" timeOffset="36223.37">5583 16665 266 0,'0'0'3'0,"0"0"15"0,0 0 23 16,0 0-19-16,0 0-4 15,-13-9 2-15,23 9 13 16,10 0 22-16,8-5-6 15,4-9-17-15,1-5-19 16,1-2-9-16,0-6-2 16,-8-2-2-16,-8-6 7 15,-12 4 0-15,-4-4 24 16,-2 6 24-16,0-1-4 0,-13 5-17 16,-8 5-5-1,1 7-11-15,-4 2-1 16,-1 10 4-16,-3 1-9 15,2 0-3-15,4 12-2 0,3 11-4 16,8 2-2 0,7 5-2-16,4 9 0 0,0 2 1 15,6 0 1 1,16-1-1-16,8-3 0 16,5-7 1-16,7-13-1 15,6-9-1-15,2-8-2 16,3 0-1-16,-1-6-15 0,-2-19-4 15,-7-5 18 1,-9-1 5-16,-12-4-2 0,-10-2 4 16,-8 5 0-1,-4 3 5-15,0 5 9 0,0 6 4 16,-6 7 10-16,2 8 8 16,2 1-4-1,2 2-3-15,-4 0-12 0,1 10-16 16,3 21-5-16,0 9 5 15,0 6-1-15,0 3 1 16,9-3-3-16,11-5 0 16,0-7 0-1,4-15 2-15,0-2-2 0,0-16 0 16,-5-1-10-16,-1-1-109 16,-6-23-61-16,-4-10-264 15</inkml:trace>
  <inkml:trace contextRef="#ctx0" brushRef="#br0" timeOffset="36389.28">6217 16115 676 0,'0'0'39'16,"0"0"3"-16,0 0 6 0,0 0-28 15,0 0-20 1,-58-64-7-16,54 64-26 15,-2 0-155-15</inkml:trace>
  <inkml:trace contextRef="#ctx0" brushRef="#br0" timeOffset="36997.6">6549 16426 382 0,'0'0'37'15,"0"0"34"-15,0 0-11 0,-122-21-11 16,96 21-6-1,4 12-12-15,5 5-14 16,5 8-4-16,6 4-3 16,6-1-7-16,0-3-1 15,3-4-1-15,18-2 0 16,5-9 1-16,4-4-1 16,5-6-2-16,-5 0-1 15,-2-6-28-15,-7-13-13 16,-6-6 23-16,-10 0 21 15,-5-4 4-15,0-1 17 16,0 4 16-16,-5 6 10 16,-1 2 1-16,-1 11-1 15,2 2-16-15,5 5-15 0,0 0-15 16,0 14-8-16,0 14 5 16,0 6 2-16,14 9-1 15,1 3 1 1,0 1 0-16,-2 2 0 15,-5-5-1-15,-5-2 2 0,-3-5-1 16,0 0 1 0,-5-6 1-16,-16-6-1 15,-7-3-1-15,0-4-1 16,-2-11 1-16,4-6-2 16,4-1-5-16,12-1-19 0,5-29-75 15,5-6-27-15,5-15-115 16</inkml:trace>
  <inkml:trace contextRef="#ctx0" brushRef="#br0" timeOffset="37674.78">6741 16334 631 0,'0'0'17'15,"0"0"-12"-15,0 0 4 0,0 0 14 16,0 0-4 0,-5 95-1-16,18-49 13 0,2-2 9 15,0 1-15-15,-2-8-2 16,-3-4-11-16,1-8-8 16,1-8 0-16,-4-6-3 15,0-6 2 1,2-5-1-16,4 0 1 15,1-19 2-15,2-8-5 16,5-8 1-16,-1-3-3 0,-5 6-4 16,-4 3-4-16,-2 10-9 15,-6 10 10 1,-2 9 10-16,-2 9-7 16,3 16 3-16,4 5 4 0,-1-1-1 15,10-1 0-15,2-4 0 16,2-13 0-16,4-5-2 15,0-6-14-15,-1 0-56 16,3-4-12-16,0-18 14 16,2-11 43-1,-4-7 9-15,-2-13-10 16,-8-7 19-16,-9-3 11 0,-5-3 9 16,0 8 49-16,-9 5 16 0,-10 13 0 15,2 7-1 1,3 11-19-16,6 7-15 15,2 8-1-15,4 1 3 16,2 6-13-16,0 0-16 16,0 22-14-16,0 15-1 15,8 13 4-15,0 14 3 16,4 6 2-16,0 2 0 16,-1-10-2-16,2-4-2 15,0-14-3-15,4-7 1 0,-6-10-1 16,4-7 0-1,-6-5-1-15,-2-8-1 0,0-7-14 16,-5 0-143 0,1-8-156-16</inkml:trace>
  <inkml:trace contextRef="#ctx0" brushRef="#br0" timeOffset="37865.96">7098 16487 774 0,'0'0'8'16,"0"0"2"-1,0 0 12-15,0 0-15 0,0 0-3 16,99-78-3-16,-59 67-1 0,-7-1-1 16,-3 0-26-1,-8-1-318-15</inkml:trace>
  <inkml:trace contextRef="#ctx0" brushRef="#br0" timeOffset="38793.18">7511 16611 468 0,'0'0'53'0,"0"0"1"0,0 0 11 16,0 0-35 0,-11-28-11-16,26 18-3 15,5-3-6-15,4 0-5 16,-6-3 0-16,2-2-2 15,-1-1-1-15,1 2 1 16,-8-5 0-16,-1 1-1 16,-6 2 3-16,-5-3 3 15,0 5 10-15,-2 3 14 0,-18 1-4 16,1 6-9-16,-6 1-6 16,6 6 3-1,-5 0-2-15,4 0-1 0,-2 10 2 16,5 9-8-16,2 6 3 15,2 6-4-15,4 0 3 16,7 5-4 0,2-1 0-16,0-2 0 0,2-2-4 15,20-1 1 1,4-7-2-16,4-8 4 0,8-3-3 16,6-8 1-1,3-4-1-15,5 0-5 0,4 0-47 16,1-17-70-16,2-7-106 15,3-1-13-15</inkml:trace>
  <inkml:trace contextRef="#ctx0" brushRef="#br0" timeOffset="39223.36">8146 16336 496 0,'0'0'67'15,"0"0"1"-15,-117-31 4 16,81 31-22-16,2 0-16 15,-4 12-21-15,10 13-6 0,8 4-5 16,2 5-2 0,5 1 2-16,7 2-2 0,6-4 1 15,0-4-1 1,2-10 0-16,21-4 0 16,5-7 0-16,10-8 0 15,-2 0-4-15,5-4-63 16,-5-17-32-16,-2-12 5 0,-4-6 48 15,-6-11 35 1,-4-8 13-16,-11-7 3 0,1-5 10 16,-6 2 27-1,-4 6 9-15,0 12 9 0,0 11 1 16,0 12 2-16,-11 13-9 16,5 8-9-16,0 6 0 15,2 0-14-15,-1 20-27 16,0 16-4-16,5 13 3 15,0 11-1-15,0 6 0 16,0 7 2-16,16-3-3 16,3-2 0-16,5-8 0 15,-2-8 0-15,1-11 1 0,-1-9-2 16,-1-11-16 0,-3-10-181-16,-8-11-210 0</inkml:trace>
  <inkml:trace contextRef="#ctx0" brushRef="#br0" timeOffset="43013.89">1777 13315 89 0,'0'16'21'0,"-2"1"32"0,-2 4 9 16,2 5 1-16,-4 1-8 15,2 0-25 1,2 4-6-16,0 3-7 16,2 4-4-16,0 1 5 0,0 11 2 15,0-2 10-15,0 6-9 16,18 0-7-16,8 1-10 15,14 2 5 1,12 0-9-16,13-1 5 0,7 2 5 16,5-4-3-1,3 1-6-15,-7-3 8 0,-7 0-7 16,-13-4 0-16,-19 4-2 16,-16 2 0-16,-18-1 4 15,0-1-2 1,-13-5 22-16,-15-5 28 0,-2-4 13 15,0-8-35-15,4-5-12 16,2-5-8-16,5-5-1 16,10-3-6-16,3-4-1 15,1-4-4-15,3-3-4 16,2-1-1-16,0 0 5 16,0 0 0-16,0 0 6 0,7 0-2 15,7 0 1 1,2 0-4-16,0 6-2 15,2 10 2-15,2 9 1 16,-6 10 0-16,2 10 2 16,-8 14 0-16,-4 17-1 15,-4 15 3-15,0 16-1 16,-4 11 3-16,-8 3 5 0,0-1 5 16,7-7 2-1,5-10 1-15,3-11-4 16,23-9-9-16,4-1-1 15,1-1-2-15,-1 2 1 16,0-3-2-16,-2-4 2 16,0-3-2-16,-2-9-1 0,1-10-1 15,3-9 0 1,-4-8 3-16,0-10-3 0,0-4 0 16,-2-9 1-1,-3-11-1-15,5-3-4 16,0-19-78-16,-2-27-178 0</inkml:trace>
  <inkml:trace contextRef="#ctx0" brushRef="#br0" timeOffset="50953.48">4051 4631 508 0,'0'-3'37'0,"-2"2"7"0,2 1 27 16,-2 0-23 0,2-2-22-16,0 2-14 0,0 0-7 15,0 0-3 1,0 0-3-16,0 0-1 0,0 0-3 15,0 7-2 1,6 9 7-16,7 3 3 16,2 0-3-16,-2-1 1 15,3-5-1-15,-6-1 0 16,0-6 0-16,0-2 0 0,-2-4 1 16,4 0 0-1,4-5 1-15,3-19 11 16,1-11 8-16,8-12-1 0,4-4-5 15,-2-6-8-15,4 3-4 16,1 9-3 0,-5 10 1-16,-6 22-4 0,-8 13-7 15,-11 16-54 1,-5 24-172-16</inkml:trace>
  <inkml:trace contextRef="#ctx0" brushRef="#br0" timeOffset="69395.35">12257 4457 385 0,'0'0'49'15,"0"0"-13"-15,0 0 3 0,0 0-12 16,0 0-17 0,2 0-12-16,-2 0 1 0,0 0 4 15,0 0 0 1,4 0-5-16,1 3-1 16,1 7-2-16,3 5 4 15,4 3 7-15,0 1-2 0,0 1-1 16,0-5-2-16,-5-4 0 15,3-2 2-15,-2-6 1 16,-1-3 0-16,5 0 4 16,3 0 20-1,4-17 22-15,8-14-10 16,5-9-14-16,2-7-12 0,-1 0-2 16,-6 5-7-1,-5 9-1-15,-7 15 1 0,-6 18-8 16,-6 0-18-16,-4 33-35 15,0 8-246-15</inkml:trace>
  <inkml:trace contextRef="#ctx0" brushRef="#br0" timeOffset="70562.33">20020 4420 618 0,'0'0'1'16,"0"0"4"-16,0 0 5 15,0-9-3-15,0 9-8 16,0 0-6-16,14 0 3 15,0 6 4-15,8 11 1 0,2 2 1 16,-1 0 0 0,-3 0 0-16,-3-1 1 0,-4-5 0 15,-3-3-2 1,-6-4 0-16,4-6 1 16,0 0 7-16,2 0 26 0,10-22 5 15,8-10-23 1,6-11-5-16,11-7-8 0,1-7-2 15,-4 5-1 1,-2 13-1-16,-19 20-4 16,-17 19-57-16,-4 8-310 15</inkml:trace>
  <inkml:trace contextRef="#ctx0" brushRef="#br0" timeOffset="80341.39">12494 9664 87 0,'0'0'21'0,"0"-2"-8"15,-2 2 4-15,2 0-4 0,0 0-4 16,-2 0 0-1,0 0 7-15,-5 0 5 0,0 0-12 16,3 0 3 0,-4 0-2-16,-1 0 1 15,4 0 2-15,-1 0 1 0,2 0 4 16,-1 0-4 0,0 0-4-16,-3 0 0 0,0 0-1 15,2 0-5 1,-3 0 3-16,0 0 6 15,3 0 1-15,-2 0 0 16,-1 0 0-16,2 0 0 16,-3 0 0-16,1 0-4 15,1 0 0-15,-6 0-1 0,4 0 4 16,-1 0 1 0,-2 0-3-16,3 0 0 0,-4 0 3 15,6 0-4-15,-8 2-8 16,6 2 3-1,-3 2 1-15,0-1-1 0,-2 3-2 16,2-4 0 0,-2 2-1-16,2-2 0 0,0 2 3 15,1-1 4-15,-4 1-3 16,6 0 2 0,-6 4-4-16,6-1-2 15,-4 1 0-15,4 2-2 16,1-2 3-16,1 2-3 0,1 0 2 15,1 1-1-15,1 1-1 16,-1 3 1-16,2 3 0 16,0-1 2-16,-1 5 5 15,1-1-2-15,-2 2 2 16,1 3-5-16,3-2 0 16,2 3-2-16,0-1 2 15,0 6 0-15,4-7-3 0,11 3 1 16,5-4 1-1,-3 2-3-15,2-5 2 16,3 1 0-16,-2-3-1 16,-2-4 1-16,2 0 0 15,-1 1-1-15,2-4 1 16,-1-5-1-16,2 1 3 16,1-4-5-16,3-4 5 0,2-2-3 15,0 0 0 1,2 0 3-16,1 0-2 0,1-8 0 15,-2-8 1 1,0 3-1-16,0-3-1 16,0 1 0-16,3-2 0 15,-5-5-2-15,0 3 2 16,-4-2-2-16,-4 1 5 0,-2 1-2 16,-7-1-1-1,-3 5 1-15,-5-3 1 0,1-1 4 16,-4 0 0-16,0 0 5 15,0-5 6-15,0-1 7 16,-7-2-4-16,-4-4-6 16,-1 2-2-16,-4-4-2 15,0 2 2-15,-2-1 3 0,-4 1-4 16,1 1-2 0,2 5-2-16,1 2-4 0,-1 3 2 15,2 7-3 1,-2 3 5-16,-3 6-1 15,-2 4 0-15,-4 0 0 16,0 0-2-16,0 0-4 16,3 6 1-16,1 4-2 15,4 4 0-15,4-5-6 0,-4-3-143 16,0-6-498-16</inkml:trace>
  <inkml:trace contextRef="#ctx0" brushRef="#br0" timeOffset="81861.14">9927 8156 290 0,'0'0'25'16,"-9"-7"-2"-16,-1 5 21 0,2 2 1 16,-2 0-16-1,0 0-16-15,-1 0 3 0,-2 0-4 16,-2 0-3 0,-4 9 2-16,-3 7 2 15,-3 3 6-15,1 0 3 0,0 0 5 16,2-1-2-16,6-1-6 15,-2-1-6-15,3-3-1 16,2 3-4 0,2 3 2-16,-2 0-5 15,5 5 1-15,-1 4-2 16,3 5 1-16,0 1 1 16,-1 0 1-16,4 5 1 15,1-2 0-15,2 6 0 0,0 1-2 16,0 0 0-16,7 5 1 15,10-2-3-15,9-3-2 16,9-5 0-16,1-6 1 0,7-6-2 16,4-10 0-1,5-1 0-15,3-8 0 16,2-7 0-16,-1-1 1 16,-2 0-6-16,-2-13 6 15,-5-11-1-15,-7-5-3 16,0-1-3-16,-6-5 7 15,-4 0-3-15,-6-2 1 0,-7 2 3 16,-2 1-1 0,-4-6-4-16,-7 1 4 0,-4-1 1 15,0-4 0-15,-2-1 3 16,-16-1 3 0,-7 0 14-16,-7 1 2 15,-8 2 3-15,0 4-6 16,-3 3 2-16,-1 3-3 0,4 6-3 15,-4 6-5-15,8 3-6 0,-3 8-2 32,3 4-3-32,2 6-1 15,1 0-1-15,1 12-3 16,6 19-1-16,7 4-17 0,2 0-87 16,5-10-138-16</inkml:trace>
  <inkml:trace contextRef="#ctx0" brushRef="#br0" timeOffset="83371.42">11028 5847 311 0,'0'0'51'16,"0"0"-7"-16,0-5-13 16,0 4-6-16,0-1-1 15,0 2 14-15,0-3 3 16,-4 3-12-16,-4 0-8 16,-3 0-5-16,-2 0-3 15,-1 0-3-15,-4 0 0 16,2 0-1-16,-5 11-2 15,2-2 2-15,0 2 1 16,-1 1 5-16,1 1 2 16,4-1-1-16,-1-2 6 0,2 2-4 15,2 1-6 1,2 5-6-16,-3 3-3 16,4 6-3-16,-3 6 3 0,3 4-2 15,0 4-1 1,1 2 3-16,1 2-1 15,5-2 2-15,2 2 4 16,0-1-5-16,0-3 3 16,11-2-5-16,9-5-3 15,5-3 2-15,4-5 1 16,5-5-1-16,4-4 1 0,3-7 0 16,5-6 1-16,2-4-2 15,4 0-1-15,0 0 1 16,-1-6 3-16,-1-5-2 15,-7-3-2-15,-2-4-4 16,-8-1 4-16,-5-3-3 16,-2-3 7-16,-5-5-2 15,-2-2 0 1,-8 3-2-16,-2 1 6 0,-7-5-21 16,-2-8 73-16,0-6-2 15,-20-10-41-15,-8-9 1 16,-6-6-7-16,-2 4 4 15,-8 12-8-15,1 12 9 16,-2 13 0-16,-2 9-6 16,-3 15-2-16,-1 7-2 15,3 0-3-15,3 7 0 16,8 16-3-16,12 1-5 16,5 1-66-16,8-6-164 15</inkml:trace>
  <inkml:trace contextRef="#ctx0" brushRef="#br0" timeOffset="84627.86">13717 5668 116 0,'0'0'34'16,"0"0"38"-16,0 0-16 15,-8-20 12-15,-2 17-11 0,0-1 10 16,-8 2-15-16,-6 2-15 16,0 0-3-16,-3 0-6 15,-1 0-4 1,2 2-7-16,2 8-6 16,1-1-1-16,6 3-5 0,-3 2 0 15,3 5 3 1,2 4 1-16,-5 6-3 15,5 6 0-15,-2 1 7 16,4 0 0-16,7-2 2 16,2 3-6-16,4-2-6 15,0 6-3-15,4 1 2 0,15 9-2 16,4-1 2 0,8 2-2-16,5-3 3 0,10-7-2 15,5-8 0-15,5-12 0 16,4-6 2-16,2-6-2 15,1-8 2-15,-5-2-1 16,0 0-2-16,-4-10-4 16,-5-13-3-16,1-8-3 15,-7-6 0 1,-4-4-1-16,-8-9 5 0,-7-4 6 16,-4-4 1-16,-12-2-2 15,-6-6 4-15,-2 1 2 16,-4 1 7-16,-22-1 14 15,-6 6 2-15,-6 6 1 16,-9 8 0-16,-3 11 0 16,-2 10-5-16,1 10-11 15,3 8-7-15,6 6-5 16,2 0-5-16,6 0-3 0,4 14-124 16,-3 4-320-1</inkml:trace>
  <inkml:trace contextRef="#ctx0" brushRef="#br0" timeOffset="88779.88">13023 10197 269 0,'0'-3'49'0,"0"2"13"15,0 1-1-15,0 0-13 16,0 0-22-16,0 0-10 16,-2 0-2-16,-8 11-8 15,0 13 0-15,0 5-2 0,-2 9 3 16,-2 9-4 0,-1 11-1-16,1 7 1 0,3 9-2 15,-5 5 0-15,1 3 1 16,0-1 1-1,4-5-2-15,-4-5 0 0,4-6 2 16,1-7 0 0,-4-5-1-16,6-6 2 0,0-6-3 15,2-8 1 1,0-7 0-16,2-6-1 16,2-7 1-16,0-4-1 0,2-8 0 15,0-1-1 1,0 0-1-16,0-7 7 0,0-9-24 15,-2-4-74-15,-8-3-289 16</inkml:trace>
  <inkml:trace contextRef="#ctx0" brushRef="#br0" timeOffset="89245.02">12643 11034 353 0,'0'0'48'0,"0"0"18"16,0 0 16-16,0 0-32 15,0 0-30-15,-4-8-14 16,4 8-6-16,0 13 5 0,0 5 8 15,5 8 0 1,8 5 2-16,0 0-4 16,2-2-1-16,5-2 1 0,-5-2-1 15,2-1-4 1,0-5 0-16,-6-1-2 0,0-8-1 16,-3-1 0-16,2-6-1 15,-2-3 1-15,4 0 2 16,2 0 3-16,2-12 0 15,4-10-4-15,-3-3 0 16,3-3-1-16,-3 5-1 16,-2 0-2-16,0 8-1 15,-4 5 2 1,-1 4-6-16,2 6-1 16,-2 0-19-16,-2 0-59 15,-3 17-103-15,-5 5-280 0</inkml:trace>
  <inkml:trace contextRef="#ctx0" brushRef="#br0" timeOffset="90711.9">12849 12260 179 0,'0'0'43'0,"0"0"14"0,0 0 2 15,-28-27-8-15,21 22-13 16,1-1-11-16,1 0-1 16,-2 2 7-16,1 0-4 15,0 0-8-15,-4 2 4 16,-1 0-3-16,-4 2-5 15,0-2-5-15,-5 2-5 16,-1-2 0-16,-5 0-3 16,-1 1 0-16,-5-5-2 15,-4 3 3-15,-4 2 4 16,-1-1 18-16,-1 2-12 16,4 0-4-16,-1 0-1 0,7 0 6 15,2 0-3 1,4 0-4-16,-2 0-4 0,2 0-1 15,-2 8 1 1,-2 7 1-16,-2 4 1 16,4 3-5-16,3 3-1 15,1 0-1-15,2 2 0 16,2-2 1-16,6 3-1 0,-2-6 0 16,-3 3 3-1,3 0 2-15,0 1 8 0,3 1 2 16,0 1-7-16,7 2-2 15,2 7-5-15,4 2 0 16,0 8 0 0,0-1 2-16,0-2 2 0,6 1 3 15,13-3-2 1,5-3-2-16,10-6-1 0,5 1-1 16,8-7 1-1,5-2-1-15,6-1 0 16,8-8 1-16,3-6-3 0,9-8 4 15,6-2-3-15,3 0 3 16,4-18-3-16,-4-10-1 16,-3-3 2-1,-13-2-1-15,-9-9-5 0,-12 4 0 16,-12-5-1-16,-10 1 2 0,-13-7 7 16,-6-4-5-1,-9-4 4-15,-6-7-2 0,-23-6 4 16,-14-2 3-1,-9 3 8-15,-6 5 8 0,-4 14-5 16,-3 13-2 0,4 16-5-16,2 15-10 15,8 6-2-15,9 2-2 16,8 19-22-16,13-2-177 0</inkml:trace>
  <inkml:trace contextRef="#ctx0" brushRef="#br0" timeOffset="92273.52">21542 6034 315 0,'0'0'19'0,"0"-6"-10"15,0 6 13-15,0 0 1 16,2 0-11-16,2 0 2 0,2 0 10 16,1 6-4-1,-1 6-3-15,12 17 18 16,-12-16-22 0,5 3-6-16,-2 2-2 0,-1-1 2 15,2-3-4-15,2-1 0 16,-4-4 0-16,-2-3-1 15,2-2 5-15,0-4-2 16,0 0 12 0,5 0 6-16,6-19 19 15,1-8-14-15,4-6-16 16,-1-4-6-16,1 0-2 16,-6 4-2-16,-4 4-1 15,-3 8 1-15,0 6-2 16,-5 9-1-16,-2 6-2 0,-2 4-48 15,-2 27-117-15,0 11-198 16</inkml:trace>
  <inkml:trace contextRef="#ctx0" brushRef="#br0" timeOffset="94097.25">21542 12090 157 0,'0'0'16'0,"0"0"25"16,0-26 21-1,-5 20-13-15,-1-5-16 0,-1 4-9 16,-3 1-1-16,-1-4 5 15,-4 4-4-15,-7-1 2 16,0 1 0-16,-5 2-3 16,-1-2 4-16,0 2-9 15,-2 0 4-15,4-1-8 16,0 2 3-16,2 0-2 16,1-1 3-16,-1 2-6 15,0 2 3-15,1 0 1 0,2 0-3 16,-3 0-2-1,-2 3-1-15,4 6-2 16,1 2-2-16,4 1-1 16,-3 1-2-16,5 5 1 0,2 4-1 15,0-3 0-15,1 7-1 16,0-1 0 0,2 5 3-16,0-4 3 0,-2 0 1 15,2 3 0 1,1 2-3-16,-2 6-3 0,3 5 1 15,-3 5 3 1,2 3 3-16,5 2-3 16,2-2-1-16,2-1-1 15,0-2-4-15,21-2 0 0,8-1-1 16,5-4 0 0,6-1 1-16,4-4 1 15,3-6-1-15,7-6-1 0,0-7 2 16,3-9-1-16,3-7-1 15,3 0 1-15,-1 0-4 16,-2-19-3-16,-1-4 1 16,-3-6 1-16,-6-2-1 15,-10-4 4-15,-3-3 0 16,-9-1 2 0,-7-5 0-16,-8-8-1 0,-11-2 1 15,-2-6 1 1,0-5 1-16,-23-4 6 0,-9 0 9 15,-12 3 4-15,-8 6 8 16,1 6-2-16,-5 4-7 16,-2 11-13-16,8 8-6 15,8 14 0-15,5 15-5 16,7 2-45-16,4 29-179 0</inkml:trace>
  <inkml:trace contextRef="#ctx0" brushRef="#br0" timeOffset="106774.21">12668 3016 427 0,'-4'0'50'15,"-1"-2"10"-15,3-4 26 16,2 2-19-16,-4 2-16 16,2 1-11-16,2 1-9 15,0 0-14-15,0 0-15 16,0 20-9-16,0 11 8 15,0 11 3-15,0 8-1 16,2 6 0-16,4 1-1 16,5-5 1-16,0-9-1 15,-2-3-1-15,-1-13 0 0,1-8-1 16,-5-7 1-16,1-6-2 16,-3-6 3-1,-2 0 2-15,0-4 4 0,0-21 4 16,0-10-2-16,0-6-4 15,-5-6-4 1,-1 3-1-16,2 3 2 16,-1 9-3-16,1 4-1 0,2 11-1 15,2 3 6 1,0 9-5-16,0 1-2 16,0 4 2-16,0 0-7 15,0 0-6-15,15 4 6 16,3 11 10-16,5 2-1 15,3 3 0-15,-4-3 1 0,-2-5-1 16,-4-3-3-16,-1-5 4 16,0-4-3-16,-7 0-4 15,5-1 2 1,-2-23 3-16,-4-3 2 0,-1-6-3 16,-3 0 5-16,0 3-2 15,-3 6 3-15,0 6-3 16,0 7 5-16,0 8 1 15,0 3-1-15,2 0-6 16,1 0-8-16,4 14 0 16,-1 7 7-16,6 7 0 15,0 3 3-15,2 2-3 16,0 2-1-16,2-3 2 16,-2 0 0-16,0-1 1 0,2 0-1 15,-1-6-1 1,2 0-1-16,-2-12-70 15,0-3-114-15,-2-10-109 16</inkml:trace>
  <inkml:trace contextRef="#ctx0" brushRef="#br0" timeOffset="107024.34">13196 3207 551 0,'0'0'82'15,"0"0"-18"-15,0 0-17 0,0 0-28 16,-14 41-4-16,14-18-1 16,0 2-5-1,0 2 2-15,4-4-7 0,6 1 0 0,0-5-1 16,1-3 0 0,-2 0-2-1,-1-7 0-15,-1-5-1 0,-3-4-33 16,-4 0-148-16,0-17-198 15</inkml:trace>
  <inkml:trace contextRef="#ctx0" brushRef="#br0" timeOffset="107174.24">13144 2985 674 0,'0'0'70'16,"0"0"-3"-16,0 0-40 15,0 0-25-15,0 0-17 0,0 0-124 16,6-18-210 0</inkml:trace>
  <inkml:trace contextRef="#ctx0" brushRef="#br0" timeOffset="107710.53">13417 3181 544 0,'0'0'14'0,"0"0"13"0,0 0-19 15,0 0 0-15,0 0-2 16,0 0-6-16,21-4-1 15,-3 9 6-15,-5 20 9 16,2 9 6-16,-1 4 5 16,-4 3-7-16,-6 2 8 15,-2-8 0-15,0-9-7 16,-2-8-9-16,0-8-2 16,2-6-4-16,-2-4 6 0,2 0 15 15,-2-10 9 1,1-12 3-16,2-3-17 0,-1-4-9 15,0-2-3 1,4 1 0-16,0 3-2 0,0 4-6 16,5 3 0-1,0 4-4-15,1 5 4 16,-1 6-4-16,4 5-5 0,2 0 0 16,1 0 9-1,-1 14 1-15,-4 7 2 0,5 1 0 16,-6 3 1-16,-2-4-2 0,2 3 3 31,-6-7-4-31,4-4 0 16,0-3-1-16,-2-4-11 15,7-6-57-15,-2 0-42 0,4-16-76 16,1-10-61-16</inkml:trace>
  <inkml:trace contextRef="#ctx0" brushRef="#br0" timeOffset="107934.18">13890 3146 423 0,'0'0'129'0,"0"0"-10"0,0 0-18 16,0 0-45-16,0 0-29 15,0 0-15-15,0 7-14 16,0 15 4-16,1 7 8 0,10 6 0 16,-5 2 4-1,2 1-5-15,5-1-4 0,-2-8-3 16,2-4 0-1,0-6 0-15,0-5 0 0,-3-8-1 16,-1-6-23-16,0 0-57 16,-5-29-100-16,-2-12-99 15</inkml:trace>
  <inkml:trace contextRef="#ctx0" brushRef="#br0" timeOffset="108160.02">13854 2853 551 0,'0'0'70'0,"0"0"-32"15,0 0-35-15,0 0-9 0,0 0-6 16,0 0 13 0,20 0 2-16,-10-4-3 0,-6 1 15 15,-4-1 17-15,0 4 19 16,-10 0-13-16,-16 0-40 15,-4 6-57-15,-4 13-258 16</inkml:trace>
  <inkml:trace contextRef="#ctx0" brushRef="#br0" timeOffset="108854.35">14166 3204 314 0,'0'0'29'0,"0"0"22"0,0 0-3 16,0 0 2-1,0 0-29-15,17-47-23 0,-2 55 20 16,0 19 10 0,2 4 8-16,3 10 14 0,-6 2-15 15,0-2-6 1,-4-3-11-16,-1-11-1 0,-4-6 1 16,-1-11-3-1,-4-4-9-15,2-6 0 16,-2 0 6-16,0-10 13 0,0-15-4 15,0-6-11 1,0-8-3-16,4-2-2 0,0 1 3 16,3 5-8-1,-1 8 1-15,1 12 0 16,-1 6-3-16,5 9-11 16,0 0 0-16,2 20 20 15,-1 3-3-15,0 2 0 0,0-1 0 16,-8-3 2-16,0-5-4 15,-2-9-3-15,2-1 2 16,-4-5 1-16,2-1 0 16,0 0 0-16,4-7-3 15,0-18 1-15,5-7 11 16,2-4-7-16,0 2-4 16,-2 2 1-16,-3 11-1 15,-1 11-1-15,1 10-3 16,-1 0 0-16,-1 8 2 15,7 13 10-15,-2 3-4 16,2 1 0-16,-3 0 2 0,0-1-4 16,2-5-1-1,-2-1 0-15,6-4 0 16,-3-2-12-16,6-6-66 16,-1-6-89-16,-1 0-104 15</inkml:trace>
  <inkml:trace contextRef="#ctx0" brushRef="#br0" timeOffset="109324.35">14745 3117 543 0,'0'0'20'16,"0"0"6"-16,0 0 30 16,0 0 2-16,0 0-17 15,-2-40-18-15,2 40 4 16,0 18-19-16,0 10 0 15,0 6-6-15,6 7 4 16,9-2-2 0,2 0-1-16,1-6-1 0,0-8 1 15,2-7-3-15,-3-7 1 16,1-11-1-16,-1 0-1 16,2-4-3-16,1-21 11 15,-2-11-6 1,-2-2-7-16,-1-5 2 0,-8 4 2 15,-5 5-2-15,-2 7 11 16,0 9 8-16,0 8 40 16,0 6 13-16,0 4-9 15,0 0-17-15,0 0-3 16,0 0-14-16,-6 6-15 16,-2 17-14-16,2 12-1 0,4 10 9 15,0 3-4 1,2 1 1-16,0-5-1 15,6-8-3-15,12-12-1 16,1-8-14-16,0-8-41 16,-1-8-47-16,-3 0-53 0,0-20-200 15</inkml:trace>
  <inkml:trace contextRef="#ctx0" brushRef="#br0" timeOffset="109983.84">15072 3175 737 0,'0'0'17'0,"0"0"-15"0,0 0 2 16,0 0-1-16,0 0 5 15,-13-51-7-15,19 50-2 16,5 1-4-16,-2 0 3 15,1 11 6-15,1 18 4 16,0 10 8-16,-3 7 4 16,-2 7 8-16,0-3-1 0,-6-3 3 15,2-13-3 1,-2-9-9-16,0-9-4 16,0-8-11-16,0-8 0 15,0 0 5-15,0 0 4 0,0-24 5 16,0-10-2-16,0-9-20 15,0-11 16 1,0-2-17-16,6 3 10 16,0 11-4-16,-2 9 0 0,0 11-3 15,2 13 3 1,-6 9-5-16,4 0 0 0,4 0-3 16,3 12 4-16,0 13 4 15,4 8 3 1,-5 3 0-16,3 6-2 15,-4-5 2-15,-3-1 0 16,1-9-3-16,-5-6 0 0,2-9 1 16,3-9-1-1,-1-3-2-15,2 0 0 0,4-21 4 16,-4-8-3-16,2-12 3 16,0 0 2-16,0-5-2 15,-2 6-5-15,0 7 2 16,0 9 0-1,0 11-1-15,1 11-5 0,0 2-3 16,-1 8 9 0,-1 13 3-16,-1 6 4 15,-1 0-1-15,1 2-1 0,-6-4-4 16,2-3 1 0,-2-4 0-16,2-5 0 0,-2-7-15 15,0-6-185-15</inkml:trace>
  <inkml:trace contextRef="#ctx0" brushRef="#br0" timeOffset="110709.43">16485 2814 700 0,'0'0'62'0,"0"0"-26"16,0 0-20-16,-118 101-4 0,94-60-5 16,9-1-6-16,7-3 0 0,5-10-2 15,3-5 0 1,0-9-2-1,15-3 1-15,11-4 1 0,6-4-2 16,10-2-1-16,0 0 9 0,4 0-16 16,-7 1-21-1,-7 13 3-15,-13 13 12 16,-10 10 12-16,-9 6 7 16,0 4 0-16,-16-3 1 15,-4-7 0-15,-2-8 5 0,0-10 8 16,0-9 30-1,3-8 1-15,0-2-14 0,4 0-7 16,-1 0-16 0,8-12-13-16,4-1-1 15,4-5-23-15,0-3-68 16,6-4-57-16,16 0-100 16</inkml:trace>
  <inkml:trace contextRef="#ctx0" brushRef="#br0" timeOffset="110977.26">16735 3198 653 0,'0'0'83'16,"0"0"-22"-16,0 0-16 0,0 0-31 16,0 0-4-1,15 123 7-15,-1-64 2 0,4 3 8 16,4 6-4-1,-3-7-7-15,2-3 1 16,-3-5-10-16,-1-12-4 16,-2-11-1-16,-4-10 0 15,-1-12-2-15,-5-8-46 16,-5-8-126-16,0-25-115 16</inkml:trace>
  <inkml:trace contextRef="#ctx0" brushRef="#br0" timeOffset="111241.21">16692 3323 563 0,'0'0'29'16,"0"0"-3"-16,0 0-20 0,0 0-5 15,0 0-1-15,148-50 2 16,-111 50-17-1,-3 0 0-15,-14 9 4 0,-6 11 13 16,-12 5 2 0,-2 5 7-16,0 1 21 0,-18 2 21 15,-4-1 0 1,-2-3-26-16,3-1-20 0,3-11-8 16,8-5-7-16,6-12-123 15,4 0-233-15</inkml:trace>
  <inkml:trace contextRef="#ctx0" brushRef="#br0" timeOffset="111684.32">17150 3270 643 0,'0'0'68'0,"0"0"-10"15,0 0-17-15,0 0-21 0,-120 44-7 16,105-19-11 0,6 0-2-16,7 3 1 0,2 1-1 15,0-2 1-15,0-4-2 16,2-2 1-16,13-7-1 16,2-3 0-16,7-9-2 15,2-2-7 1,2 0 0-16,0-15-26 0,-4-11 7 15,-3-4 19 1,-12-3 17-16,-3-2 0 0,-6 6 12 16,0 1 32-16,0 9 7 15,0 6 11-15,-4 7-3 16,-1 6-33-16,5 0-15 16,-2 0-13-16,2 4-4 15,-2 14-1-15,2 4 2 16,0 8 0-1,0 3 0-15,4-2-2 0,13-1-1 16,3-2 1-16,-1-5-14 16,3-8-57-16,-1-3-111 15,0-6-112-15</inkml:trace>
  <inkml:trace contextRef="#ctx0" brushRef="#br0" timeOffset="112125.15">17333 3341 681 0,'0'0'16'0,"0"0"12"15,0 0 7-15,0 0-14 16,0 0-18-16,-14-47-6 16,32 47-6-16,2 2 6 15,3 21 11-15,1 3 3 0,-1 5-3 16,-3 0-2-1,-7 0-1-15,-1-7 0 0,-5-4-3 16,-4-6 5 0,-1-6-1-16,0-2 0 15,-2-6 3-15,0 0 10 0,0-4 14 16,0-14-16-16,0-7 1 16,0-4-10-1,0-4-2-15,0 1 1 0,6 2-6 16,2 5-2-16,2 12-2 15,2 7 0 1,2 6-8-16,0 0-3 0,1 21 18 16,0 4 3-1,-2 3-4-15,3-3 3 0,-6-2-2 16,-4-4-3-16,3-3-2 16,-2-5-31-16,-3-5-106 15,-2-6-164-15</inkml:trace>
  <inkml:trace contextRef="#ctx0" brushRef="#br0" timeOffset="112736.1">17637 3314 725 0,'0'0'31'16,"0"0"-2"-16,0 0-10 0,0 0-13 15,0 0-11 1,40-45-3-16,-18 55 3 16,-3 18 12-16,-2 0-1 15,-2 6-1-15,-6-5-1 16,0-6 0-16,-7-4 4 0,-1-7-4 16,2-7 1-1,-1-3-2-15,-2-2 2 0,2 0 3 16,0-11-2-1,1-14 6-15,3-6-5 0,-1-2 6 16,-2 0 2-16,4 8-4 16,-5 6-4-16,5 10-6 15,2 9-3 1,1 0-14-16,4 16 14 0,0 8 10 16,8 2-3-16,-3-1-3 15,2-3 0-15,-1-10-4 16,3-9-2-16,-1-3-12 15,4 0-6 1,-1-15-27-16,-5-8-7 0,-3-1 4 16,-3 1 32-16,-8 2 20 15,-4-1 16-15,-2 6 33 16,0 1 28-16,0 7-14 16,0 1-7-16,0 1-4 15,0 6-11-15,0 0-19 0,0 8-17 16,0 20-6-1,0 6 6-15,0 9-2 0,4-1-1 16,9-1-1 0,0-6 0-16,0-10 1 15,-5-8-2-15,3-7 2 16,0-10-6-16,-1 0-22 16,4-16-61-16,-2-22-60 0,2-14-185 15</inkml:trace>
  <inkml:trace contextRef="#ctx0" brushRef="#br0" timeOffset="112874.18">18144 2991 746 0,'0'0'69'0,"0"0"18"16,0 0-35-16,0 0-34 16,0 0-18-1,-49-35-16-15,38 35-144 0,-2 0-503 16</inkml:trace>
  <inkml:trace contextRef="#ctx0" brushRef="#br0" timeOffset="113344.22">18267 3277 473 0,'0'0'36'16,"0"0"8"-16,0 0 13 15,0 0-24-15,0 0-5 16,0 0-2-16,88-20-10 16,-73 40-1-16,2 5 8 15,-5 5 13-15,0-3-7 0,-6-2-6 16,-2-4-4-1,4-7-9-15,-6-3-4 0,1-7-6 16,-3-4 2 0,0 0 5-16,0-4 4 0,0-15-2 15,0-10 2-15,0-5-6 16,3-1 0-16,3-1-5 16,-2 5 6-16,1 10-3 15,1 8 2 1,3 11-1-16,-3 2-6 15,7 2-5-15,0 17 13 16,2 4 0-16,1 0-1 16,0 1-3-16,0-5 0 15,0-4-1-15,6-4-2 0,4-6-39 16,2-5-86 0,4 0-124-16</inkml:trace>
  <inkml:trace contextRef="#ctx0" brushRef="#br0" timeOffset="113754.21">18910 3152 681 0,'0'0'95'0,"0"0"-7"15,0 0-14-15,0 0-38 16,0 0-20-16,-99 69-13 16,84-38 1-16,6 1-4 0,4-6 0 15,5-4-1 1,0-9 1-16,0-7-1 15,17-6-8-15,6 0 4 16,3-10 0-16,4-15-21 0,0-6 1 16,-2-3 8-1,-8 2 13-15,-4 5 5 16,-7 4 6-16,0 7 11 16,-7 9 25-16,-1 5 0 15,2 2-20-15,1 0-21 16,1 19-2-16,1 8 6 15,1 8-4-15,-3 9 3 0,-4 0-3 16,0 6 1 0,0 2-1-16,0-2 1 0,0 1-2 15,-6-7 1 1,-3-6-3-16,-2-7 1 0,1-11 1 16,-2-12-4-16,-4-8-6 15,-12-6-105 1,-5-32-193-16</inkml:trace>
  <inkml:trace contextRef="#ctx0" brushRef="#br0" timeOffset="114343.96">19818 2982 493 0,'0'0'98'15,"0"0"-11"-15,0 0-36 16,0 0-31-16,0-11-32 15,25-2 20-15,11-3-6 16,4-3 5-16,10-1-4 16,-5 3-1-16,-7 4-2 15,-12 5-3 1,-10 8-34-16,-16 0-109 0,0 2-126 16</inkml:trace>
  <inkml:trace contextRef="#ctx0" brushRef="#br0" timeOffset="114604.32">19932 2935 454 0,'0'0'101'0,"0"0"-12"0,0 0-17 16,0 0-35-16,0 0-19 16,0 0-2-16,-6 81 10 0,6-46 1 15,0 8 2 1,4 1-4-16,7 5-3 0,0 1 0 15,-1-3-7 1,-1-4 12-16,2-4-26 16,-1-7 2-16,-1-11 0 15,2-6-3-15,-3-11-3 16,4-4-33-16,-2-4-62 0,-2-25-39 16,6-6-158-16</inkml:trace>
  <inkml:trace contextRef="#ctx0" brushRef="#br0" timeOffset="115392.86">20154 3169 676 0,'0'0'0'0,"0"0"19"0,0 0 19 15,0 0-15-15,53 120-12 16,-35-95-5-16,-8-5-2 15,2-8-1-15,-6-1 1 16,-2-8 1-16,-2 0 0 16,0-3 7-16,-2 0 9 15,0-12 14-15,2-10-8 16,0-6-12-16,3-7-6 16,4-2-4-16,-1 2-4 15,5 6-1-15,0 8-2 16,0 11-3-16,2 10-3 15,2 0-9-15,1 15 19 0,-4 13 5 16,4 5-4 0,-4-2 1-16,4-1-1 0,-3-3-3 15,2-6 1-15,2-8-1 16,3-6 0-16,6-7-4 16,4 0-1-16,2 0 0 15,8-18-8 1,-6-2 3-16,-3-2-7 0,-7 0 9 15,-10-1 2 1,-6-1 8-16,-10-2 2 16,0 3 12-16,0 4 14 15,0 3-4-15,-10 4 11 0,0 6 8 16,-1 5-21 0,2 1-15-16,1 0-7 0,2 1-5 15,6 17-2 1,0 4 3-16,0 1 0 0,2 0 1 15,14-4 0-15,2-5-3 16,2-4-4-16,3-8-12 16,9-2-3-16,7-5 4 15,2-19 0-15,4-5 15 16,-4-6 1-16,-7 0-17 16,-10 1 11-16,-13 8 9 15,-11 8 5-15,0 4 13 16,-4 8 24-16,-18 6-3 0,5 0-8 15,2 19-20 1,2 7-9-16,4 5 1 16,9 4-1-16,0 0 0 0,11-6-2 15,21-7-1 1,9-9 1-16,9-9 2 0,1-4 3 16,3 0-7-1,-8-20-9-15,-12-3-72 16,-18-2-48-16,-13 4-325 15</inkml:trace>
  <inkml:trace contextRef="#ctx0" brushRef="#br0" timeOffset="128259.7">13110 4071 326 0,'0'0'9'0,"0"-2"-4"0,0 2-2 15,0 0 1 1,0 0 0-16,0-2-1 0,0 0 4 16,14-4 4-1,8 3 21-15,14-5 7 16,8 0-12-16,16-4-6 0,9-3-6 16,12 0-4-1,14-5-7-15,0-1-1 0,10-1-2 16,2 3 2-1,8 1-2-15,-3 4-1 16,4 1 1-16,7 2 0 16,4 2 0-16,6-1-1 0,2-2 2 15,9-1-2 1,7-3 3-16,4-3 17 0,6-3-13 16,8 1-5-1,-2-2-2-15,-1 3 0 0,-5 2 0 16,-2 5 0-16,-2 4 2 15,-4 3-1 1,4 2-1-16,4 0 0 0,6 1 3 16,-2-1 1-16,7-4 7 15,-6-1 2-15,-3 5-6 16,-3 0-2-16,-9-1-3 16,1 3 0-16,-2 1-2 15,0 1 0-15,4 0 2 0,-1-3-1 16,6 3-1-1,0 0 1-15,1 0 0 0,-3 0-1 16,-2 0 0 0,-5-2 2-16,1-9-4 0,-1-8 4 15,-4-5-6-15,1 1 9 16,-10 2-4 0,-7 1 0-16,-9 7-3 15,-10 5 4-15,-12 8-2 16,-5 0 0-16,-8 0 0 0,-6 0 1 15,-3 2-1 1,-5-2 1-16,-1 0-1 16,-9 0 0-16,-2 0 0 15,-5 0 0-15,-11 0-1 16,0-3 2-16,-6-1 0 16,-1-2-1-16,1-2 0 0,6-3 2 15,5-7-2-15,7-5-1 16,6-6 0-16,7-8-1 15,0 1 4-15,2-6-2 16,-6 2-1 0,-7-3 2-16,-6-2-1 0,-7 0 0 15,-7-8 2 1,-4-1-3-16,-8-1 3 16,-2-3 0-16,-6 0-1 0,-10 0 2 0,-4 4 0 15,-4 4-2 1,-2 1 1-16,-26 5 2 0,-12 4 0 15,-10 7-2 1,-11 3 0-16,-7-1 1 16,-12 8-2-16,-6 0-3 0,-4 1 2 15,-14 5 2 1,-3 3-2-16,-9 5 1 16,-9 3 1-16,-6 6-4 15,-7 0 2-15,-5 0-1 0,2 14-1 16,-4-1 2-16,-1 0 2 15,0 1-3 1,0-2 1-16,3-3 1 16,4 1-1-16,1 4 0 15,7 0 1-15,-4 6-1 0,-6 4-1 16,-5 1 2-16,-9 6-3 16,-4 1-1-16,-9 4 4 15,-3-2 0 1,-5 1-1-16,-4 3 1 0,2-1-1 15,1-1-1 1,4-3 3-16,6-2-2 0,14-6 0 16,5-4 1-1,4-7 0-15,2-5 1 16,1-3-2-16,-2-2-2 0,-4 0 2 16,3 0-1-16,-2 2 2 15,0 1-3-15,-3 1 2 16,3 2 1-16,4-4-1 15,4-1 0-15,5-3 1 16,12-2 0-16,9 0-1 16,7 0 1-16,-1-12-1 15,-1-1 4-15,-5 1-3 16,-2 1-2-16,-4 1 0 16,-7-1-3-16,2 3 4 0,3-2 1 15,6 1-1 1,3-3-1-16,7-1 2 15,9-2-1-15,1 1 2 16,7-1-1-16,-1 2-2 16,0 1 1-16,6 2-2 15,2-1 2-15,5 2 0 16,7-1-1-16,7 3 2 16,5-2 1-16,6 5-1 15,3-1-1-15,-4 5-7 16,-4 0 4-16,-7 0-5 15,-11 12 9-15,-13 8-11 16,-9 10 8-16,3-4 5 16,-3 5-14-16,11 1-2 15,11-3-7-15,15 0 25 0,8-6-4 16,14 2-2-16,3-1 1 16,7 4-6-16,5 9 2 15,-2 7 3 1,5 15-2-16,6 10 1 0,-4 9 4 15,10 6-2-15,4 3 2 16,2-4-3 0,0-5 3-16,6-3-2 0,14-5-3 15,-3-9 3-15,0-5 2 16,3-3 0 0,-5-5 0-16,-3-9 4 0,-1-5 0 15,0-6 4-15,-5-5-1 16,1-10-2-16,0-2-1 15,-3-10-2-15,0 4-2 16,-2-5 1-16,0 1-1 16,-2-1 3-16,0 0-4 15,0 0 0-15,0 0 3 16,0 0-4-16,0 0 0 16,0 0-10-16,0 0-36 15,0 4-101-15,0-2-185 16</inkml:trace>
  <inkml:trace contextRef="#ctx0" brushRef="#br0" timeOffset="133304.16">20943 12241 156 0,'2'0'47'0,"-2"-2"-27"15,0 2 10-15,0 0 21 16,0-2-6 0,0 0-10-16,0 2 4 0,0 0 8 0,0 0 13 15,0 0-15 1,0-2-18-16,2 2-15 15,6-4-1-15,-2 3 2 16,4-5 7 0,1 0-2-16,2 0-6 0,2 4 0 15,5-2-7-15,3 0 0 16,8 2-2-16,1-2-1 16,4 3-1-16,-2-5 1 15,-1 3-3-15,-7 2 2 16,-4-1 0-16,-10 2-1 15,-4-3 1-15,0 3 0 16,-6 0 1-16,-2 0 0 16,0 0-1-16,0 0 2 0,0 0-1 15,0 0-2 1,2 0-1-16,-2 0 3 0,0 0 0 16,0 0-1-16,0 0 1 15,0 0 5 1,0 0 5-16,0 0 6 15,0 0 0-15,0 0-4 16,0 0-8-16,0 0 0 0,0 9-4 16,0-2-1-1,0 3-2-15,0 0 4 16,0 1-4-16,0 1 4 16,0 2-3-16,-2-1 2 15,-6 5 0-15,0 1 0 0,-2 2 6 16,-4 4-3-16,2 3 0 15,-1 3 1-15,-4 3-5 16,-3 1 2-16,1 6-2 16,-3 0 0-16,0-1 0 15,2-3 0-15,2-2 0 16,5-7-1-16,2-3 0 16,5-7 1-1,4-6-3-15,2-5 2 0,0-1 0 16,0-2-1-16,0-2 1 0,0 2-3 15,0-4 2 1,0 0-25-16,0 0-77 16,0 0-160-16</inkml:trace>
  <inkml:trace contextRef="#ctx0" brushRef="#br0" timeOffset="134104.35">21092 12591 238 0,'0'0'53'0,"0"0"16"16,0 0-2-16,-8-15 0 15,3 13-11-15,2 0-2 16,-1 0-11-16,0 2-8 0,0 0-2 16,2 0 3-1,0 0 1-15,0 0-4 0,-1 0-10 16,3 0-8-1,0 0-6-15,0 0-1 0,0 0 1 16,0-2 5 0,0 2-5-16,0 0-1 0,0 0 0 15,0 0-1 1,0 0-5-16,0 0 0 0,0 0-1 16,0 0-1-16,0 0 0 15,0 0-1-15,0 0-1 16,0 0-1-16,0 0 2 15,15 0 2-15,5 0-1 16,6 8 0-16,0-2 1 16,-1 1 0-16,-1 1-1 15,-5 0-1-15,-6-2 2 16,2-1-2-16,-4 1-10 16,-3-6-77-16,-4 0-200 15</inkml:trace>
  <inkml:trace contextRef="#ctx0" brushRef="#br0" timeOffset="142233.91">20965 10283 475 0,'0'-3'10'0,"0"-1"-6"0,0 2 20 15,0 2-12 1,0 0-5-16,2 0-7 0,11 0 5 16,4 13 9-1,-2 12 6-15,0 5 8 0,0 4 1 16,1 2-1-16,-4-2-6 16,2-4-7-16,-6-3-5 15,4-8-2 1,-2-8-4-16,-4-7 3 15,4-4 2-15,2 0 1 0,9-21 12 16,11-19 12-16,16-17-13 16,18-20-1-1,20-16-12-15,9-10-2 16,10-3-2-16,-8 17-1 16,-15 20-3-16,-26 36-14 15,-30 33-74-15,-26 16-218 0</inkml:trace>
  <inkml:trace contextRef="#ctx0" brushRef="#br0" timeOffset="144534.28">6654 6129 421 0,'-4'-1'35'0,"2"1"-13"15,0-5 4 1,-1 5 0-16,3-1-14 16,0 1-11-16,0 0-5 15,0 0-2-15,0 0-1 0,11 1 9 16,4 12 4 0,2 4-1-16,3 2 2 15,-7-2-1-15,2-2-3 0,-6-3 2 16,-3-6-3-16,3 0-1 15,-5-6 4-15,5 0 1 16,1 0 2 0,1-8-1-16,4-14 1 0,1-4 12 15,0-7-11-15,2-6-4 16,-6 4-2-16,2 4 1 16,-6 4-3-16,-2 6-5 0,-1 9 8 15,-3 2-3 1,2 9-2-16,3 1-10 0,-1 0-60 15,5 3-99 1,-3 17-133-16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5-21T04:26:46.692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</inkml:brush>
  </inkml:definitions>
  <inkml:trace contextRef="#ctx0" brushRef="#br0">14314 2145 315 0,'0'0'65'0,"0"0"-20"15,0 0-8 1,0 0-4-16,0 0-9 0,0 0-14 16,0 0-18-1,24 0-8-15,15 0 6 0,19-4 20 16,19-8 26-16,15-3-34 0,16-8-6 16,-3-2 10-1,-6-1-2-15,-13 3-5 16,-19 5-3-16,-23 7-49 15,-18 5-193-15</inkml:trace>
  <inkml:trace contextRef="#ctx0" brushRef="#br0" timeOffset="312.7">14290 2389 394 0,'0'0'-44'0,"0"0"72"16,0 0-7-1,143-37-12-15,-68 12 8 0,17-4-3 16,16-6-3-16,4 2-8 16,-4-1-1-1,-8 4-4-15,-15 9-6 0,-27 2-49 16</inkml:trace>
  <inkml:trace contextRef="#ctx0" brushRef="#br0" timeOffset="2362.56">8842 2196 109 0</inkml:trace>
  <inkml:trace contextRef="#ctx0" brushRef="#br0" timeOffset="2431.21">8669 2177 39 0,'-36'0'-20'0,"4"0"43"15,0 0 14-15,4 0-46 16</inkml:trace>
  <inkml:trace contextRef="#ctx0" brushRef="#br0" timeOffset="3191.63">8227 2126 141 0,'0'0'18'15,"0"0"2"-15,0 0 12 0,0 0-21 16,0 0-3 0,28 0-3-16,-14 1-8 0,2 5 7 15,6 5-1-15,6-4 2 16,0 0-4-16,6 4 1 15,9-6-1-15,7-2-2 16,8-3 2 0,9 0-2-16,15 0 5 15,12-13-9-15,14-6 7 0,12-3 4 16,7 3-1-16,11-2 8 16,6 4-6-16,8 1-2 15,7 3-3-15,10-1 3 16,10-2 1-16,-2 1-4 15,2-1 9-15,-2 1 1 16,-8-2 6-16,-11-1-6 16,-16 5 1-16,-11-1-7 15,-13 3-1-15,-23 0-1 0,-17 5-3 16,-24 4 2 0,-20 2-6-16,-15 0 3 0,-10 0-9 15,-9 0 31 1,0 0 28-16,0 0-15 0,0 0-13 15,0 0 0 1,0 0 4-16,0 0-10 0,0 0-9 16,-7 0-7-1,-3 0 0-15,-7 2-8 16,-7 3-24-16,-4-5-263 16</inkml:trace>
  <inkml:trace contextRef="#ctx0" brushRef="#br0" timeOffset="4339.2">17615 1488 368 0,'0'0'29'0,"0"0"37"0,0-21-12 15,0 13-21-15,0 1-1 16,0-1-12-16,0 0-9 16,12 0-26-16,10-1 23 15,10 1-9-15,6 0-2 0,8 3-1 16,-3 1 2 0,-1 2-9-16,-13-1-108 0,-12-4-337 15</inkml:trace>
  <inkml:trace contextRef="#ctx0" brushRef="#br0" timeOffset="5228.27">18419 994 479 0,'0'0'3'0,"0"0"-2"15,0 0 0-15,0 0-10 16,0 0 9-16,-4 83 3 15,2-37-2 1,2 4 2-16,0 0 1 0,0 3-2 16,0-5 0-16,6-3-1 15,8-7 1-15,-4-5-3 16,-4-6 4-16,3-9-2 16,-4-5 0-16,-3-5-1 15,0-6 2-15,-2-2 7 16,0 0 7-16,0-20 19 15,0-9-26-15,0-11-4 16,0-10-6-16,0-5 18 16,0-2-12-16,0-2-3 15,0 3-2-15,0 6 4 0,4 7-5 16,0 8-1 0,-1 12 6-16,-1 5-2 0,0 11 1 15,-2 3 1 1,2 4-10-16,2 0-10 15,5 17 6-15,-2 15 14 16,4 8 0-16,1 10-2 16,-3 2-4-16,-1 3 6 15,1-6-2-15,-4-7-1 0,3-8 0 16,-2-4 1 0,0-13-2-16,0-5 0 0,0-6-2 15,-3-6-1-15,4 0 2 16,2-10-13-16,2-17 22 15,4-13 25-15,2-7-19 16,0-6-15 0,-2-1 10-16,-2 6-7 0,-4 5 4 15,-3 11 3 1,-1 7 5-16,-5 11-9 0,2 4-3 16,-2 6 1-16,0 4-6 0,6 0-17 15,2 0-4 1,2 20 18-16,2 10 17 15,-2 6-6-15,6 8 5 16,-3 0-6-16,0 3-4 16,-3-2 4-16,4-7-2 0,-4-3-1 15,1-7-2 1,4-3 1-16,-4-7-2 0,6-8-19 16,2-8-59-1,3-2-104-15,2-10-77 16</inkml:trace>
  <inkml:trace contextRef="#ctx0" brushRef="#br0" timeOffset="5578.31">19121 946 407 0,'0'0'22'0,"0"0"11"0,0 0-15 16,0 0-14-16,-95 75 0 15,88-44-2 1,6 3-2-16,1-3 2 0,0-2-5 16,1-4 2-1,17-4-2-15,6-1-10 16,2-5 17-16,2-1-1 0,2-3-4 16,-6 1 5-16,-3-2-5 15,-7-2-3-15,-7 1-9 16,-7 2-4-16,0 6 17 15,-2 3 4 1,-19 5-1-16,-5 3 2 0,3-1 1 16,1 2-2-16,4-6-4 15,8-3-1-15,8-7-2 0,2-7-3 16,0-6-23 0,0 0-181-16</inkml:trace>
  <inkml:trace contextRef="#ctx0" brushRef="#br0" timeOffset="5909.02">19370 1057 380 0,'0'0'26'15,"0"0"-20"-15,111-46-4 16,-69 29-1-16,-1-1 0 0,-2 2-1 15,-9 1-6-15,-5 1-9 16,-9 4-50-16,-6 1-123 16</inkml:trace>
  <inkml:trace contextRef="#ctx0" brushRef="#br0" timeOffset="6180.73">19536 976 450 0,'0'0'33'0,"0"0"-15"16,0 0-21-16,0 0 0 0,0 0 5 15,-4 100-2 1,4-57 2-16,0 1 0 0,0 3 1 15,0 0-2 1,0-2 0-16,0 5-1 16,0-3 0-16,-2 2-1 15,-7-9-31-15,-1-7-320 16</inkml:trace>
  <inkml:trace contextRef="#ctx0" brushRef="#br0" timeOffset="16079.22">7093 2801 241 0,'1'-2'52'0,"-1"-1"15"0,0 3-8 16,0 0-16-16,0 0-3 15,0 0 1-15,0 0-13 16,0 0-19-16,0 0-5 15,0 0-3-15,0 0-2 16,0 0 2 0,0 6-2-16,0 9 6 0,0 4-1 0,0 4-4 15,6 4 4 1,-4 0-4-16,2 4-1 0,1 1 1 16,1-1 1-1,5-3 0-15,-5 0 1 16,3-6-2-16,-3-2-1 15,3-5 2-15,-7-3 0 16,5-4 0-16,-5 0-1 16,0-4 1-16,-1-1-3 15,2-1 2-15,1-2-12 0,-4 0-110 16,0 0-123 0</inkml:trace>
  <inkml:trace contextRef="#ctx0" brushRef="#br0" timeOffset="16512.03">7036 3066 358 0,'0'0'57'0,"0"0"-28"16,0 0-6-16,0 0-12 15,0 0-8-15,0-3-4 16,0 3-2-16,0 3-3 16,0 13 10-16,6 1-2 15,4 4 0 1,-1 3 4-16,2-3-5 0,-3 1 2 16,1-5-1-16,2-5-1 15,-5-1-2-15,1-4 1 16,-3-4-1-16,-1-3 2 0,0 0-6 15,4 0-3 1,0 0 1-16,1-14 21 16,7-5 34-16,0-8-32 15,3-1-10-15,-4 5 26 16,-2 2-26-16,-4 4-7 16,-2 6 3-16,-2 8-4 15,-2 3-14-15,1 0 14 16,1 0-7-16,3 8-18 15,3 1-138-15</inkml:trace>
  <inkml:trace contextRef="#ctx0" brushRef="#br0" timeOffset="23708.35">7141 3841 211 0,'2'0'30'0,"0"0"-18"16,-1-2-1-16,6-3-8 16,-2-1-4-16,2-1 0 15,-1-2 3-15,4 1-2 16,0 0 2-16,0-1-1 0,-2 1 1 15,2 0-4 1,-4 2 2-16,0 3-4 0,-4-2 5 16,0 5-4-1,0 0 13-15,-2 0 2 0,0 0 5 16,0 0 14-16,0 0-10 16,-2 0-15-1,-10 0-6-15,-4 6 0 16,2 4 0-16,-4-1 0 15,3 1 2-15,1-2 0 0,5-2 0 16,0-2 0 0,1-4 2-16,5 2 3 0,1-2 1 15,2 0-4-15,0 0-3 16,0 0-6-16,0 0-8 16,0-2 16-16,0-10 14 15,15-4-13-15,-4 1-3 16,3-2-2-16,2 1 2 15,-6 5 0-15,0 1-1 16,-3 6 2-16,-2 0-3 16,-3 4 0-16,-2 0-6 15,0 0 17-15,0 0-8 16,0 12-7-16,-12 5-16 16,-6-1-245-16</inkml:trace>
  <inkml:trace contextRef="#ctx0" brushRef="#br0" timeOffset="35212.37">3277 3909 273 0,'0'0'56'0,"0"0"8"0,0 0-24 16,0 0-19-1,0-2-5-15,0 2-2 16,0 0-4-16,0 0-7 16,0 0-3-16,0 0-3 15,0 0 0-15,2 6 8 0,0 9 3 16,0 3 3 0,0 6 3-16,0 2 3 0,0 3-2 15,0-1-8 1,1 4-3-16,-1-1-1 0,2-2 0 15,-2-3 1 1,-2-2 3-16,2-3 2 0,0-2-1 16,-2-5 2-1,5-2-5-15,-5-3 6 0,2-3-4 16,-2-2 0-16,2-2 2 16,-2 2-1-1,0-4 1-15,0 0-3 16,2 0 0-16,-2 0-4 15,2 0-3-15,3 0 2 16,7 0-2-16,6 0 1 16,6 0 0-16,8-6 1 0,6-4-1 15,1 1 1-15,-2 1-1 16,-5 0 1-16,-7 2-1 16,-9 5 1-16,-6-2-1 15,-5 3 0-15,-5-1 1 16,0 1 0-16,0 0 1 15,0 0 2-15,0-2-2 16,0 2 0-16,0 0 1 16,0 0-1-16,0 0 0 15,0 0 2-15,0 0-1 16,0 0-1-16,0 0-1 16,0 0 0-16,0 0-2 15,0 0 1-15,0 0 0 0,0 0 1 16,0 0-2-1,0 0 2-15,0 0 0 16,0 0-1-16,0 0 2 16,0 0-1-16,0 0 2 15,0 0-2-15,0 0-1 0,0 0 1 16,0 0-1-16,0 0-1 16,0 0 2-16,0 0-1 15,0 0 0-15,0 0 0 16,0 0-1-16,0 0 0 15,0-2 0 1,0 2-1-16,0 0-1 0,0 0 1 16,0 0-2-1,0 0 0-15,9 0-4 0,3 2-5 16,2 4-118-16,1-5-271 0</inkml:trace>
  <inkml:trace contextRef="#ctx0" brushRef="#br0" timeOffset="49118.77">5691 6251 92 0,'0'0'9'0,"0"0"-3"15,0 0-1-15,0 0-3 16,0 0-2-16,0 0-15 15</inkml:trace>
  <inkml:trace contextRef="#ctx0" brushRef="#br0" timeOffset="52875.19">6209 7145 443 0,'0'0'26'16,"0"0"-15"-16,0 0-14 15,0 0-3 1,26-9 18-16,-5 1-6 0,5 2-3 16,-2 1-11-1,2-1 20-15,-5 0-7 0,-1 2-3 16,-5-2-4-16,-2 4 6 16,-3-2-5-16,-6 4 3 15,-1-1-1-15,-3 1-1 16,0 0 5-16,0 0 6 0,0 0 2 15,-9 0 6 1,-12 0-16-16,-7 7-1 16,-4 5-1-16,-3 3-1 15,-2-1 2-15,9-1-1 16,7-3 0-16,5-2 0 0,8-4-2 16,6-1-6-1,2-3 0-15,0 0 2 0,0 0-9 16,13 0 8-1,6 0 3-15,10-6-2 16,5-5 2-16,0-7 0 16,0 3-4-16,1 2 17 15,-12-1-17-15,-3 6 7 16,-3 1-4-16,-11 3 1 0,-4 2 8 16,1 2-2-16,-3 0 3 15,0 0 1-15,0 0-6 16,-9 0 1-16,-10 9-111 15</inkml:trace>
  <inkml:trace contextRef="#ctx0" brushRef="#br0" timeOffset="54060.63">3066 8222 421 0,'0'0'32'0,"0"0"22"0,0 0 19 15,-4 0-18 1,4 0-20-16,0 0-16 16,0 0-9-16,0 0-3 15,0 0-7-15,0-4-7 0,0-4 4 16,18 1 12 0,9-8-6-16,9 2-4 15,4-6-3-15,-4 4 6 16,-2-1-1-16,-10 4 0 0,-7 5-1 15,-7 5-3-15,-5-1 3 16,-5 3 2 0,0 0 3-16,0 0 1 0,-5 0 0 15,-12 0-3-15,-7 9-3 16,-6 3 0-16,-2 4 1 16,0 3-2-16,2-1-2 15,6-5 5-15,5-2-1 16,6-4 0-16,4-3-2 15,5-4 2-15,4 0-1 16,0 1-1-16,0-1-2 16,0 0 0-16,0 0-2 0,0 0-4 31,0 0-1-31,13 0 0 0,8-1 4 16,7-12-11-16,0-3 23 15,1 4-23-15,-9 0 19 16,-4 5 7-16,-8 4-13 15,-6 3 1-15,-2 0 16 16,0 0-4-16,0 0-3 16,0 2-4-16,0 6-5 15,-6 4-27-15,4 0-79 16,2 0-105-16</inkml:trace>
  <inkml:trace contextRef="#ctx0" brushRef="#br0" timeOffset="54969.42">6067 8125 382 0,'0'0'55'16,"0"0"1"-16,0 0-18 15,-2-3-22-15,2-1-8 16,4 2 1-16,16-7 2 16,4 1-4-16,6-5 3 15,4-2 1-15,5 0-5 0,1-1-2 16,-3-2-2 0,-2 5-1-16,-8 1 0 0,-7 7 0 15,-7-1 0 1,-9 6-1-16,0 0 1 15,-4 0 3-15,0 0-3 16,0 0-2-16,0 0 0 0,0 0-1 16,3 0 2-1,-1 0 3-15,-1 0-3 16,2 0 0-16,-1 0 1 0,-2 0-2 16,0 0-8-1,-2 0-183-15</inkml:trace>
  <inkml:trace contextRef="#ctx0" brushRef="#br1" timeOffset="-150317.53">6286 7078 236 0,'0'0'34'16,"2"-4"-12"-16,-2 2-5 16,0 2-11-16,0 0-4 15,0 0-1-15,0 0 7 16,0 0 8-16,0 0 1 16,0 0 2-16,0 0 13 15,0 0-2-15,2 0 5 16,-2 0 0-16,0 0-2 15,0 0-7-15,0 0-15 16,0 0-6-16,0 0-3 16,0 0-2-16,3 0-2 0,-3 0-20 15,0 0-114 1</inkml:trace>
  <inkml:trace contextRef="#ctx0" brushRef="#br2" timeOffset="132142.7">6117 7111 97 0,'0'0'-13'0,"0"0"39"0,0 0 15 16,0 0 5-16,0 0-28 15,0 0-12-15,0 0-5 16,0 0-1-16,0 0 2 0,0 0-5 15,0 0-41 1,0 0-93-16</inkml:trace>
  <inkml:trace contextRef="#ctx0" brushRef="#br2" timeOffset="188513.65">2607 8713 40 0,'0'0'7'15,"0"0"5"-15,0 0 29 16,0 0 10-16,0 0-7 16,54 25-11-16,-49-6-1 15,-1 2-13-15,-2 2-9 0,-2 2-7 16,0-2 0-1,0-2-19-15</inkml:trace>
  <inkml:trace contextRef="#ctx0" brushRef="#br2" timeOffset="201243.74">7875 11590 58 0,'-7'-1'-6'16,"2"-1"-10"-16,1 2-20 15</inkml:trace>
  <inkml:trace contextRef="#ctx0" brushRef="#br2" timeOffset="-140094.59">9686 3698 419 0,'0'0'-6'0,"0"0"22"0,0 0-7 16,0 0-5-16,123-47 0 15,-87 31-3-15,-3 7-2 16,-7 0 1-16,-12 2-16 15,0 4-269-15</inkml:trace>
  <inkml:trace contextRef="#ctx0" brushRef="#br2" timeOffset="-121388.79">16184 6328 412 0,'0'0'9'16,"0"0"2"-16,0 0 2 15,0 0 0-15,0 0-7 0,89-56-2 16,-60 51-4 0,-1 2 1-16,-2 2-3 15,-6 1-26-15,-6 0-321 16</inkml:trace>
  <inkml:trace contextRef="#ctx0" brushRef="#br2" timeOffset="-119774.51">18445 6322 620 0,'0'0'-17'0,"0"0"18"16,0 0-1-16,0 0-8 0,0 0-125 16,-6 0-317-1</inkml:trace>
  <inkml:trace contextRef="#ctx0" brushRef="#br3" timeOffset="176854.5">7436 6098 167 0,'0'0'55'16,"0"0"7"-16,0-4-10 16,0 2-6-16,0-4-3 15,0 2-9-15,0 3-7 16,0-3 0-16,0 4-3 0,0-2-4 16,0 2-7-1,0-4-8-15,0-2-4 16,3 0-1-16,11-6 1 15,1 1 2-15,2-3-3 0,5-1 3 16,-1 0-2-16,2-3-2 16,1 1 0-16,6-2 3 15,-2 1-3 1,3-2 1-16,-3 6 1 0,-4 1-3 16,-9 6 3-16,0 2-1 15,-11 4-3 1,-4 1-6-16,0 0 22 0,0 0 7 15,-6 12-10-15,-12 2-9 16,5 3 3-16,-2-3 0 16,-2 4-1-1,0 4-2-15,-3-3-1 0,-1 2 1 16,-4 0 2 0,4 1-3-16,-1-3 3 0,2-1-1 15,0-3 1-15,5-3-1 16,0-5 4-16,6 1-3 15,-2-4 0-15,5 1-1 16,4-5 0-16,0 0 2 16,2 0 1-16,0 0-8 15,0 0 0-15,0 0 5 0,0-5 7 16,0-4-7 0,0-7 2-16,2-1 0 0,13-5-1 15,0-1-5 1,5 0 6-16,8-4-3 15,-2 4-1-15,2-1-1 16,-3 7 2-16,-1 4-1 16,-12 4 0-16,0 7 1 15,-8 2-2-15,-4 0-5 16,0 0 1-16,0 2 11 16,-16 14 0-16,-3 2-6 15,-2 5 0-15,-5 2 2 16,-3 2 1-16,2 0-3 15,-1-2 2-15,4-1-1 0,3-5-1 16,2-6 1 0,8-2-1-16,-1-3 0 0,9-2-1 15,1 0-3 1,2-1-3-16,0 1-38 16,0-1-110-16,0-5-194 0</inkml:trace>
  <inkml:trace contextRef="#ctx0" brushRef="#br4" timeOffset="196560.07">8311 5698 330 0,'0'-9'69'0,"0"2"-29"0,-4-1 3 15,-9 2-3 1,0-3-25-16,-9 3-2 15,-2 0 11-15,-5 1-5 16,-8 2 11-16,-6 3-9 16,-8 0-5-16,-3 0-3 0,-4 0-6 15,-2 8 23 1,-3 9-19-16,5 5-7 0,2 3 9 16,8 4 0-1,3 3-10-15,3 6 4 0,4 2-1 16,4 2 2-1,4 5 0-15,6 0-2 16,7 1 2-16,8 4-5 16,9 3 2-16,0-2-3 0,16 4 1 15,19-3 3 1,12-2-7-16,11-5 3 0,13-4-4 16,9-11 8-16,7-7-12 0,15-13 9 15,1-6-6 1,0-6 10-16,-4-12-18 0,-4-19 8 15,-10-9-1 1,-11-11-7-16,-11-9 6 16,-12-7-3-16,-12-13-3 0,-13-4 19 15,-14-10-1 1,-9 1 1-16,-3 0 0 0,-13 10 6 16,-23 12 3-1,-12 18 12-15,-8 13 2 16,-7 20-11-16,1 15-13 15,-2 5-3-15,5 19-12 16,7 23 8-16,16 15-15 16,11 8-74-16,16-1-125 0,9-2-295 15</inkml:trace>
  <inkml:trace contextRef="#ctx0" brushRef="#br4" timeOffset="198354.66">10869 3169 531 0,'-12'0'46'0,"3"0"43"16,4 0-41-16,5 0-30 15,0 19-17-15,0 14 4 16,0 10 10-16,12 12 22 16,-2 8 7-16,1 5-3 0,0-2-11 15,-3-6-9 1,-3-10-2-16,1-10-6 0,0-13-8 16,-3-7-3-16,-1-12-2 15,0-6 0 1,0-2 1-16,-2 0 0 15,0-22 0-15,0-15 20 0,0-11-1 16,0-11-11 0,0-11-8-16,0-2-4 15,0 2 3-15,0 10 3 16,-2 12-3-16,-2 9 0 16,4 14-1-16,-3 9 2 0,3 7-1 15,0 7 1-15,0 2-6 16,0 0-12-16,14 13-11 15,9 15 26-15,2 8 16 16,3 7-12-16,-2 4-4 16,-2-3 13-16,-6-7-7 15,-3-4-3-15,-3-14 0 16,-3-8-1-16,-2-6 0 16,1-5-8-16,5-6-5 15,-4-26 19-15,1-8 7 16,0-10-6-16,-4-2-5 15,-2-1-2-15,-4 11 3 16,0 8 3-16,0 13-5 16,0 9 2-16,0 9-1 15,0 3-3-15,8 0-5 16,1 0-4-16,10 15-8 0,5 14 17 16,6 14 19-1,3 5-5-15,1 10-2 16,0 3 0-16,-6-4-7 15,-2-3 2-15,-6-9-5 16,-3-6 1-16,-5-7-1 16,0-3 0-16,-8 3-1 0,0-3 0 15,-2-2-6 1,0-6-13-16,4-9-84 0,1-12-114 16,4 0-209-1</inkml:trace>
  <inkml:trace contextRef="#ctx0" brushRef="#br4" timeOffset="198809.71">11784 3329 547 0,'0'0'77'15,"0"0"-5"-15,0 0-18 16,0 0-11-16,-125-3-18 15,108 16-11-15,2 12-9 16,4 10-2-16,2 4 0 16,1 7 3-16,8 1-2 15,0-5-2-15,0-5-1 0,8-8-1 16,12-5-5 0,8-11-3-16,2-7-1 0,5-6 4 15,-3 0-1 1,0-16 11-16,-4-12 6 15,-9-12-13-15,-3-1 9 0,-15-3-2 16,-1 4 4-16,0 3 1 16,-8 6 22-1,-5 10 33-15,0 6-11 0,7 9-5 16,-1 2-12 0,5 4-14-16,2 0-23 15,0 17-13-15,0 16 11 16,9 8 15-16,14 7-3 15,7 0-4-15,4-3-6 0,6-7-4 16,-2-7-7 0,-1-7-35-16,-5-10-80 0,-4-13-111 15</inkml:trace>
  <inkml:trace contextRef="#ctx0" brushRef="#br4" timeOffset="199460.14">12025 3380 686 0,'0'0'12'15,"0"0"34"1,0 0-36-16,0 0-13 0,0 0 3 16,69-34-1-1,-29 51 4-15,-1 14-15 0,-9 9 15 16,-4 8 6-1,-10 5-6-15,-13-3 2 16,-3-1-1-16,0-15-2 16,0-9 3-16,0-5 2 15,0-20-4 1,0-2-4-16,0-23 4 16,0-15 0-16,9-8 1 0,-1-5 0 15,4-5-4 1,-6 5 4-16,-4 11-1 0,-2 13 9 15,0 10 9 1,0 13 13-16,0 6-1 0,0 0-19 16,0 16-3-16,2 10-7 15,5 3-4-15,6 2 1 16,2 0-2-16,4-4 1 16,5-4-5-1,1-7 4-15,3-7-2 0,2-7-6 16,-2-2-7-16,1 0-7 15,-3-19 5 1,-7-6 15-16,-4-4 7 0,-11-2-2 16,-4 2 9-1,0 3 18-15,0 6 14 0,0 3 7 0,-6 10-4 16,2 1-9 0,2 6-5-16,2 0-25 15,0 0-16-15,0 18 0 16,6 9 14-16,11 6 5 15,6 6-3-15,1 3-3 16,4-5-3-16,-2-6 2 16,0-6-9-16,-3-6-7 15,-5-8-57-15,-3-11-74 16,-6 0-137-16</inkml:trace>
  <inkml:trace contextRef="#ctx0" brushRef="#br4" timeOffset="199604.64">12591 3057 718 0,'0'0'94'15,"0"0"-34"-15,0 0-41 0,0 0-13 16,0 0-17-16,-63 12-66 16,63 10-196-16</inkml:trace>
  <inkml:trace contextRef="#ctx0" brushRef="#br4" timeOffset="200256.41">12816 3459 563 0,'0'0'8'0,"0"0"23"0,0 0 6 16,0 0-1-16,0 0-23 16,0 0-15-16,37-50 1 15,-17 77 2-15,-1 10 15 16,-1 7 3-16,1 9-7 16,-7-2 6-16,-3-1 4 15,-2-8 0-15,-3-9-4 16,0-10-1-16,-2-10-7 15,0-7-4-15,-2-6-1 16,0 0 9-16,0-11 23 16,0-16 11-16,0-10-31 0,0-8-5 15,0-3-7-15,0-2-4 16,0 5 1 0,0 8-3-16,0 11 0 15,2 10-2-15,10 14-2 16,0 2-11-16,2 18 2 15,0 16 13-15,-1 5 16 16,4-1-17-16,-6-2 9 16,0-10-6-16,-5-4-1 0,-1-15 0 15,-1-1 0 1,-2-6-1-16,0 0-1 16,-1 0 0-16,7-18 0 0,1-13 16 15,0-5-10 1,8-4-1-16,-5 1-3 0,-2 8 0 15,0 12 1-15,0 11-4 16,-1 8-3-16,-2 0-6 16,5 19 11-1,-1 10 16-15,2 2-7 0,0 2-6 16,-3 2-1-16,-1-4-1 0,-2-2 1 16,1-4-4-1,1-6-27-15,-2-5-85 0,-1-10-119 16</inkml:trace>
  <inkml:trace contextRef="#ctx0" brushRef="#br4" timeOffset="200686.69">13307 3452 636 0,'0'0'19'0,"0"0"38"16,0 0 36-16,0 0-56 15,0 0-48-15,-6 4-10 16,15 28 32-16,6 9 2 16,-4 3-9-16,4 0 3 0,-5-2-4 15,5-9-1-15,-6-8 0 16,3-10-3 0,0-11-2-16,2-4-4 15,1 0-1-15,5-29 7 0,0-8 4 16,-6-10-1-16,4-3-5 15,-10 2 6-15,-6 4 0 16,-2 11 2 0,0 9 27-16,0 9 56 0,0 7-14 15,0 6-10-15,0 2-24 16,0 0-17-16,0 0-16 16,0 14-24-16,0 17 17 15,4 7 7-15,6 9 2 0,-2 1-4 16,2 1-3-1,2-7-2-15,-3-9-3 16,5-6-12-16,-5-7-81 16,-1-11-83-16,-3-9-234 15</inkml:trace>
  <inkml:trace contextRef="#ctx0" brushRef="#br4" timeOffset="201394.02">13580 3440 502 0,'0'0'5'16,"0"0"20"-16,0 0 20 0,0 0 6 16,0 0-39-1,73-41-5-15,-43 69 15 0,4 7-6 16,0 7-4-16,-4 8 17 16,-3 3-17-16,-3 0 19 15,-4-4-4-15,-12-6-10 16,0-13 0-1,-2-6 5-15,-6-13-7 0,2-8-1 16,-2-3-4-16,0-4 4 0,0-25 15 16,0-8-10-1,0-12-15-15,0-3-5 16,0-5 5-16,0 4-2 16,0 8-1-16,0 10 0 0,0 12-3 15,0 11-6 1,2 12 5-16,10 0-11 0,8 26 8 15,-1 6 6-15,-1 7 1 16,1-1 1 0,-4-8 2-16,-7-5 3 0,-1-5-6 15,-4-11-1 1,3-6 4-16,-4-3-3 16,0 0-4-16,2-11 1 15,0-17 6-15,2-12 5 16,6-6-6-16,-2-4 0 15,4 3-3-15,-4 9-1 0,0 12 1 16,6 17 0 0,-1 9-7-16,0 13-5 0,0 24 8 15,0 10 21-15,2 5-7 16,-5 0 2-16,2-3-7 16,-4-5-3-16,0-12-1 15,-2-2 0-15,-4-9-3 16,-4-7-22-16,0-10-179 15</inkml:trace>
  <inkml:trace contextRef="#ctx0" brushRef="#br4" timeOffset="202076.39">15474 3054 701 0,'0'0'10'16,"0"0"-16"-16,0 0 21 16,0 0 1-16,-62 23-7 15,51-4-4-15,0-1-4 0,3 2 1 16,3-2 1 0,5-3-5-16,0 5-1 0,0-5-4 15,15 2 1 1,9 1 1-16,6 2 3 0,3 0-14 15,-1 4-33-15,-4 4 1 16,-7 6 8-16,-6 6 4 16,-9 3-13-1,-6-1 59-15,0-3-6 0,-10-9 5 16,-10-10 20-16,-6-8 64 0,-4-9 17 16,-2-3-11-1,2 0-21-15,4-7-30 0,1-11-11 16,3 2-5-1,6 0-11-15,6 2-9 16,4 3-8-16,6 3-7 16,0 4-6-16,10 0-43 0,18-2-115 15,9-4-147 1</inkml:trace>
  <inkml:trace contextRef="#ctx0" brushRef="#br4" timeOffset="202376.12">15674 3124 520 0,'0'0'10'0,"0"0"22"16,0 0-9-16,110-25-7 0,-55 8 3 15,6-2-6 1,-5 1-5-16,-8 6-7 0,-12 5-1 16,-10 7-1-16,-12 0 0 15,-9 0-32-15,-5 7-112 16,-2 8-154-16</inkml:trace>
  <inkml:trace contextRef="#ctx0" brushRef="#br4" timeOffset="202654.64">15928 3076 680 0,'0'0'141'16,"0"0"-33"-16,0 0-47 15,0 0-39-15,0 0-26 16,0 0 11-16,-5 95 5 16,5-39 6-16,5 5 7 0,4 8-2 15,-1 1-11 1,3-3 3-16,-3-1-4 16,1-6-4-16,0-6-7 0,-1-11 1 15,-1-8 0 1,4-8-3-16,-5-10 0 0,-2-13-21 15,-4-4-165 1,0-12-436-16</inkml:trace>
  <inkml:trace contextRef="#ctx0" brushRef="#br4" timeOffset="204304.59">8933 6056 201 0,'0'0'47'15,"0"0"27"-15,-6 0 14 0,4 0-6 16,2-3-9-16,-3 2 0 16,3 1-19-16,0 0-21 15,0-2-10-15,0-1-11 16,0 3-6-16,5 0-4 15,14 0 5-15,8 0 5 16,11 0 1-16,9-1 2 16,5-5 0-16,-1-4-6 0,0 1-8 15,-3-1 3 1,-11 0-4-16,-7 1 0 16,-8 3 2-16,-4 0-1 15,-8 0 1-15,-4 4-1 0,-2 0 1 16,-2 2 5-1,-2 0 3-15,0 0-2 16,0 0-13-16,-6 6-2 16,-14 11-10-16,-2-1-153 15,-1-1-250-15</inkml:trace>
  <inkml:trace contextRef="#ctx0" brushRef="#br4" timeOffset="205176.8">9826 5752 445 0,'0'0'40'16,"0"0"6"-1,0 0-21-15,0 0-11 16,0 0 6-16,0-6 7 15,0 12 6-15,-2 11 15 16,-7 6-10-16,-2 7-5 16,3 1-13-16,-5 1-4 0,2-1-12 15,-4-2-1-15,3-2 1 16,-6-6-2-16,0-1 1 16,0-6 3-16,-6-5 2 15,-2-3-2 1,0-4-3-16,3-2 1 0,-1 0 1 15,8-4 3 1,2-14 5-16,10-9-5 0,4-2-6 16,0-3 6-16,0-4-7 0,4 4 1 31,12 7 2-31,-2 7 2 16,3 6-3-16,-4 11-3 0,6 1 0 15,1 0 0-15,3 12-4 16,3 14 4-16,-1 7-1 15,3 8 3-15,-2 0 4 16,-2-1-2-16,0-5 0 16,-3-6-3-16,1-10 0 15,2-7 0-15,-4-7-2 16,0-5-2-16,2 0 3 16,-2-17-1-16,1-2 3 15,-4-2 0-15,-2-1-2 16,-6 7 1-16,2 1 1 0,-7 5-1 15,-2 5-1 1,-2 4 0-16,0 0-23 0,0 0-156 16,-2 10-420-16</inkml:trace>
  <inkml:trace contextRef="#ctx0" brushRef="#br4" timeOffset="208684.43">9335 9287 210 0,'0'-11'73'0,"0"6"36"0,0-1-30 16,-4 1-29 0,-2 2-18-16,-3-3-6 0,0 4-14 15,-1-3 1 1,-1 1 0-16,-6 1 5 15,0-2 0-15,-5 2 0 16,-4 0-1-16,-4 2 1 0,0 0-7 16,0-2 3-1,-3 3 2-15,-3 0-5 16,2 0-3-16,-4 0 0 0,4-2 1 16,-4 2 12-1,1 0-1-15,-1 0-3 16,-2 0-7-16,0 2-2 15,3 9-3-15,3 3 0 16,0 3 3-16,4 1 3 16,1 0-2-16,6 4-3 0,-1 1 1 15,3 7 1 1,-1 1 3-16,0 0-1 16,6 4-1-16,2-3-2 0,4 2-2 15,3-2-1-15,7 0-3 16,0 4 1-16,0 1-1 15,11 3-1-15,11 3 0 16,10 4-2-16,4-5 1 16,11-1-2-1,5-4 3-15,6-4-3 0,7-8 4 16,3-6-3-16,10-9 4 16,3-10-6-16,8 0 2 15,-3-18 7-15,0-13-5 16,-9-3-1-16,-3-7-1 15,-14-3 0-15,-11 0-2 16,-7-2 0-16,-16-2 12 16,-10-7-4-16,-9-7 1 15,-7-2-1-15,0-7 4 16,-15 0-2-16,-11 4 2 16,-8 3 9-16,-7 10 1 15,-11 10 5-15,-8 13-2 16,-7 8-11-16,-8 7-4 0,2 12-8 15,8 4-3 1,7 0 5-16,15 20-22 16,11 9-76-16,8 8-99 15,7 4-318-15</inkml:trace>
  <inkml:trace contextRef="#ctx0" brushRef="#br4" timeOffset="209904.8">9617 8969 403 0,'0'0'100'0,"0"0"3"15,0 0-19-15,0 0-40 16,0 0-16-16,0 0-10 0,0 0-2 15,0 0-2 1,0 0 5-16,0 0 2 16,0 0-2-16,0 12 3 15,5 6 2-15,5 7-12 0,1 5-1 16,2 3-2 0,0 4 1-16,4 2-3 0,-2-5-4 15,3-2 3 1,-8-5-4-16,3-8-2 0,-6-4 3 15,-5-6-1 1,0-8-1-16,-2-1 2 16,0 0 4-16,0-1 3 0,0-23 4 15,-2-5-10-15,-10-8-2 16,-2-11-2-16,0-6 0 16,0-2 1-1,6 4 1-15,-4 4-2 0,6 6 0 16,2 13 1-1,2 6-2-15,0 11 2 16,2 3 0-16,0 6-1 16,0 3 1-16,0 0-3 0,2 0-7 15,14 16 6-15,8 13 4 16,8 8-2-16,1 8 3 16,-1 5 3-16,0-4-7 15,-6-3 8-15,-4-12-5 16,-4-8 1-16,-6-11-4 15,-4-9 2 1,2-3-4-16,-4-5 2 0,0-25 5 16,0-4 5-1,3-9-4-15,-4-7-3 16,-3 1 1-16,-2 7-2 0,0 7 0 16,0 8 0-16,0 12 2 15,0 5 1-15,0 6 6 16,0 4 5-16,0 0-5 15,2 0-8-15,4 0-8 16,5 6 7-16,2 13 2 16,4 8-7-16,3 10 11 15,-1 7-7-15,0 3-2 0,-1 0 14 16,-4 1-9 0,4-8 0-16,-3-5-1 0,-2-8-2 15,0-7-1 1,-3-6-3-16,-1-9-15 0,-7-5-43 15,-2 0-52 1,0-9-116-16</inkml:trace>
  <inkml:trace contextRef="#ctx0" brushRef="#br4" timeOffset="210494.09">10360 8858 371 0,'0'0'78'0,"0"0"2"0,0 0 16 15,0 0-17-15,-82-19-17 16,62 19-2-16,4 0-16 15,-2 0-7-15,3 12-14 16,2 7-12 0,0 4-8-16,9 6-1 0,2 3-2 0,2 1 0 15,0-4 0 1,0-1-1-16,15-9-1 16,0-1 0-16,4-6-1 15,1-6 1-15,-4-6 0 0,4 0 1 16,0 0 1-1,-4-14-2-15,0-8 4 16,-8 0-2-16,1-6 4 0,-7 0-1 16,-2-3-1-16,0 3 3 15,0 1-1 1,0 4 3-16,-2 5 5 0,-5 5 8 16,5 4 9-16,0 3 0 15,0 2 1 1,2 2-1-16,0 2-5 0,0 0-9 15,0 0-13 1,0 8-10-16,4 11 9 0,14 6 6 16,1 6-3-1,3-1-2-15,-1-1-2 16,0-2 1-16,1-7-2 16,0-4-3-16,-1-7-10 15,-2-6-76-15,3-3-109 0,-5 0-269 16</inkml:trace>
  <inkml:trace contextRef="#ctx0" brushRef="#br4" timeOffset="211075.66">10504 8836 502 0,'0'0'36'15,"0"0"32"-15,0 0 15 16,0 0-34-16,0 0-29 16,23-74-13-16,-5 72-4 15,1 2-2-15,1 0-3 16,-4 12 0-16,2 17 3 15,-8 8 5-15,0 7 4 0,-4 5 16 16,-2-4-12-16,-2 0-1 16,0-10-8-16,0-8-3 15,0-9 0-15,0-9 1 16,0-3-5 0,3-6 0-16,2 0 5 15,-1-23 10-15,2-14 3 0,1-7-11 16,2-11-1-1,-5-1-2-15,1 0 1 16,-1 10 2-16,-6 3 4 16,0 13 8-16,0 10 13 0,0 7 17 15,0 5-6 1,0 4-4-16,0 4-7 16,0 0-12-16,0 0-16 0,5 23-20 15,1 8 26-15,3 8-3 16,5 3-1-16,2 3-2 15,1-3 2-15,2-7-3 16,1-4-2-16,-3-4-1 16,-2-5-8-16,-4-8-66 15,-3-2-81-15,-3-10-209 16</inkml:trace>
  <inkml:trace contextRef="#ctx0" brushRef="#br4" timeOffset="214074.66">13269 10766 375 0,'0'0'35'0,"0"-3"25"0,0 3 2 16,0-1-21-16,0 1-14 15,0 0-1 1,0 0 0-16,0 0 18 0,2 1 13 16,2 10-5-1,1-3-13-15,5 7-14 16,-1-2-2-16,2-1-3 0,8 5-5 15,1-3-1 1,5 1 3-16,5 3-6 0,9-3-1 16,4 3 1-16,9 0-1 15,4 2-4-15,1-2-3 0,3 0 3 16,1 1-8 0,-3-5 3-16,-2 4 1 15,-4-5 0-15,-5 3-1 16,-7 0 0-16,-4-1 0 15,-8-1 0-15,-7 0 0 16,-6-4 1-16,-4-1 0 16,-3-3-2-16,-6-6 2 15,1 2-2-15,-1-2 2 16,-2 0 1-16,0 0 2 0,0 0 2 16,0 0 4-1,0 0 9-15,0 0-7 0,0 0-8 16,-9 0-2-16,-1 0-2 0,5 0 2 31,-1 2-1-31,-3-1 0 0,-2 5-2 16,1 2 2-1,-4 2 0-15,0 3 0 0,-6 7 0 16,-4 5-2 0,-4 9 2-16,-6 11-2 15,-11 10 2-15,-3 6-4 0,-5 6 5 16,-1 2-1-16,2-5 1 15,5-8 0 1,6-6-1-16,7-4-1 0,8-9 2 16,9-6-2-16,3-3 1 0,4-9-1 15,4-2-1 1,-1-3 0-16,-1-4 1 16,3-1-2-16,3-1 3 15,-2-4-1-15,4-2 0 16,0-2-5-16,0 0 1 15,0 0-6-15,0-12 7 16,0 1-71-16,0 3-135 16,0 2-176-16</inkml:trace>
  <inkml:trace contextRef="#ctx0" brushRef="#br4" timeOffset="-211670.99">12245 10449 312 0,'-2'-3'35'16,"-6"0"21"-16,2 0-7 15,0 1-13-15,-2 2 0 16,-2 0-5-16,2 0 5 15,-3 0 2-15,0 0 1 0,-1 16-12 16,-1 6-14-16,2 8-3 16,-2 3-1-16,7 6-3 15,0 4-4-15,6 1-1 16,0 3-1-16,0 1 2 16,0 0-2-1,6-3 2-15,0-5-2 0,-2-2-2 16,0-10 6-1,-1-3-4-15,0-6 0 0,0-4 0 16,-1-7-2 0,1-2-5-16,-3-6-39 0,0 0-94 15,0 0-100-15,0-17-44 16</inkml:trace>
  <inkml:trace contextRef="#ctx0" brushRef="#br4" timeOffset="-211304.21">11939 10832 432 0,'0'0'15'0,"0"0"31"0,0 0 2 15,0 0-20-15,0 0-24 16,8-8 15-16,10 13 0 16,1 13 5-16,4 5 14 0,-3 4 2 15,1 4-10 1,1 3-8-16,0-3-10 16,-1-3-6-16,-2-5-1 0,1-5-2 15,1-11-2 1,1-7-2-16,-2 0 2 0,0 0 5 15,4-18 0 1,0-5-5-16,-8 2 3 16,0 1-5-16,-3-2-65 0,-6 6-233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5-21T04:28:15.361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92D050"/>
    </inkml:brush>
    <inkml:brush xml:id="br3">
      <inkml:brushProperty name="width" value="0.05292" units="cm"/>
      <inkml:brushProperty name="height" value="0.05292" units="cm"/>
      <inkml:brushProperty name="color" value="#0070C0"/>
    </inkml:brush>
    <inkml:brush xml:id="br4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2648 4015 382 0,'2'-6'64'0,"-2"4"1"0,0-2 13 16,0 4-39 0,0 0-23-16,0 0-4 0,0 0-6 15,0 0 0-15,0 0-13 16,0 12 3-1,0 13 7-15,-8 10-2 0,-4 6 1 16,4 3 3 0,-2 3-3-16,2-3 1 0,2-3-5 15,4-2 3 1,0-3 0-16,2-5-3 0,-2-8 6 16,0-8-4-1,2-4 2-15,-2-7-3 0,2-4 1 16,0 0 4-16,0 0 17 15,0-22 27-15,0-9 4 16,0-13-38-16,0-11 5 16,0-3-14-16,0-1-4 0,6 5 3 15,1 5 0 1,-1 10-4-16,-1 6 3 0,1 12 2 16,0-1-1-1,-2 9-2-15,-2 1-1 0,3 2 5 16,-5 4 1-1,3 4-1-15,-3 1-3 0,2 1-4 16,2 0-5 0,2 0-5-16,5 15 4 15,6 9 7-15,5 7 5 0,2 4-5 16,1 5 1-16,3 4 1 16,-2-2-1-16,2 2 0 15,-2-4 2 1,-2-2-2-16,-3-8-1 0,-2-2 3 15,-4-7-5 1,-4-4 0-16,-4-2-6 0,-5-4-53 16,-2-5-32-16,0-6-145 15</inkml:trace>
  <inkml:trace contextRef="#ctx0" brushRef="#br0" timeOffset="270.61">2590 4274 309 0,'0'0'35'16,"0"0"3"-16,0 0-13 15,0 0-12-15,114-89 1 16,-81 68-6-16,7 2-3 16,-1 3-8-16,2 3-1 15,-7 0 2-15,-6 2-115 0</inkml:trace>
  <inkml:trace contextRef="#ctx0" brushRef="#br0" timeOffset="843.57">2635 3782 392 0,'0'0'61'0,"0"0"9"0,-110 0-19 15,72 5-19-15,-1 14-17 16,2 4 4-16,3 8-7 16,6 5-4-16,3 7-4 15,7 10 0-15,8 5-3 16,4 8 2-16,6 7 0 15,0 6-2-15,26 3 1 16,14-3 0-16,11-5-2 16,9-4 0-16,9-11 1 15,5-7 0-15,5-13 2 0,1-5-4 16,2-13 0 0,-3-10-4-16,-1-11-6 15,-3 0-15-15,-4-22-13 16,-8-16 22-16,-10-10-5 0,-4-18 32 15,-8-10 1 1,-7-12 5-16,-8-11 1 0,-12-2 7 16,-10 1 6-1,-4 6 28-15,-13 13-3 16,-22 9 17-16,-10 14-23 0,-6 10-15 16,-6 13-10-1,-5 8-18-15,-2 12-7 0,3 11 1 16,1 4-7-1,6 10-1-15,7 15-53 16,7 0-321-16</inkml:trace>
  <inkml:trace contextRef="#ctx0" brushRef="#br0" timeOffset="1822.54">3476 4263 303 0,'0'0'-1'16,"0"0"34"-16,0 0-10 0,13 0-10 16,9 0 5-1,12 0 10-15,20-8 7 16,15-4 7-16,21-1-2 15,14-3-5-15,19 0-17 16,10 3-11-16,8-1-3 16,12 5-3-16,4 1 1 0,1 2-1 15,1 3 0 1,-4-1 0-16,-6 2-2 16,-14-2 2-16,-11-2-2 0,-13-2 1 15,-17 1 1 1,-15-1 1-16,-12 0-3 0,-11 1 3 15,-8 1 0 1,-10 2 0-16,-6 2-2 0,-6-2 3 16,-8 4 4-1,-5-2 13-15,-5 2 3 16,-6 0-10-16,-2-2-1 0,0 2-2 16,0 0-5-16,0 0 1 15,-19-4-3-15,-22-4-23 16,-20-9-492-16</inkml:trace>
  <inkml:trace contextRef="#ctx0" brushRef="#br0" timeOffset="2467.63">6224 3863 416 0,'0'0'70'16,"0"0"21"-16,0 0-12 15,0 0-40-15,0-6-17 16,2 6-11-16,0 2-10 16,2 18 1-16,3 8 9 15,2 10 5-15,-3 9 4 0,2 1-7 16,2 4 3 0,-2-5-3-16,0-1-8 15,4-7-3-15,-6-6-1 16,2-10-1-16,1-5 0 15,-2-13-1-15,-3-5-12 16,-4-5-227-16</inkml:trace>
  <inkml:trace contextRef="#ctx0" brushRef="#br0" timeOffset="2922.77">6254 3866 552 0,'0'0'6'0,"0"0"-4"15,0 0-4-15,131-56 0 0,-96 56 2 16,-5 0-3 0,-13 13 0-16,-13 15 2 0,-4 3 9 15,-4 1 8-15,-20 3 4 16,3-4 2-16,0-2-3 0,3-7-7 15,5-7-6 1,7-5-3-16,6-4-1 16,0-3-3-16,0-3-8 15,24 0 4-15,6 0 6 16,5 0 3-16,-4 0-1 16,-2 2-1-16,-8 8-2 15,-6 5-2-15,-6 5 4 16,-7 2-2-16,-2 3 1 15,0 1 0-15,-7 2 2 16,-14-2 1-16,-5 3-1 16,-2-1-1-16,3-7-1 15,5-6-4-15,5-7 0 16,6-8-46-16,9-2-165 16,0-27-165-16</inkml:trace>
  <inkml:trace contextRef="#ctx0" brushRef="#br0" timeOffset="3372.92">6360 3676 473 0,'0'0'35'0,"0"0"15"15,0 0 10-15,-134-2-29 0,102 27-14 16,-3 14-10 0,1 11 3-16,2 13 2 0,6 9-2 15,9 14-4-15,8 9-2 16,9 8 6-16,2-1-5 16,30-4-2-16,18-10-2 15,12-12-1-15,13-16-1 16,13-18-2-16,7-14-1 15,5-15 6-15,-5-13 0 16,-3 0-2-16,-11-22-12 16,-7-14 25-16,-14-11-9 15,-9-17-10-15,-11-14 15 16,-10-11-2-16,-15-19-6 0,-15-3 14 16,-5-6 6-1,-35 9 18-15,-18 9 12 0,-14 16 9 16,-9 19-27-1,-3 17-16-15,-3 22-11 16,4 19-8-16,3 6-11 16,0 10-100-16,1 22-426 15</inkml:trace>
  <inkml:trace contextRef="#ctx0" brushRef="#br0" timeOffset="4199.72">3032 4795 250 0,'0'0'98'0,"0"0"3"15,0 0-13-15,0 0-6 0,6-10-24 16,-6 10-16-16,0 0-16 16,0 0-19-16,0 16-16 15,0 13 8-15,0 14 4 16,0 11 1-16,0 14-2 16,0 13-1-16,12 14-1 15,6 18 2-15,3 14 1 16,5 16-2-16,0 10-1 15,0 4 0-15,-2 0 1 0,-6-11-1 16,-6-10-1 0,-8-17-1-16,-4-17 4 15,0-15 0-15,0-13-2 0,-6-18 2 16,-6-12-1 0,2-11 1-16,2-13-1 0,0-13-1 15,4-7 1 1,0-9-3-16,0-20-16 15,-2-5-186-15</inkml:trace>
  <inkml:trace contextRef="#ctx0" brushRef="#br0" timeOffset="4890.02">3453 7283 457 0,'0'0'-37'15,"0"0"50"1,0 0-7-16,0 0-14 0,0 0 4 16,-5-14 2-1,5 5 24-15,0-2-6 0,0 0 12 16,0 4-7-16,0 1-13 15,0 2 8-15,0 0 18 16,0 4 11 0,0 0-17-16,0 0-1 15,0 0-10-15,0 0-15 16,0 0-1-16,0 0-3 16,0 0 0-16,0 0-2 0,0 0 2 15,0-2 0 1,2-4-1-16,1 0-8 15,-1-5 17-15,0-3 8 16,0 1-9-16,-2 1 2 0,0 2 7 16,0 3 11-1,0 5-3-15,-11 2 15 0,-10 0-23 16,-2 0-7 0,-3 11-4-16,0 12 0 0,2 6-1 15,7 5-1-15,8 4 0 16,7-1-2-16,2-1 0 15,2 0 2-15,22-7-3 16,10-8 2-16,10-7 0 16,7-13-2-16,7-1-8 15,0-21-50-15,-6-19-183 0</inkml:trace>
  <inkml:trace contextRef="#ctx0" brushRef="#br0" timeOffset="5300.37">3253 6767 697 0,'0'0'8'16,"0"0"6"-16,-129 25 3 15,97 13-7-15,6 18-7 16,4 14-1-16,10 16 0 15,8 14 2-15,4 7 1 0,10 0 1 16,26-6 2 0,16-9-8-16,13-13 1 15,14-14 0-15,13-15-2 16,5-16 2-16,5-18 1 16,1-16-1-16,-9-3-5 15,-1-35-17-15,-11-21-29 0,-14-15-31 16,-7-16 4-16,-21-17 55 15,-14-11 31-15,-22-12 0 16,-4 0 22-16,-34 5 19 16,-22 10 17-1,-19 17-31-15,-9 20 28 0,-9 28-49 16,3 23-13-16,11 18-5 0,9 9-26 16,21 0-302-1</inkml:trace>
  <inkml:trace contextRef="#ctx0" brushRef="#br0" timeOffset="6171.19">3987 7206 433 0,'0'0'70'0,"0"0"-40"0,0 0-26 15,0 0-6-15,14 0 2 0,21 0 7 16,13 0 3 0,16 0 6-16,22 0 8 0,21 3-2 15,22-1 0 1,18 2-15-16,12-2-1 0,13 2-3 15,9-1-1 1,-5-2 1-16,3-1-3 16,-9 0 2-16,-11 0-1 15,-19 0 0-15,-26 0 0 0,-22-1-3 16,-23-2 0-16,-17-3 2 16,-18 6 1-16,-8-6 0 15,-4 3 0 1,-5 0 1-16,-6 0 8 0,-2 0 39 15,-6-2 7-15,2 5-22 16,-3-2-7-16,-2 0-8 16,0 2-11-16,0 0-7 15,-8 0-4 1,-8 0-86-16,-3-4-312 16</inkml:trace>
  <inkml:trace contextRef="#ctx0" brushRef="#br0" timeOffset="6651.48">6646 6992 524 0,'0'0'67'15,"0"0"53"-15,0 0-14 16,0 0-22-16,0 0-10 16,-34-54-11-1,34 54-20-15,-2 0-27 0,2 0-12 16,0 19-11-16,0 12 4 0,4 15 6 31,10 5-1-31,6 7 1 16,-2 2 2-16,-2 0-4 0,4-4 1 15,-5-5-2-15,0-8 0 16,-6-9 0-16,-1-6-1 16,-4-17 0-16,-4-11-11 15,0 0-84-15,0-25-97 16,-17-19-180-16</inkml:trace>
  <inkml:trace contextRef="#ctx0" brushRef="#br0" timeOffset="6920.43">6586 6967 481 0,'0'0'30'15,"0"0"0"-15,0 0-25 0,0 0 6 16,0 0-6-16,131-6 3 16,-86 26-5-1,2 3-2-15,-3 7-2 0,-4 2 4 16,-10 3-3-1,-8 3 0-15,-13-3-2 0,-9 0 1 16,0-3 5 0,-26-4 3-16,-9 0-1 0,-5-3-3 15,-4 0-3 1,-1-5 1-16,11-2-5 0,6-8-53 16,12-10-90-1,14 0-204-15</inkml:trace>
  <inkml:trace contextRef="#ctx0" brushRef="#br0" timeOffset="7371.45">6618 6625 531 0,'0'0'35'16,"0"0"19"-16,-131 35-20 15,99 3-10-15,14 14-6 0,8 14-8 16,10 14 2 0,0 10 2-16,28 13-4 0,10 5-3 15,9-1 2 1,9-4-3-16,4-11-5 0,10-19 0 15,3-17-3-15,2-16 1 16,3-20 0 0,-6-15 3-16,-3-5-1 15,-4-17-3-15,-7-26-7 16,-6-15 4-16,-5-15-10 0,-8-18 10 16,-7-14 6-16,-12-9 4 15,-14 0-2 1,-6 8 3-16,-16 11 3 15,-28 19 12-15,-17 25 11 0,-17 18 13 16,-5 19-31 0,-5 9-15-16,4 1-5 15,13-6-64-15</inkml:trace>
  <inkml:trace contextRef="#ctx0" brushRef="#br0" timeOffset="8238.46">6676 4801 333 0,'0'0'78'15,"0"0"-1"-15,0 0 12 16,0 0-17-16,2-12-34 16,-2 12-26-16,0 0-7 15,2 4-4-15,-2 13 8 16,0 7 5-16,0 7 6 16,0 10 1-16,0 13-6 15,0 12-5-15,2 13-4 0,7 16 0 16,8 15 0-1,7 14-1-15,2 12 3 0,4 9 0 16,-1 7 2 0,7 5-9-16,-9 3 1 15,-2-8-2-15,-7-7 1 0,-7-11 1 16,-7-15 1-16,-4-19-2 16,0-19-1-16,-3-18 3 15,-4-19-1 1,0-19 3-16,3-16-2 0,2-9-1 15,0-12 5 1,2-32-2-16,0-24-98 0,0-25-497 16</inkml:trace>
  <inkml:trace contextRef="#ctx0" brushRef="#br0" timeOffset="9051.79">8569 5001 497 0,'0'0'103'0,"0"0"3"15,0 0-48 1,0 0-45-16,0 21-12 0,0 13 1 16,5 9 3-1,-1 11 4-15,3 8 5 0,1-1 3 16,0-3 0-16,2-6-2 16,-2-10-5-1,-2-9-7-15,-2-12 2 0,0-9-2 0,0-8-1 16,-4-4 2-1,0-4 20-15,0-21 55 0,0-12-37 16,0-11-25 0,0-8-11-16,-6-8-1 15,0 0-4-15,-4 6 0 16,1 5-1-16,4 11 0 16,5 11-1-16,0 10 1 15,0 7-1-15,0 5-1 16,0 1 0-16,10 3-3 15,6-4 1-15,10 3 4 16,2-2-2-16,9 4 0 0,1 1 1 16,0 1-1-1,0 2 0-15,-6 0-1 0,-6 0-3 16,-11 8-20-16,-9 10-94 16,-6 1-65-1,-2 1-256-15</inkml:trace>
  <inkml:trace contextRef="#ctx0" brushRef="#br0" timeOffset="9256.92">8597 5259 494 0,'0'0'34'0,"0"0"-17"15,0 0-12-15,129-40 0 16,-94 34-7-16,-8 4 0 16,-7 2-13-16,-16 0-95 15,-4 10-272-15</inkml:trace>
  <inkml:trace contextRef="#ctx0" brushRef="#br0" timeOffset="9451.76">8527 5645 389 0,'0'0'51'0,"0"0"-5"16,0 0-7-16,130-34-3 16,-80 18-22-16,2-1-10 15,-5 0-3-15,-9 4-4 16,-5 0-23-16,-14 1-365 15</inkml:trace>
  <inkml:trace contextRef="#ctx0" brushRef="#br0" timeOffset="10036.37">8754 4757 533 0,'0'0'30'0,"0"0"35"16,-148-6-34-16,101 15 13 15,2 16-13-15,-3 12-14 16,2 9 7-16,6 7 1 0,2 10 2 16,11 9-14-1,13 10-5-15,12 12-3 0,2 9 1 16,14 10-2-16,27 9 5 16,9 1-7-1,12-3-6-15,11-11 6 0,7-14-5 16,2-18-1-1,5-23 8-15,4-21-4 0,1-20 1 16,-3-13-1 0,-3-9 2-16,-6-29-4 15,-7-15 4-15,-9-13-8 16,-4-11 15-16,-5-14-12 0,-9-8-2 16,-8-11 16-16,-8-5-14 15,-16-1 12-15,-14 2-7 16,0 6 5-16,-36 1 3 15,-12 14 3-15,-18 8 15 16,-11 10 4 0,-7 9-21-16,-3 16-2 15,-1 13-13-15,5 9-1 0,1 7-24 16,-5 4-155 0,-3 1-546-16</inkml:trace>
  <inkml:trace contextRef="#ctx0" brushRef="#br0" timeOffset="10756.04">7213 4255 420 0,'0'0'37'0,"0"0"41"0,0 0-2 16,0 0-21-16,-34-16-33 16,34 16-17-16,0 0-5 15,0 0 0 1,6 0-1-16,14 6 2 0,6 16 4 15,11 4 1-15,8 13 6 0,10 10-2 16,13 9-2 0,13 6-4-16,16 4 2 15,13 5-4-15,8 3 0 16,7-3 2-16,2 2-4 16,-12-1 1-16,-8 0 3 0,-13-6-4 15,-20-4 0 1,-17-10 1-16,-18-9-1 0,-13-11 0 15,-9-6 0 1,-13-11 1-16,-2-8-1 0,-2-5 1 16,0-2-2-1,-8-2-58-15,-20 1-591 0</inkml:trace>
  <inkml:trace contextRef="#ctx0" brushRef="#br0" timeOffset="11470.22">7213 7044 501 0,'0'0'4'16,"0"0"26"-16,0 0-20 15,0 0-5-15,70-98 3 0,-22 63-5 16,11-5 2 0,8-9 2-16,11-7-1 0,10-10 0 15,9-13-4-15,8-12 2 16,5-8-3-1,-3-4 3-15,-1 1-6 0,-11 10 2 16,-12 10 4-16,-15 16-6 16,-10 15 5-16,-14 13-3 15,-13 8 3-15,-6 10 15 16,-8 2 18-16,-6 5-4 16,0 3-20-16,-3 2-11 0,1 2-1 15,-2 2 0 1,-1 4 0-16,-2 0-4 15,-4 0-6-15,0 0-34 16,-6 0-442-16</inkml:trace>
  <inkml:trace contextRef="#ctx0" brushRef="#br0" timeOffset="12622.99">4044 6838 411 0,'0'0'-1'0,"0"0"17"16,0 0-10-16,0 0-4 16,7-47 3-16,8 29-2 15,3-5 2-15,8-4 5 16,10-10 4-16,9-9-5 15,13-12-4-15,13-8-5 16,9-9 1-16,10-7 1 16,5-5-1-16,-1 0-1 15,1 0 6-15,-1-6 14 16,5-2 11-16,1-2 5 16,5-3-5-16,11-3-11 15,3 4-4-15,6 6-10 16,-5 6 1-16,-4 10-2 15,-8 7 2-15,-14 6-3 16,-10 4 3-16,-11 4 4 16,-10 2 1-16,-5 2 0 15,-4 5-9-15,-12 5 8 16,-1 6-10-16,-8 8-1 16,-8 5 2-16,-3 5 1 0,-4 0-2 15,-2 4 3 1,6-4-3-16,4-4 1 0,0 1-1 15,-5 2 1 1,-1 4-2-16,-8 3 0 16,-2 4-1-16,-8 6 3 15,-2 2 6-15,0 0 5 0,0 0-2 16,0 0 0 0,0 0 2-16,0 0-3 0,0 0-5 15,0 0-2 1,0 0 1-16,0 0 1 0,0 0 2 15,0 0-3-15,0 0-3 16,-10 2-2-16,-11 15-5 16,-9 3-2-16,-7-3-161 15</inkml:trace>
  <inkml:trace contextRef="#ctx0" brushRef="#br0" timeOffset="15773.93">7783 4106 437 0,'0'-6'107'16,"0"-2"-42"-16,0-2-32 0,0-1-21 16,14-3-10-1,1 1 5-15,6 0 0 16,1 1-4-16,0 4 0 0,-6 4-2 16,0 4-4-16,-4 0-1 15,0 0 5-15,-8 18 4 16,1 5-1-16,-5 6 3 15,0 3-2-15,0 0 4 16,0 3-2-16,0-4 1 16,-5-3 1-16,-1-2-4 15,2-7 5-15,-4-3 0 16,5-5-4-16,3-1-5 16,0-2-2-16,0-2-3 15,23-6 4-15,13 0 0 16,18 0-5-16,13-10 9 0,6-6 2 15,-4-1-9 1,-6 5 7-16,-23 6-6 0,-16 6-4 16,-22 4-13-16,-2 20-2 15,-21 3-77 1,-14 5-170-16</inkml:trace>
  <inkml:trace contextRef="#ctx0" brushRef="#br0" timeOffset="16741.98">8361 6447 589 0,'0'0'67'16,"0"0"-20"-16,0 0-20 16,0 0-12-16,-7-72-6 15,7 60-3 1,13-1-4-16,4 3-3 0,1 4 1 16,-2 4-1-16,4 2 1 15,-6 2-2-15,-4 23 0 16,-4 8 4-16,-4 6 0 15,-2-3 0-15,0-2-1 16,0-7 1-16,0-10-1 16,0-5 0-16,0-6-1 15,0-6 0-15,0 0-3 16,9 0 2-16,6-4 1 0,0-8 0 16,2 1 0-1,1 1-1-15,-3 2 0 16,-3 8 0-16,-1 0 0 15,-4 6 1-15,1 17-1 0,-6 4 1 16,0 2-1 0,-2-4 1-16,0 1-1 15,-10-7 1-15,-14-4 0 16,-10-3 1-16,-3-2 2 16,-5-9 1-16,2-1 3 0,6 0 2 15,2 0 8 1,10 0 35-16,7 0-26 0,7 0-13 15,4-1-9 1,4 1-3-16,0-1-13 0,0-8-42 16,0-6-442-1</inkml:trace>
  <inkml:trace contextRef="#ctx0" brushRef="#br0" timeOffset="17435.93">6447 5911 547 0,'0'0'53'0,"0"0"-24"0,0 0-20 16,0 0-6-16,-57 61 1 16,55-40-1-1,2-3-2-15,0-1-2 0,0-3 1 16,17 1 1-16,2-1 0 0,4 1 1 16,3-3-4-1,5 0 4-15,0-3-6 0,4 0 1 16,-5-2 2-1,-8 2 2-15,-6 7 1 16,-14 5-1-16,-2 4 7 0,-4 4 2 16,-16 0 6-1,2-1 6-15,-1-11-13 16,8-4-9-16,4-8 0 16,4-5 0-16,-2 0-9 15,-1-22-140-15,2-9-285 16</inkml:trace>
  <inkml:trace contextRef="#ctx0" brushRef="#br0" timeOffset="17707.03">6413 5847 321 0,'0'0'10'16,"0"0"-4"-16,0 0 0 0,0 0 2 15,134-76-1 1,-108 62-3-16,-12 4 14 0,-5 7 19 16,-7 3-17-16,-2 0-6 15,-4 8 18 1,-20 9-26-16,1-2-142 0</inkml:trace>
  <inkml:trace contextRef="#ctx0" brushRef="#br0" timeOffset="20072.08">2578 5732 417 0,'0'0'96'0,"-7"-14"15"16,5 9-27-16,-1 3-23 16,1 0 13-16,0 2-32 0,2 0-19 15,-2 0-15-15,2 0-8 16,-2 0-4-16,-4 13-4 15,3 5 14-15,1 3-5 16,0-1 1-16,0-3-1 16,2 1-2-16,0-6-2 15,0-5 3-15,0-1-3 16,4 1 0-16,9-2-3 16,4-4 2-16,4 4 2 15,5-4 3-15,2 0-5 16,2 2 9-16,-1 3-6 15,3-1 2-15,-6 6 0 16,-6 1-1-16,-2 4-1 16,-9 2 0-16,-7 1 2 15,-2 2 2-15,0 0 1 16,0 3-1-16,-13-5 0 16,0-3 0-16,2-9-5 15,-1-7 0-15,1 0-39 0,-4-9-119 16,4-24-282-1</inkml:trace>
  <inkml:trace contextRef="#ctx0" brushRef="#br0" timeOffset="20326.09">2586 5663 586 0,'0'0'73'0,"0"0"-17"0,0 0-52 16,0 0-20-1,0 0 0-15,42-72 46 0,-6 45-21 16,-2 2-6 0,-4 3-2-16,-9 9-2 0,-8 7-2 15,-13 6-18-15,0 0-120 16,-6 8-108-16</inkml:trace>
  <inkml:trace contextRef="#ctx0" brushRef="#br0" timeOffset="21236.4">4462 3285 612 0,'0'0'50'0,"0"0"18"15,0 0-26 1,0 0-6-16,-41-14-15 16,26 14-12-16,-4 11-8 15,-3 11 0-15,3 13 0 16,2 2-2-16,1 8 3 16,8 1 0-16,4 4-6 0,4-3 4 15,0-2-1 1,6-3 1-16,18-9-4 0,6-8 1 15,2-7 2-15,3-9-3 16,1-5 0 0,-6-4-4-16,-2 0-7 15,-6-12 9-15,-7-5 2 16,-2-1 12-16,-9 1 6 0,-4 4-9 16,0-1 12-16,0 4-2 15,-7 5 2-15,-16 5 4 16,-7 0-16-16,-6 17-9 15,-6 14 2-15,1 14 1 16,3 5-6-16,8 1-55 16,8-9-363-16</inkml:trace>
  <inkml:trace contextRef="#ctx0" brushRef="#br0" timeOffset="22152.31">4599 7711 504 0,'0'0'52'16,"0"0"-35"-16,0 0-2 0,0 0-29 15,26-31 32 1,4 15-13-16,10 1-1 0,2-1-2 15,3-4 0 1,1 4 2-16,-1 0-4 16,-8 1 2-16,-10 5-2 0,-5 4 0 15,-9 3-8-15,-6 3 7 16,-5 0 37-16,-2 0 15 0,0 0-11 16,0 6-21-1,0 20-10 1,0 11 1-16,0 15 3 15,0 4 11-15,0 6-10 0,0-1-6 16,4-8-6-16,10-8 1 16,2-10-3-16,-4-8-1 15,2-12-2-15,-4-7-2 0,-6-8-27 16,-4 0-211 0</inkml:trace>
  <inkml:trace contextRef="#ctx0" brushRef="#br0" timeOffset="22422.77">4742 7854 360 0,'0'0'42'15,"0"0"-7"-15,0 0-19 16,0 0 0 0,124-55 5-16,-80 42-5 15,5-1-9-15,1 3-4 16,-4-1-1-16,-4 3-1 0,-6 5-1 16,-15 2-1-16,-14 2-25 15</inkml:trace>
  <inkml:trace contextRef="#ctx0" brushRef="#br0" timeOffset="24271.44">4695 5345 208 0,'0'0'34'0,"0"0"-22"0,2 0-2 16,0 0-4-1,0 0 17-15,0 0 60 16,-2 0 8-16,2-6-9 15,0-5-3-15,0-3-27 16,-2-2-19-16,0-3-11 16,0 4 9-16,-6 1 12 15,-20 5-21-15,-10 9 7 16,-8 0-17-16,-3 7-10 16,-1 18-4-16,10 6 2 15,6 0 1-15,12 2-4 16,18-4 1-16,2-2-2 0,7 1 2 15,28-5-1 1,13-4 1-16,19-2-4 0,3 1 1 16,0-5 0-1,-3 1-9-15,-17 5-69 0,-14 1-74 16,-21 2 121-16,-13 6 32 16,-2-3 12-16,-2 3 2 15,-19-2-2-15,-5 2 7 16,-2-5-6-1,2-4-4-15,2-3-1 0,5-9 0 16,1-2 0 0,10-5 16-16,4 0 10 15,2-12-7-15,2-16-9 16,0-8-5-16,6-11-5 0,11-5 18 16,3-6-13-16,-1 0-2 15,-4 2-6-15,-4 4 14 16,-2 9 7-16,-5 8-7 15,-4 12 0-15,0 5-5 16,0 9-2-16,-16 6 2 16,-7 3 6-16,-5 6-18 15,0 19-35-15,2 9-277 16</inkml:trace>
  <inkml:trace contextRef="#ctx0" brushRef="#br0" timeOffset="36420.32">11401 5570 373 0,'0'0'56'0,"0"0"-1"15,0 0-13-15,-15-11-20 16,15 8-9-16,-2 3-3 0,0-2 3 15,2 2 1 1,0-1-6-16,0 1-4 16,4 0-9-16,28 0 3 15,17 0 4-15,21 0 11 0,24-8 9 16,23-3 2-16,18-6-2 16,18 2-8-1,10-1-10-15,3 5-2 0,-7 1-1 16,-8 4 2-1,-20 2-3-15,-22 2-3 0,-25 2 3 16,-23-1 0 0,-18 1 0-16,-20 0 1 0,-11 0-2 15,-8 0 4 1,-4-3 3-16,0 3 3 16,0 0-8-16,-6-1-20 0,-12-5-189 15</inkml:trace>
  <inkml:trace contextRef="#ctx0" brushRef="#br0" timeOffset="36702.26">13118 5272 521 0,'0'0'-4'0,"0"0"0"16,0 0 4-16,0 0 3 0,0 0 4 15,131 96-4 1,-109-53 0-16,-13 7-1 16,-9 5 2-16,0-5 0 15,-18-2 0-15,-10-5-2 16,-3-12-3-16,-4-14-159 15</inkml:trace>
  <inkml:trace contextRef="#ctx0" brushRef="#br0" timeOffset="37737.72">11657 4603 420 0,'0'0'51'0,"0"0"19"16,0 0 5-16,0 0-10 16,0 0-14-16,6-40-16 0,-3 40-12 15,-1 0-13-15,-2 17-15 16,0 16 2-16,0 11 8 15,0 10 4 1,0 5-2-16,0-3 3 0,2-4-7 16,-2-11 2-1,2-7-4-15,2-14 2 0,-4-7 0 16,2-4 0 0,-2-7 0-16,0-2 2 0,2 0 19 15,3-12 45 1,4-17-42-16,-3-12-18 0,6-7-5 15,0-10-2-15,-2 0-2 16,4 2 0-16,-8 7 1 16,0 10 1-16,0 12 0 15,-1 6-1-15,-3 11-2 16,0 6 3-16,-2 4-4 16,5 0 0-16,3 0-5 15,5 14-5-15,4 17 8 16,2 7 6-16,1 13 2 0,2 4-2 15,-10-5-1 1,4-4 0-16,-10-8 0 0,2-12-1 16,-1-11-1-16,0-9 3 15,-1-6-3-15,7 0-2 16,2-19 12-16,4-9-8 16,5-10 2-1,-3-4 3-15,4-4-5 0,-7 5-1 16,0 1 4-1,-8 10-2-15,-1 8-1 16,-2 11 0-16,-5 5-1 16,-2 6-1-16,2 0-5 15,2 0-2-15,2 14 3 0,5 11 6 16,0 7-2-16,4 9 1 16,-4 2 3-1,-1 3-3-15,-1 0 1 0,-5-3 0 16,3-10 0-16,2-6-3 15,1-10-3-15,7-15-15 16,6-2-45-16,2-1-93 16,1-24-132-1</inkml:trace>
  <inkml:trace contextRef="#ctx0" brushRef="#br0" timeOffset="38032.04">12442 4609 501 0,'0'0'113'15,"0"0"-44"-15,0 0-26 16,0 0-23-16,-40 2-16 16,40 12-5-16,0 3 2 15,0 4-2-15,0 1 2 16,14 0-2-16,10-1 1 16,2-2-1-16,2 0 1 15,2 0 0-15,-6 3-4 16,-7-1-2-16,-9 2 4 0,-8 0 3 15,0 1 2 1,-8-1 3-16,-12-3 7 0,1-2-3 16,3-4-1-16,2-6-7 15,6-3-2-15,1-5-1 16,5 0-3-16,2-10-194 16</inkml:trace>
  <inkml:trace contextRef="#ctx0" brushRef="#br0" timeOffset="38319.67">12842 4590 329 0,'0'0'33'15,"0"0"4"-15,0 0-12 16,119-33-3-16,-69 21-13 16,1-1-4-16,-1 3-3 15,-8 2-5-15,-12 4-13 0,-14 4-211 16</inkml:trace>
  <inkml:trace contextRef="#ctx0" brushRef="#br0" timeOffset="38570.5">13079 4543 429 0,'0'0'160'15,"0"0"-20"-15,0 0-48 16,0 0-49-16,0 0-29 0,0 0-14 15,-45 84 2 1,36-39-1-16,1 11 4 0,2 1 1 16,4 6-4-1,2-4 0-15,0-2-1 16,0-4 0-16,0 0 0 0,0-9-2 16,0-5 0-1,0-6-1-15,0-8-26 0,0-13-297 16</inkml:trace>
  <inkml:trace contextRef="#ctx0" brushRef="#br1" timeOffset="44481.81">15891 3643 380 0,'0'0'71'15,"0"0"1"-15,0 0-6 16,2-4-28-16,-2 3-15 0,0 1-2 16,0 0-3-1,0 0-9-15,0 13-9 0,0 16 2 16,-8 4 1-16,-8 10-1 15,-2 5 3-15,-2-4-1 16,1 0 1 0,6-2-4-16,-2-12 2 15,8-2-3-15,1-11 0 0,2-5 2 16,4-2-1-16,-3-7-1 16,3-3 1-16,0 0 0 15,0 0 6-15,0-3 20 16,0-19 11-16,0-7-8 15,7-12-11-15,6-7-7 16,4-4-6-16,0-5 0 16,0 5-3-16,-1 4-2 15,-6 9 1-15,-2 9 0 16,0 6 3-16,-4 6 5 0,-2 10 6 16,-2-1-2-1,2 6-2-15,-2 0-7 16,0 3-4-16,4 0-4 15,5 0-3-15,6 4-2 0,4 15 6 16,7 11 3 0,4 7 2-16,2 2 0 15,0 5-1-15,-1-2-1 0,-3-1 0 16,-2-6 0 0,-5-3-1-16,-2-5 1 0,-3-4-1 15,-4 1 1 1,-2-6-2-16,-4-5 1 0,0-1-2 15,-4-4-11 1,-2-8-84-16,0 0-36 16,0 0-192-16</inkml:trace>
  <inkml:trace contextRef="#ctx0" brushRef="#br1" timeOffset="44754.26">15851 3859 414 0,'0'0'56'0,"0"0"-33"0,0 0-13 15,0 0-3 1,77-42 1-16,-43 25-1 0,3-1-2 15,6 3-10 1,-2 1 6-16,-2 3-2 0,-3 3-1 16,-8 1-13-16,-9 3-328 15</inkml:trace>
  <inkml:trace contextRef="#ctx0" brushRef="#br1" timeOffset="45402.4">16040 3423 291 0,'0'0'56'0,"0"0"0"0,0 0-7 16,-127-18-2-16,89 18 2 0,-6 0-9 16,3 8 8-1,-2 9 0-15,4 5-6 0,3 4-18 16,4 6-14-1,6 6-6-15,0 5-3 16,5 11-1-16,3 2 0 16,8 6 1-16,6 9 0 15,4-2 0-15,0 2-2 16,18-1 1-16,19-4 1 16,13-6-2-16,10-9 1 15,9-9 0-15,6-13-1 16,2-12 0-16,3-13 1 15,2-4-3-15,-5-10 0 16,-2-25-4-16,1-5 7 0,-9-9-2 16,-7-7-16-1,-11-5 6-15,-8-5 17 0,-12-2 6 16,-11-6-4 0,-8 2 1-16,-10 3 6 0,0 2 8 15,-10 10 8-15,-18 5 21 16,-6 9-5-1,-7 11-24-15,-1 4-5 0,-2 11-11 16,1 7-3 0,5 10-4-16,3 0-3 0,5 16-7 15,9 20-23 1,1 9-130-16,7 2-208 0</inkml:trace>
  <inkml:trace contextRef="#ctx0" brushRef="#br1" timeOffset="46450.62">20154 3481 26 0,'0'0'39'16,"0"0"0"-16,0 0 18 16,-35-6 4-16,27 4-3 15,-3 2 28-15,3-4-9 0,-1 2 28 16,0 0 13 0,1 0-35-16,4 1-9 0,-4 1-19 15,4 0-18-15,2 0-5 16,2 0-21-16,0 0-8 15,0 7-6-15,0 22-7 16,0 7 12-16,0 7 2 16,9 9 2-16,0-1-2 15,-1-4-1-15,3-7-3 0,-2-3 2 16,-3-7-2 0,0-5-1-16,-1-8 1 0,-3-5 0 15,0-11-10 1,-2-1-103-16,0-10-212 0</inkml:trace>
  <inkml:trace contextRef="#ctx0" brushRef="#br1" timeOffset="46880.62">20040 3481 522 0,'0'0'25'15,"0"0"30"-15,0 0-39 0,0 0-10 16,0 0 2 0,123-60-4-16,-93 60-2 0,-9 0-5 15,-4 0 2 1,-11 15 5-16,-3 6 1 0,-3 4 0 16,0 5 4-16,-9 0 3 15,-11-1-6 1,6-2-1-16,-4-4-4 0,6-1 1 15,3-6-1-15,5-5-2 16,4-1 0-16,0-4-3 16,0 1-1-16,19-1-2 15,5-2 2-15,4 4 5 16,2-2 1-16,-2 4-1 16,-2-1 2-16,-7 5 0 15,-11 1-1-15,-8 2 0 0,0 7 2 16,-8-1 3-1,-18 1-2-15,-2-1-2 16,3-3 0-16,1-2-1 16,4-9-2-16,8-3-2 15,2-6-50-15,6 0-205 16</inkml:trace>
  <inkml:trace contextRef="#ctx0" brushRef="#br1" timeOffset="47381.94">19952 3259 469 0,'0'0'49'16,"0"0"-4"-1,-117 39-28-15,87-2-3 0,0 10-3 16,6 5-4 0,5 8 1-16,11 6-1 0,5 6-1 15,3 3 2-15,7 5-1 16,21-3-3 0,15 0 4-16,13-3 2 0,10-10-8 0,19-9 3 15,7-19-4 1,11-11 3-16,-2-17-15 15,-7-8 2-15,-5-2 17 16,-11-28-15-16,-18-7-8 16,-9-10 20-16,-7-12-8 15,-8-6-5-15,-8-9 30 16,-8-5-11-16,-12-7 6 0,-8 1 11 16,0 0 5-1,-30 8 15-15,-16 11-12 16,-11 12 3-16,-15 17-14 15,-7 12-11-15,-5 14-14 0,2 9 3 16,9 2-4 0,5 7-4-16,7 18-52 0,5 6-293 15</inkml:trace>
  <inkml:trace contextRef="#ctx0" brushRef="#br1" timeOffset="48702.05">16195 6434 423 0,'0'0'-3'0,"0"0"7"0,0 0 5 16,10 0 3-16,-3 0-3 16,4 2-1-1,-5 1-3-15,-2-3-5 0,3 0 3 16,2 0-1-1,-3 0-2-15,-2 0-4 0,2 0 14 16,-1-8-5-16,-2-1 16 16,-3 3-5-16,2-1 2 15,-2 2 0-15,0 4 2 16,0 1 0 0,0 0-7-16,0 0-8 0,0 1-4 15,0 6-1-15,0 1 0 16,0-4-5-16,0 1-2 15,0-5 4-15,0 0-3 16,4 0 6-16,4 0-3 16,5 0 5-16,-2-11 1 15,-2-2-1-15,1 1-8 16,-3-5 13-16,-5 5 17 16,-2-1-9-16,0 1 1 15,0 6 19-15,-11 6 8 0,-12 0-18 16,-5 0-10-1,-2 10-10-15,2 7 0 16,0 10 2-16,6 4-4 16,5 6-1-16,6 4-1 15,7 2-1-15,4 1 1 0,0-1 0 16,10-8-3 0,22-9 0-16,14-8-1 0,6-12 1 15,6-6-4 1,-3-6-22-16,-3-26-209 0</inkml:trace>
  <inkml:trace contextRef="#ctx0" brushRef="#br1" timeOffset="49150.63">16212 6160 478 0,'0'0'10'0,"0"0"13"16,-116 29 7-16,70 4 6 0,6 6-7 15,-3 5 1-15,8 3 3 16,5 5-7-16,7 0-9 16,9 5-9-16,12 2-2 15,2 5-3-15,10 4 3 16,22-5-1-16,8 2-3 15,16-7-2-15,13-8 0 16,13-12 0-16,3-12 1 16,10-13-2-16,1-13-4 0,-4 0-20 15,-13-18-6 1,-12-20-29-16,-13-8 55 0,-18-10 1 16,-16-14 15-1,-14-9 12-15,-6-16 16 0,-4-6-4 16,-24-3-9-1,-13-1-5-15,-11 14 3 16,-10 18-1-16,-7 24-3 16,-4 20-3-16,6 19-7 15,11 10-11-15,17 6 1 16,18 17-12-16,16 1-243 16</inkml:trace>
  <inkml:trace contextRef="#ctx0" brushRef="#br1" timeOffset="49969.67">20175 6332 526 0,'0'0'73'0,"0"0"-3"0,0 0-17 16,0 0-4-16,-24-30-23 15,24 30-16-15,0 0-6 16,0 7-1-16,0 16 4 16,0 8 0-16,0 4 12 15,0 6 3-15,3-2-7 16,3-1-4-16,3-5-6 16,-1-4-1-16,-2-4-3 15,4-6-2-15,-4-1 0 16,0-6-1-16,-2-8-19 15,4-4-220-15,0-2-398 16</inkml:trace>
  <inkml:trace contextRef="#ctx0" brushRef="#br1" timeOffset="50268.85">20094 6307 404 0,'0'0'38'16,"0"0"-22"-16,0 0-10 15,0 0 3-15,0 0 6 16,148-8-9-16,-96 24-2 16,-3 5-3-16,-10 4-7 0,-13 5 11 0,-16 2-4 15,-10 5 8 1,-4-5 20-16,-22 4 16 15,-4-5-3-15,-4-2-28 16,4-4-10-16,-1 0-4 16,3-3-2-16,0-4-11 15,2-8-146-15,10-7-281 16</inkml:trace>
  <inkml:trace contextRef="#ctx0" brushRef="#br1" timeOffset="50781.14">20169 6059 584 0,'0'0'52'15,"0"0"-1"1,-145-3-19-16,105 20-14 16,4 14-6-16,5 9-8 15,12 10-1-15,4 13 0 0,9 5 0 16,6 7 3-16,0 4 6 16,10 5 6-1,18-3-5-15,11-3 0 0,11-14-8 16,5-5-4-16,12-12-1 15,4-18-4-15,4-12 7 16,-1-15-7-16,-4-2-1 16,-9-8-2-16,-10-21-10 15,-4-6 1-15,-12-11 4 16,-3-10 13-16,-4-10-1 16,-8-9 14-16,-4-8-10 15,-9-3 1-15,-7 1 7 16,0 6 4-16,-15 9 6 15,-19 14 6-15,-9 12 16 16,-9 8-10-16,-4 13-13 16,2 6-9-16,7 7-9 15,11 6-3-15,8 4-5 16,12 0-15-16,10 0-188 16</inkml:trace>
  <inkml:trace contextRef="#ctx0" brushRef="#br1" timeOffset="52170.6">22663 4882 446 0,'0'0'120'0,"0"0"-8"0,0-15-26 16,0 11-26-16,0 4-16 15,0-4-17-15,0 4-15 16,0 0-13-16,0 2-1 0,0 17-3 16,0 10 7-1,0 9-1-15,2 4 3 0,0 4-4 16,2 3 4-1,2-7-2-15,1 1-1 0,0-6 0 16,1-7-1 0,0-5 0-16,0-5 0 15,-4-6-2-15,0-11-5 16,-2-3-17-16,-2 0-139 16,0-17-235-16</inkml:trace>
  <inkml:trace contextRef="#ctx0" brushRef="#br1" timeOffset="52456.87">22643 4868 489 0,'0'0'46'0,"0"0"-33"16,0 0-14-16,0 0-1 16,0 0 10-16,80-17 9 15,-46 11-4-15,0-1 3 16,-1 1-10-16,-3 0-6 16,-6 4-1-16,-3 2 2 15,-6 0-4-15,-11 0-7 16,-4 8-23-16,0 8-154 15,-8 4-126-15</inkml:trace>
  <inkml:trace contextRef="#ctx0" brushRef="#br1" timeOffset="52680.43">22663 5132 399 0,'0'0'60'16,"0"0"-9"-16,0 0-16 15,0 0-24-15,131-33-4 16,-97 25-7-16,-4 1-2 0,-4 2-4 16,-8 5-2-1,-8 0-23-15,-10 0-163 0,0 10-37 16</inkml:trace>
  <inkml:trace contextRef="#ctx0" brushRef="#br1" timeOffset="52903.27">22682 5353 378 0,'0'0'58'0,"0"0"2"0,0 0-33 16,0 0 0-16,0 0-21 16,93-5-4-16,-63 2 0 15,0-1-2-15,0-2-4 16,-3 2-19-16,1-1-394 16</inkml:trace>
  <inkml:trace contextRef="#ctx0" brushRef="#br1" timeOffset="53537.35">23077 4497 325 0,'0'0'69'0,"0"0"26"15,-159-36-12-15,99 36-26 16,0 0-20-16,5 0-12 15,1 21-9-15,6 6-7 16,1 3 0-16,1 9-4 16,4 4 8-16,3 9 5 15,-7 7-5-15,6 6-4 16,1 9-1-16,4 9-1 0,10 8 0 16,7 4-1-1,18 1-3-15,0-1-1 16,46-8-1-16,19-7-1 15,22-17 1-15,13-10-2 16,13-16 2-16,1-18-2 16,1-13 4-16,-10-6-2 15,-11-6-7-15,-6-25-1 16,-5-10 4-16,-10-12-3 16,-5-11 4-16,-5-12 2 0,-11-7-3 15,-14-8 6 1,-16-6 5-16,-18 2 0 0,-4 4 14 15,-30 8 3-15,-25 7 19 16,-17 10-9-16,-10 12-20 16,-4 12-7-16,0 11-4 15,8 12-3 1,16 16-4-16,15 3-4 0,13 22-58 16,4 18-160-16</inkml:trace>
  <inkml:trace contextRef="#ctx0" brushRef="#br1" timeOffset="64016.33">7879 3835 207 0,'-16'0'38'0,"2"0"6"16,-2-1-10-16,1 1 7 15,-2 0 5-15,-2 0-19 0,1 1-21 16,2 9 7 0,-4 2 10-16,0 1-16 0,6 5 0 15,-6 3 7 1,3 4 2-16,2 2-4 0,0 4-4 15,4 4-4 1,7 3-1-16,-3 3-2 0,5 4 0 16,2 2 3-1,0 6 2-15,0 5 0 16,2 4 1-16,20 1-4 0,10-5 1 16,7 1-1-1,13-8-4-15,7-9 3 0,13-7-4 16,1-13 1-1,7-12 1-15,0-10 0 0,-5 0 3 16,-5-13-9 0,-3-22 12-16,-13-3 6 0,-6-9-11 15,-10-5-4 1,-12-7 13-16,-7-4-14 16,-10-10 38-16,-9-7 0 15,0-1 19-15,-26-2-30 0,-14 1-5 16,-12 6 3-1,-11 11 9-15,-7 13-11 16,-13 13 5-16,-5 19-17 0,-4 20-11 16,-3 6 5-1,11 39-12-15,7 11-61 0,14 10-261 16</inkml:trace>
  <inkml:trace contextRef="#ctx0" brushRef="#br1" timeOffset="67160.46">20949 3898 269 0,'0'0'47'16,"0"-2"2"-16,0 1-14 0,0-2-10 15,0 2-11-15,0-1-4 16,0 2-2-16,0-1 2 15,0-2 5-15,0 3 8 0,0-1 16 16,0-4 3 0,0 4 0-16,0 1-6 0,0-2-13 15,0-1-11 1,0 3-8-16,0-2-2 16,0 1-2-16,0-2 0 0,-4 3 1 15,-4-1 0 1,0 1-2-16,-6 0 1 15,2 0-2-15,0 0 2 16,2 0-1-16,2 0 1 0,1 0 0 16,3 0 2-1,-1 0-3-15,-1 0 2 0,4 0-1 16,0 0 1-16,-1 0 0 16,1 0-1-1,2 0 1-15,0 0-1 0,0 0 2 16,0 0-1-1,-2 0 3-15,2 0 1 16,0 0 10-16,0 0 10 16,0 0 0-16,0 0-2 0,0 0-4 15,0 0-6 1,0 0-5-16,0 0-3 0,0 0-2 16,0 0-2-16,0 0-1 0,0 0 1 15,0 0-2 1,0 0 0-16,0 0 0 15,0 0-3-15,0 0 0 16,0 0 0-16,0 0 4 16,11 5-1-16,4 6 1 15,2-4-1-15,3-1 3 16,-2 2-2-16,0-1 3 0,0-1-3 16,-2 1 1-1,0 2 0-15,-1 0-1 16,0 3 0-16,2 3 1 15,5-3 0-15,-1 4 1 0,4 1-3 16,-1-2 2 0,0 3 0-16,0-2 2 15,-3 1-3-15,3 0 2 16,-4 3-1-16,0-2-1 16,2 2 2-16,0-1-2 0,2 3 0 15,2-1 1 1,-3-2 0-16,1 3-1 0,-3-5 1 15,0 1 0 1,-1-1 0-16,2 2 0 16,-3-1 0-16,2 2-1 15,3 0 2-15,4 4-2 16,0-2 3-16,3-1-2 0,1-1 3 0,-4-2-2 16,-3 1-2-1,-3-5 3 1,-3 1-2-16,-6-3 0 0,0-2 1 15,0 0 0-15,-3-1 1 16,4 1 0 0,-2 2-1-16,8 1 1 0,-1 3-1 15,3 3 2-15,4 3 0 16,2 1 0-16,0-1-4 16,-2 2 1-16,0-1-1 15,-8-3 0-15,2-3 0 16,-5-2 1-16,-4-1-1 15,-3-5 1-15,-1-3-1 16,-1 2 1-16,1-4 1 0,-3 2-1 16,-2-1 0-16,5 1 1 15,-3 0 0-15,2 0-1 16,0 2 2-16,2 0-3 16,0-1 1-1,-2-1 1-15,0 0-1 0,4 0 1 16,-6-1 0-1,0-1 1-15,0 1 0 0,0-2-2 16,-4 0 2 0,2 0-1-16,3 1-2 15,-2-2 1-15,1 2-1 16,0 0 1-16,0-2 0 16,-2-1 2-16,2 2 1 0,-4-3 4 15,0 0 8 1,2 0 3-16,-2 0-1 0,0 0-9 15,0 0-5-15,0 0-2 16,0 0-2-16,0 0-1 16,0 2 0-16,0-2 0 15,0 1 1-15,0 4 1 16,0-4 1-16,0 1-3 16,5 1 2-16,-3-2-1 15,1 3 0-15,-3-4-1 0,2 2 1 16,-2-1 1-1,0-1-1-15,0 0 0 0,2 0 1 16,-2 0 0 0,0 0 0-16,0 0 0 15,0 0-1-15,0 0-1 16,-2 0-11-16,-16-6-195 16,-4-16-522-16</inkml:trace>
  <inkml:trace contextRef="#ctx0" brushRef="#br1" timeOffset="68002.58">21651 3834 522 0,'0'0'89'16,"-2"-17"-18"-16,2 10-12 16,0-1-12-16,0 0-14 15,6 1-11-15,8-5-14 0,-2 4-2 16,4 0-3 0,-2 2-2-16,0 5 2 0,-2 1-3 15,3 0-5 1,-2 0 1-16,-2 17 1 15,0 5 4-15,-2 3 1 16,-5 0 0-16,-2 4 0 0,-2 2 0 16,0 0-1-1,-6 0 2-15,-12 2-1 0,-5-2 0 16,1-2 1 0,3-8-1-16,2-4 0 0,5-5 0 15,4-2 0-15,6-9 2 16,2-1-1-16,0 0-1 15,0 0 0-15,0 0-1 16,15 0-4 0,15 0 11-16,13-11-3 15,11-3-1-15,11 1-4 0,1 1 0 16,-1 1 0-16,-9 5-2 16,-13 4 2-16,-13 2-2 15,-15 0-1-15,-6 0 1 16,-9 0 0-16,0 0 2 15,0 5 1-15,-2 5 0 16,-14 2-1-16,-3 1 0 16,0 3-22-16,-7 0-158 0,0-1-344 15</inkml:trace>
  <inkml:trace contextRef="#ctx0" brushRef="#br1" timeOffset="69919.38">8412 6142 337 0,'0'0'60'0,"-49"0"-13"0,27 0-7 16,5 0-3 0,0 8-15-16,-5 14-12 0,6 4-6 15,-2 5 4-15,-2 8 12 0,4 2 8 16,2 7-1 0,6 5-7-16,1 3-9 0,7 8-5 15,0 3 1 1,0 5-3-16,15-3-1 15,9 0-3-15,6-8 5 16,6-8-8-16,8-11 2 16,-1-6-2-16,2-16 1 15,2-10 0-15,-1-8 2 16,-1-2-5-16,-3-7-4 16,0-20 0-16,-6-13 8 15,1-6-8-15,-3-8-24 16,-4-8 39-16,-4-4-10 15,-10 0-18-15,-6 0 57 0,-10 5-29 16,0 4 40 0,-8 7 10-16,-20 3-9 0,-5 3-12 15,-3 8-30 1,-3 2-7-16,2 5 0 16,3 7-137-16,8 5-378 0</inkml:trace>
  <inkml:trace contextRef="#ctx0" brushRef="#br1" timeOffset="71085.6">8597 5724 113 0,'0'0'11'16,"0"0"11"-16,0 0 1 15,0 0 12-15,6-3 1 0,-6 3 10 0,0 0 12 16,0 0 16 0,0 0 0-16,0 0-16 15,-6 0-17-15,-11 6-3 16,2 7 0-16,-4 4-6 15,-5 1-12-15,2 5-4 16,1-2-3-16,2 5-4 16,-1-4-3-16,0 3-2 15,4-1 1-15,-2-1-2 16,0-1 0-16,6-3 2 16,-5 0 0-16,4 0 0 15,-4 3-2-15,-1 1-2 16,2 0 0-16,-4 1 1 15,0 0-3-15,0-2 2 16,-2 1 0-16,0 4-2 16,-5 1 2-16,1 1-1 15,-4-2 0-15,0 0 1 0,-1 0 2 16,-1 2-4 0,4-2 2-16,0 2-1 15,0 1 0-15,4-3 0 16,1 1-1-16,12-4-1 15,-4-3 2-15,4-2 0 16,0 0 0-16,-4 5 2 16,0-1-4-16,0 2 1 15,-6 3 4-15,-1-2-5 0,-2-1 4 16,1-1-1-16,1-4 0 16,1-2-1-1,-1 0 1-15,4-4-1 0,4-3 0 16,-1 3 0-16,1-3 1 15,2 3-1-15,4-4-1 16,-6 1 1 0,4-1 0-16,1 1 0 0,-4-1 1 15,5 0-1 1,-5-1 2-16,2 0-1 0,2 0 2 16,-1-2-3-16,-1 4 0 15,2-1 1-15,1 0-3 16,-1 2 1-16,4 1 1 15,-1-1 0-15,2-4-1 16,2 0 2-16,0-4 0 16,2-2-2-16,0-1-1 15,0-1 2-15,0 0-1 16,0 0 0-16,0 0-1 16,0 0-3-16,0 0 0 15,0 0-3-15,5 0-2 0,12 0 13 16,-3-9-9-1,-3-7-192-15</inkml:trace>
  <inkml:trace contextRef="#ctx0" brushRef="#br1" timeOffset="72900.32">20744 6293 167 0,'0'0'2'0,"0"0"33"0,0 0 15 16,0 0-1-1,0 0 3-15,0 0 30 16,0 0-8-16,0 0-19 0,0 0-12 16,0 0-12-16,0 0-11 15,0 0-5-15,0-1-9 16,0-3-4-16,12-2 15 0,8-4-9 31,1 1 3-31,7-7-2 16,6 3-2-16,1-5 0 0,4 0-4 15,1 1-2-15,6-3 1 16,1 1 0-16,5-1 0 16,2-4-1-16,3 1 0 15,-3 1 1-15,2 3-1 16,-2 0 1-16,-5 3-1 15,-1 1-3-15,2-1 1 16,-3 1 4-16,-2 0-3 16,-2-1 2-16,2-2-2 15,-4 0 1-15,-4 5-4 16,-5 0 2-16,-6 1 3 16,-2 3-1-16,-8 4 2 15,2-4-2-15,1 1 1 0,1-2 1 16,3 1-5-1,6-5 5-15,-1 1-2 0,-1-1-1 16,-1 3-1 0,-7 1 0-16,3 2-4 0,-5 1 7 15,1 1 1-15,-2 0-2 16,4-2 0 0,0 0 1-16,0-1-13 0,4-1 21 15,-2-1-6 1,-3 1-1-16,1-2-1 0,-4 5-1 15,0-4-1-15,-2 4 1 0,4-3-1 16,-2 2-1 0,0-1-7-1,-2 4 17-15,0-4-1 0,-3 4 8 16,-2-1-4 0,-3 1 2-16,-1 0-3 0,1 1-2 15,-4 1-3-15,2 1 0 16,-4-1-3-16,0 2 3 15,0 1-4-15,0 0-1 16,0 0 2-16,0 0 0 16,0 0-2-16,0 0-6 15,0 0-8-15,-4 0-17 16,-15 9-250-16</inkml:trace>
  <inkml:trace contextRef="#ctx0" brushRef="#br1" timeOffset="73718.1">21798 6311 632 0,'0'0'69'16,"0"0"3"-16,0 0-17 16,0 0-36-16,-4-58 1 15,18 44-12-15,10 1-7 16,2-2 2-16,2 8-1 0,0 0-9 16,-7 4 7-1,-1 3-1-15,-8 0 3 0,0 0-4 16,-8 17 3-1,-4 6 1-15,0 4 0 0,0 0 4 16,-2 0 1 0,-12-2-3-16,0-2-2 15,1-4 0-15,-2-4 0 16,6-3 1-16,0-5-2 16,5-1-1-16,2-3 0 15,2 0-4-15,0-3 2 16,0 0-3-16,0 0-3 15,17 0 3-15,7 0 6 16,6 0 5-16,5 0-2 0,-3 0-2 16,-2 6-1-1,-7-1-2-15,-5 0 1 0,-8 7 0 16,-3 4-5 0,-7 1 5-16,0 4 3 15,0 1 2-15,-7 3-1 0,-14 4-2 16,-7 0 0-1,-4 0 3-15,-5 2-5 0,-2-6 2 16,5-3 1 0,1-3-2-16,5-7 3 0,2-6 0 15,10-4-1 1,-2-2 10-16,8 0 17 0,1 0 7 16,2 0-10-16,3-2-13 15,2-1-13-15,2 0-8 16,0 0-5-16,0 3-19 15,-2-3-150-15</inkml:trace>
  <inkml:trace contextRef="#ctx0" brushRef="#br1" timeOffset="76780.91">6487 5693 275 0,'-4'-4'27'0,"4"1"-27"0,0-1 22 16,-2 2-17-1,2-4-7-15,-3 2-2 0,-2 2-11 16,1 2-33-16,-2-4 20 16,-2 4 31-1,-6 0 2-15,4 0 2 0,-8 0 22 16,4 0-26-1,0 0-2-15,-5 4 2 0,0 4-3 16,0 4-1 0,-1 3 3-16,-2 0-2 0,1 7-1 15,4 1 3-15,-1 6-3 0,1 7-7 16,4 0 15 0,-2 6-2-16,7 3 8 15,1 7 6-15,7 2-3 16,0 3-4-16,0 2-5 15,17 2-2-15,9 1-4 16,9-6 0-16,1-5-1 16,8-10 0-16,-2-13-4 15,10-11-3-15,1-17-1 16,4 0-2-16,-2-20-102 0</inkml:trace>
  <inkml:trace contextRef="#ctx0" brushRef="#br1" timeOffset="77900.42">2439 5703 148 0,'0'18'16'16,"0"5"-9"-16,0 2-4 0,0 4 0 15,0-4-4 1,5-1-30-16</inkml:trace>
  <inkml:trace contextRef="#ctx0" brushRef="#br1" timeOffset="78060.7">2642 6228 116 0,'0'0'-5'16</inkml:trace>
  <inkml:trace contextRef="#ctx0" brushRef="#br1" timeOffset="78251.74">3034 6181 250 0,'0'0'21'16,"0"0"-35"-1</inkml:trace>
  <inkml:trace contextRef="#ctx0" brushRef="#br1" timeOffset="80151.98">6678 4735 328 0,'0'0'31'0,"0"0"-16"16,0 0-15-16,2 0-6 15,-2 0 0-15,0 0 4 16,0 0 4-16,2 0-2 16,2 0 0-16,3 0-2 15,-2 4-3-15,1 2-36 0,-4 2-112 16</inkml:trace>
  <inkml:trace contextRef="#ctx0" brushRef="#br1" timeOffset="80310.72">6712 4903 192 0,'0'0'65'0,"0"0"-27"0,0 0 2 16,0 0-6 0,0 0-10-16,0 0-15 15,0 73-8-15,0-63-2 0,0-1-8 16,7-1-126-1</inkml:trace>
  <inkml:trace contextRef="#ctx0" brushRef="#br1" timeOffset="80502.52">6771 5192 397 0,'0'0'28'0,"0"0"-26"0,0 0-3 16,0 0 1-16,0 0-3 16,0 0-38-16,17 67-208 15</inkml:trace>
  <inkml:trace contextRef="#ctx0" brushRef="#br1" timeOffset="80680.71">6776 5498 322 0,'0'0'26'0,"0"0"-8"16,0 0-6-16,0 0-11 16,0 0-4-16,0 0-7 15,25 56-156-15</inkml:trace>
  <inkml:trace contextRef="#ctx0" brushRef="#br1" timeOffset="80850.39">6837 5847 382 0,'0'0'7'16,"0"0"-9"-16,0 0-4 15,0 0-1-15,0 0-83 16</inkml:trace>
  <inkml:trace contextRef="#ctx0" brushRef="#br1" timeOffset="81027.64">6869 6117 395 0,'0'0'29'0,"0"0"-25"0,0 0-4 0,0 0-3 15,0 0-47 1</inkml:trace>
  <inkml:trace contextRef="#ctx0" brushRef="#br1" timeOffset="81180.82">6911 6371 430 0,'0'0'40'0,"0"0"-27"16,0 0-14-16,0 0-3 0,0 0-56 15</inkml:trace>
  <inkml:trace contextRef="#ctx0" brushRef="#br1" timeOffset="81365.89">6960 6778 552 0,'0'0'10'0,"0"0"-12"0,0 0-2 16,0 0-4 0,0 0-51-16</inkml:trace>
  <inkml:trace contextRef="#ctx0" brushRef="#br1" timeOffset="84516.03">20320 5909 167 0,'0'0'-3'0,"0"0"-37"0</inkml:trace>
  <inkml:trace contextRef="#ctx0" brushRef="#br1" timeOffset="84692.05">20320 5909 190 0,'-14'98'-44'0</inkml:trace>
  <inkml:trace contextRef="#ctx0" brushRef="#br1" timeOffset="96810.25">6932 5707 100 0,'0'-6'27'0,"2"4"-16"0,-2-2 27 15,0 2 2 1,0 2-2-16,0-1-1 0,0 1 23 15,0 0 13-15,0 0-3 16,0 0 16 0,0 0-11-16,-8 11-29 15,-13 18-26-15,-4 14-21 16,-2 10 12-16,-1 5-8 16,4 3-3-16,11-11-2 0,10-15 0 15,3-14-11-15,0-17-97 16,16-4-228-16</inkml:trace>
  <inkml:trace contextRef="#ctx0" brushRef="#br1" timeOffset="97116.92">6773 5680 494 0,'0'0'78'0,"0"0"11"16,0 0-38-1,0 0-22-15,0 0-12 0,-9 58-7 16,9-31 1-1,5 6-2-15,18 5-6 16,12 5-3-16,5 6-1 16,1 3-1-16,-4-2-25 15</inkml:trace>
  <inkml:trace contextRef="#ctx0" brushRef="#br1" timeOffset="100452.13">2581 5550 225 0,'-17'9'50'16,"2"-1"4"-16,0-2-20 16,2 0-12-16,-1 4-2 15,0-1 1 1,-3 4-5-16,-2 7-4 0,-3 3-7 15,-4 5 2-15,1 1 2 16,-1 6 4 0,4 0 6-16,8 1-4 0,2 1-3 15,8 4-7-15,4 2-1 16,0 1-2-16,0 4 1 16,16 3 1-16,4 2 1 15,6-2-5-15,5-1 1 16,3 1 0-16,2-9-1 15,6-5 1-15,-1-5-2 16,10-13 0-16,1-10-4 16,4-9 11-16,4 0-12 15,2-6 8-15,-6-19-13 16,-2-6 27-16,-5-4-14 16,-7-3-5-16,-4-7 0 15,-10-2-3-15,-4-1 14 16,-9-4-9-16,-5-6 34 15,-8-2 24-15,-2-3-11 0,0 0-14 16,-12 1 9 0,-14 2-19-16,-4 10 0 15,-3 4 3-15,-1 14-1 0,2 6-13 16,0 7-4 0,1 7-2-16,3 7-10 15,0 5-4-15,0 6-2 16,2 27-25-16,-4 8-154 15,3 5-200-15</inkml:trace>
  <inkml:trace contextRef="#ctx0" brushRef="#br1" timeOffset="103096.89">16104 4389 274 0,'0'0'101'0,"0"0"-30"16,0 0-11-16,0 0-15 15,0 0-14-15,0 0-11 0,0 0-5 16,0 0-2 0,0 0-1-16,0 0 5 15,0 0 6-15,0 0 1 0,0 0-3 16,0 0-11 0,0 0-5-16,0 3-5 15,0 9 2-15,0 0-1 16,0 1 0-16,0 5 1 15,-2 2 1-15,0 2 5 16,0 2 0-16,0-3 3 0,0 2-2 16,0-2-5-1,2-1-1-15,-2 1 1 16,-1 0 0-16,3 0 2 16,0 3 0-16,0 1-3 15,0-1 2-15,0 1-1 0,0-2 1 16,0 2 4-1,0-4 2-15,0 2-2 16,0 0-2-16,0 1-2 16,0-1-1-16,0 0-1 0,0 0-3 15,3 1 3-15,-1-4 1 16,-2 3 3-16,0-6 3 16,0-1 5-16,0 2-2 0,0 0-5 15,0 2-2 1,0 0-4-16,0 0 1 0,2 1-2 15,0-2-2-15,0-1 3 16,0-1-2 0,0-1 2-16,0-3-2 15,0 1 1-15,-2 0 0 16,3 1 1-16,-1 3 0 0,0-4 0 16,-2 4 0-1,2-2-1-15,-2 1-1 0,0 1 2 16,2-3-2-1,-2 2 1-15,0-1-1 0,0 2 1 16,0-3 2 0,0 3-1-16,0-3 1 0,0-1-1 15,0 1 0-15,0 1 0 16,0-1-2-16,0 0-1 16,3 2 1-1,-1-3 1-15,-2 0-1 16,0 1 0-16,0-1 0 0,0 0 1 15,2 1 0 1,-2 3-1-16,0 1 0 0,2 4 0 16,-2-4 0-16,2 3 1 15,0-4-2 1,-2-4 0-16,2-2 2 0,-2 0 0 0,5 0-1 31,-5-3 0-31,2 1 0 0,-2-1-1 16,2 2 0-16,0 4 2 15,0-3-1-15,-2 1 1 16,2 0-1-16,-2 3 0 16,0-4 1-16,0 1-1 15,0 3 0-15,0-5 0 16,3 3-1-16,-1-1 1 16,0 3-1-16,0-3 1 15,0-1-1-15,0-1 1 16,3 0 1-16,-3-5-1 15,0 1 0-15,-2 2 0 16,2-3 1-16,-2 4-1 16,0 3 0-16,2 0 0 15,-2 1 0-15,0-3 1 16,0 1-1-16,0-1 0 16,0-6 1-16,0-3-1 0,0-2 1 15,0 0-1-15,0 0 0 16,0 0 4-1,0-7-2-15,0-17-8 0,0-7-18 16,0-7-214 0</inkml:trace>
  <inkml:trace contextRef="#ctx0" brushRef="#br1" timeOffset="104000.57">15324 5229 75 0,'0'0'27'0,"0"0"13"0,-4 0-1 16,4 0-3-16,0 0 20 15,-4-2 17-15,4 2-6 16,0 0 5-16,0 0 14 16,-2 0-9-16,2 0-19 15,0 0-14 1,0 0-7-16,-2 0-9 0,2 0-6 16,-2 4-14-1,2 13-5-15,0 7-1 0,0 2 0 16,0 4-1-16,0-5 1 15,0 0-1-15,0-2 0 16,0-4-1-16,4-3 0 16,2 0 1-16,0-5-1 15,-2-3 1-15,0-2-1 16,4-5-1-16,2-1 1 0,2 0 5 16,6 0 0-1,5 0 5-15,1-7-2 16,2 1-6-16,0 0-1 15,-2 4-2-15,-6 2 0 0,-2 0 1 16,-4 0 0 0,-1 4 0-16,-4 12 2 0,-3 3 2 15,0 2 0 1,-4 3-2-16,0-1 1 0,0-1 0 16,-4 2 0-1,-9-5 2-15,-4 3 1 16,1-5 0-16,2-1-2 15,2-5-3-15,0-3-1 16,6-2-3-16,2-6 1 0,-4 0-9 16,-2 0-153-1,4-17-272-15</inkml:trace>
  <inkml:trace contextRef="#ctx0" brushRef="#br1" timeOffset="104470.71">15326 5232 503 0,'0'0'88'0,"0"0"-15"16,0 0-24-16,0 0-39 0,6-11-2 15,16-8-3 1,6-5-3-16,6-1 1 16,5-2-2-16,-1 2-1 0,-1 3 0 15,-5 7-2 1,-10 7 0-16,-12 6 1 0,-10 2-5 15,0 2-62-15,-19 18-369 16</inkml:trace>
  <inkml:trace contextRef="#ctx0" brushRef="#br1" timeOffset="111160.5">16711 3867 266 0,'0'0'0'0,"0"0"27"15,0 0 3-15,0 0 0 16,0 0 3-16,0 0 9 16,-2 0 21-1,2 0 1-15,0 0-12 0,0 0-3 16,0 0-16 0,0 0-8-16,0 0-2 15,0 0 7-15,0 0 0 0,0 0-6 16,0 0-13-16,0 0-5 15,0 0-5-15,0 0 0 16,0 0-1-16,0 0 0 16,0 0-2-16,0 0-2 15,0 0 3-15,0 0 1 16,0 0 1-16,0 0 0 0,0 0 3 16,-2 0-1-1,-3 0 0-15,3 0-1 16,-4 0-3-16,0 0 0 15,-3 0 0-15,2 0 1 16,-3 0 0-16,1-1 2 16,-4-1 0-16,2 1 2 0,1-2 0 15,-4 2-2-15,8 1 0 16,-2-2 2 0,4 2 0-16,0 0 2 15,0 0 2-15,2 0 1 16,0 0-4-16,2 0-3 0,-2 0 0 15,2 0-1 1,0 0-1-16,0 0-1 0,0 0-1 16,0 0-1-1,0 0-3-15,0 0 0 0,0 0-1 16,0 0 0-16,16 0 6 16,5 0 0-1,5 3 1-15,4 1 1 0,4-1 3 16,1 1-4-16,2-2 2 15,3 1-1-15,3-3 0 16,3 0 0-16,6 0 1 16,5 0-4-1,8-10 4-15,0-3 3 16,1 1-5-16,-5 0 2 0,-9 3-2 16,-4 3-2-1,-9 2 1-15,-7 3 1 0,2-2 1 16,-1 3-1-16,4 0-1 15,1 0 2-15,-1 0 0 16,1 0-2-16,2 0 1 16,-2 0 0-16,3 0 0 15,0 0 0-15,2 0 0 16,0 0 0-16,0 0 0 16,2 4 0-16,-1 0 0 15,-4-2 0-15,1 2 0 0,-2-3 0 16,-2 1 1-1,-4 1-1-15,2-3 0 0,-3 0 1 16,3 0-1 0,-4 0-1-16,2 0 2 0,-5 0-1 15,-4 0-1-15,0 0 1 16,-1 2-1 0,1-1 2-16,2 2-1 0,0-1 0 15,3-2 1 1,0 0-1-16,-3 0 0 0,-3 0 0 15,-3 0 0 1,-1 0 0-16,-4 1-1 16,3 3 2-16,0-2-1 0,6-1 0 15,-1-1 1-15,6 0 0 16,1 0-1-16,-4 0 1 16,1 0-1-16,-6 0 0 15,2 0 0-15,-6 0 2 16,2 0-2-16,-3 0 1 15,-1 0-2-15,-1 0 2 16,2 0-2-16,3 0 2 16,-4 0-1-16,3 3-1 15,-2-2 1-15,0 1 0 0,1-2 1 16,-2 0-1 0,2 3-3-16,0-3 5 15,0 0-2-15,1 0 0 16,-1 0 1-16,-2 0-1 0,3 0-1 15,-4 2 1 1,0-2 1-16,-2 1-1 16,1-1 0-16,2 3 1 15,0-3-2-15,-1 0 2 0,6 0-1 16,0 0 2-16,-5 0-4 16,-2 0 2-1,-1 0-4-15,0 0 4 0,-8 0-1 16,3 0 1-1,1 0 0-15,1 0 1 0,-5 0-1 16,4 0 0 0,-3 0 2-16,-1 0 0 15,1 0-4-15,-3 0 3 16,0 0 0-16,0 0-2 16,0 0 2-16,2 0-1 15,-3 0 0-15,5 0 0 0,-2 0-1 16,0 0 2-16,-1 0 0 15,1 0-3-15,0 0 4 16,-3 0-2 0,2 0 1-16,2 0 0 0,-3 0-1 15,2 0 0-15,-2 0-1 16,5 0 3-16,-1-4-4 16,1 4 2-16,-3-2-1 15,0 2-1-15,0-5 3 16,0 5 0-16,-1 0-1 15,2-1 1-15,-1-2-2 16,2 2 3-16,-2-1-3 16,2 1 0-16,4-2 1 15,-4 2-1-15,-4 1 1 16,4 0 0-16,-4 0 1 16,-1 0-1-16,3 0 1 0,-1 0-1 15,1 0-2 1,0 0 3-16,0-5-1 15,0 5 2-15,-2-1-1 16,-2 1 1-16,1 0 0 0,-1 0 3 16,0 0-1-1,0 0-2-15,0 0 0 0,0 0-2 16,4 0 0-16,-4 0 0 16,2 0 0-16,2 0 1 15,-1 0-1-15,-1 0 1 16,0 0-1-1,-2 0 1-15,2 0-1 0,-2 0 1 16,2 0-2-16,0 0 1 16,0 0 2-1,-1 0 0-15,3 0 2 0,-2 0 0 16,0 0 0 0,-2 0-1-16,0 0-1 0,2 0-1 15,-2 0 0-15,2 0 0 16,-2 0 0-16,0 0 0 15,2 0 1-15,-2 0 1 16,0 0 3-16,0 0-1 16,0 0 3-16,0 0-3 15,0 0-2-15,3 0-1 16,-3 0-1-16,2 0 0 0,4 0 1 16,-5 0 1-1,-1-2-1-15,0 2 1 0,4 0 1 16,-4 0 0-1,0 0 2-15,0 0-1 0,0 0 2 16,0 0-4-16,0 0-1 16,0 0 0-1,0 0 0-15,0 0 0 0,0-3-3 16,-11-4-2 0,-15-5-68-16,-2-5-563 0</inkml:trace>
  <inkml:trace contextRef="#ctx0" brushRef="#br1" timeOffset="112310.69">18148 3107 387 0,'0'-2'67'16,"0"-1"-6"-16,0 2-6 15,2-1-22-15,-2 2-1 16,0-3 10-16,0 2 14 15,0 0 9-15,0-4-12 16,-9 1-18-16,-5 1-7 16,1-2-13-16,-4 4-1 15,-1-1-1-15,2 2-5 0,-4 0-2 16,-2 0 1-16,1 0-5 16,0 9-1-16,-3 7 2 15,4 5-3-15,3 5 0 16,3 5 0-1,2 4-1-15,6 7 1 0,4 0 0 16,2 7 1 0,0-5-2-16,0 1-1 15,8-6 0-15,14-6 0 0,4-5-1 16,-1-11-1 0,5-4 0-16,2-7 3 0,-1-6 0 15,-3 0-4-15,-2 0-6 16,-7-11 20-16,-4-3-5 15,-6 0 2 1,-5 2 2-16,-4 3 5 16,0 1 5-16,-6 4 9 0,-20 4-8 15,-6 0-14-15,-7 0 0 16,-4 6-5-16,2 11 0 16,9 4-3-16,8-3-10 15,16-2-100-15,8-8-260 16</inkml:trace>
  <inkml:trace contextRef="#ctx0" brushRef="#br1" timeOffset="128648.25">3659 9896 452 0,'-6'-3'70'0,"2"-2"5"0,-1 1-10 16,3 1-16 0,2 3-15-16,-2-2-14 0,2-1-7 15,0 3 0 1,0 0 2-16,0 0-3 0,-2 3 7 15,2 17 2-15,-2 3 7 16,-1 6 5-16,1 3-1 16,0 3-10-16,2 2-13 15,0-4-3-15,0 4 1 16,-2-5-3-16,2 4-2 16,-2-7 4-16,0 0-1 15,0-2 1-15,0-6-4 16,0-3-1-16,2-9-1 15,0-1 0-15,0-6 0 16,0-2 0-16,0 0-1 16,0 0-3-16,0 0-32 15,0-14-107-15,0-3-204 0</inkml:trace>
  <inkml:trace contextRef="#ctx0" brushRef="#br1" timeOffset="128947.47">3640 10163 372 0,'0'0'62'0,"0"0"19"16,0 0-36-16,60-129-17 0,-34 92-4 16,-2 4-9-16,0 8 3 15,-6 4 8 1,-6 4 3-16,-6 9 7 0,-4 2-9 16,-2 6-21-16,0 0-4 0,0 0-15 15,0 0-82 1,-2 12-200-16</inkml:trace>
  <inkml:trace contextRef="#ctx0" brushRef="#br1" timeOffset="129217.27">3668 10193 552 0,'0'0'83'0,"0"0"-10"0,0 0-29 0,0 0-33 15,0 0-11-15,32-2 4 16,2 2 4-16,6 0-5 16,0 0 1-16,-1 0-4 15,-5 0 2 1,-2 8-2-16,-8-3 0 0,-4 3-3 15,-8-2-25 1,0-2-168-16</inkml:trace>
  <inkml:trace contextRef="#ctx0" brushRef="#br1" timeOffset="129910.64">4112 10181 506 0,'0'0'18'0,"0"0"0"15,0 0-3-15,12-109-8 16,-12 88 0-16,0 6 21 16,-8 1 34-16,-14 3-17 0,-2 3-5 15,3 4-6 1,-1 4-15-16,5 0 6 0,-2 0-4 15,6 18-10 1,2 5-9-16,5 6 0 16,6 1-2-16,0-3-3 15,0-2-4-15,12-1 6 16,12-5-4-16,4-3 6 16,0-7 0-16,3-3-1 15,-5-3-2-15,-2-3-8 16,-2 0-2-16,-6-10 1 15,-6-11 9-15,-3-5 3 16,-1-2 2-16,-4 0-1 16,-2 6 1-16,0 4 3 15,0 6-1-15,0 6 1 0,2 6-3 16,7 0-7-16,4 0-7 16,4 12 10-1,0 0 1-15,5-6 0 16,-2 0-2-16,-2-6-4 0,0 0 3 15,-3-5 3-15,-2-14 2 16,0-3-1 0,-3-1 1-16,-5 4 0 15,-1 1 4-15,-2 9 8 0,-2 5 14 16,0 4 10-16,0 0-19 16,0 19-13-16,0 6-5 15,2 8 0-15,3 9 1 16,1 2-2-16,-2 4 1 15,3 0-1-15,-3 2 1 16,-1-5-1-16,-3-8 0 16,0-6 1-16,0-9 1 15,-16-8-1-15,-12-6 6 0,-8-8-3 16,-3 0-15 0,3 0-47-16,3-19-168 0</inkml:trace>
  <inkml:trace contextRef="#ctx0" brushRef="#br1" timeOffset="130448.35">4981 9781 557 0,'0'0'91'15,"0"0"-11"-15,0 0-32 16,0 0-25-16,-97-18-14 0,69 18-2 15,2 0 3-15,2 6 2 16,2 1 4-16,6-2 4 16,7 1-6-16,2-5-1 15,3 4 2-15,4-5 9 16,0 0 6-16,0 1-4 16,0 1-9-16,-2 2-3 15,2 6-4-15,0 9-1 0,0 6 1 16,-2 11 6-1,0 13 0-15,-1 11-6 16,-3 6-4-16,2 6-2 16,0 1-2-16,1-3 2 0,3-10-5 15,0-12 2 1,0-7-1-16,17-16-1 16,3-10 0-16,-3-9-3 0,3-6-13 15,1-6-33 1,0-25-163-16,1-11-377 15</inkml:trace>
  <inkml:trace contextRef="#ctx0" brushRef="#br1" timeOffset="130981.83">5088 9957 648 0,'0'0'47'16,"0"0"12"-16,0 0-35 16,0 0-21-16,0 0-1 15,-58 38 2-15,47-1 0 0,-3 6 4 16,4-3 2 0,2-1 1-16,2-5 1 15,1-6-4-15,3-7-2 16,0-7-3-16,2-8-3 15,0-6 2-15,0 0-2 16,0 0 4-16,7-24 4 16,7-9-1-16,2-11-3 15,0-8-2-15,2-6 1 16,-6 5 0-16,0 5-1 16,-6 9 3-16,-2 14 10 15,-4 6 22-15,2 8 17 0,-2 6-16 16,0 2-14-1,0 3-11-15,5 0-9 0,3 0-5 16,5 0-5 0,4 14 4-16,7 16 2 15,0 5 1-15,0 5 1 0,-3 5 1 16,-2 1-2-16,-3 0 0 16,-4-11-2-16,-1-4 0 15,-2-5 1 1,-3-10-1-16,-2-4-11 15,-4-7-24-15,0-5-74 16,0 0-94-16,-2-12-416 0</inkml:trace>
  <inkml:trace contextRef="#ctx0" brushRef="#br1" timeOffset="131199.1">4972 10118 619 0,'0'0'34'0,"0"0"-19"16,0 0-17-16,0 0 7 16,0 0-1-16,97-31-2 0,-59 20-1 15,1 4-1 1,-1-7-7-16,-7 1-366 15</inkml:trace>
  <inkml:trace contextRef="#ctx0" brushRef="#br1" timeOffset="131635.81">5275 9849 580 0,'0'0'4'16,"0"0"-2"-16,0 0 0 15,0 0-3-15,144-67 2 16,-109 60-2-16,-5 1-1 0,-8 0-1 16,-8 2 3-1,-5 2 1-15,-6 2 5 0,-3 0 24 16,0 0 40-16,0 0 6 15,0 0-16-15,0 8-7 16,0 5-10-16,2 8-13 16,2 4-17-16,2 7-7 15,4 6-1-15,-2 7-3 16,0 5 1-16,-2 3-2 16,3-1 0-16,-4-3 1 15,-3-4 0-15,0-4-2 16,-2-2 1-16,0-2-1 15,-4-6 2-15,-16 1-2 0,-6-12 0 16,2-9-6 0,5-11-56-16,2-12-271 15</inkml:trace>
  <inkml:trace contextRef="#ctx0" brushRef="#br1" timeOffset="131916.32">6043 9935 532 0,'0'0'19'0,"0"0"-5"16,0 0-3 0,0 0-7-16,0 0-1 0,88-36-2 15,-62 30 1-15,-2 6-8 16,-5 0-49 0,-3 0-268-16</inkml:trace>
  <inkml:trace contextRef="#ctx0" brushRef="#br1" timeOffset="132090.47">6101 10113 434 0,'0'0'6'16,"0"0"23"-16,0 0 3 15,0 0-7-15,0 0-10 0,0 0-9 16,112 11-4-1,-90-11-2-15,-5-3-8 0,-9 0-297 16</inkml:trace>
  <inkml:trace contextRef="#ctx0" brushRef="#br1" timeOffset="133260.65">3716 11269 328 0,'0'0'87'0,"0"0"-10"15,0 0 7 1,0 0 8-16,-7-5-30 0,7 5-27 15,0 1-19 1,0 18 4-16,0 9 5 16,4 7 4-16,3 5 3 0,-1 5 4 15,-2 1 0 1,2-2-6-16,0 2-5 0,-2-8-10 16,-2-3-8-1,2-8-5-15,2-8-2 0,-2-3-1 16,1-7 1-1,0-4 0-15,-3-5 1 16,-2 0 6-16,0 0 3 16,0-5 12-16,2-12 9 0,0-5-12 15,4-4-10 1,5-9-7-16,0-2-2 0,6-5 0 16,0-5-1-1,5-6 1-15,-3 1 0 16,5-3 0-16,0 7-1 0,-8 7 1 15,0 7 0 1,-4 11-2-16,-3 10 1 0,-6 10-2 16,-3 3-33-16,0 4-95 15,0 20-74-15,0 1-255 16</inkml:trace>
  <inkml:trace contextRef="#ctx0" brushRef="#br1" timeOffset="133482.35">3827 11544 429 0,'0'0'17'16,"0"0"23"-16,0 0-1 0,0 0 21 16,0 0 2-1,46 32-19-15,-23-21-20 16,5-1-15-16,3 2 0 15,1 0-5-15,-2 0 0 16,-5-4-39-16,-3-2-475 0</inkml:trace>
  <inkml:trace contextRef="#ctx0" brushRef="#br1" timeOffset="134207.62">4238 11687 480 0,'0'0'30'0,"0"0"-4"0,0 0 0 16,0 0-2 0,0 0-5-16,73-116-12 0,-53 92-3 15,-8 2-1-15,-5 3 2 16,-5 2 7-16,-2 2 47 15,0 3 10-15,-17 1-23 16,-5 5-13-16,-2 0-14 16,-1 6 4-16,4 0-9 15,1 0-8-15,3 8-3 16,4 13-3-16,6 7-1 16,3 1 0-16,4 4-2 15,0-4 0-15,11-1 3 16,8-6-1-16,7-6-6 15,0-9 2-15,-1-7 5 16,1 0-2-16,-2 0-3 16,-4-10-6-16,-8-7 1 0,-1-7 1 15,-4 4 9 1,-5 0 1-16,0 4 1 16,-2 6 2-16,0 1-3 0,0 6-2 15,2 3-3 1,5 0-6-16,1 0-3 0,3 12 11 15,2-2 3 1,2 2-1-16,2-6 1 0,1-6-2 16,-2 0 1-16,2 0 1 15,-5-18 0-15,-2 2 1 16,-5-3-1 0,0 1 4-16,-6 4 1 0,0 4 9 15,0 5 22-15,3 2 7 0,-3 3-19 16,2 0-19-1,0 6-13-15,4 20 0 16,-1 11 6-16,1 7 5 16,3 8-2-16,1 2 0 15,-3-2-1-15,2-8-1 0,-5-5 0 16,0-10 0 0,-4-5 1-16,0-6 0 0,-4-5-1 15,-20-3 4 1,-10-4-2-16,-5-6-6 15,1 0-32-15,3-14-198 16</inkml:trace>
  <inkml:trace contextRef="#ctx0" brushRef="#br1" timeOffset="134760.71">5238 11247 505 0,'0'0'56'15,"0"0"-1"-15,0 0-29 16,0 0 3-16,-105-4-13 16,73 14 1-1,-2 5 9-15,2-5 5 0,2 1 0 16,6-4-3-16,4-3-1 0,5-1-2 16,9-3 4-1,-1 0 4-15,5 0-8 16,2 0-7-16,0 3-6 15,0-2-4-15,0 1 2 16,-2 1 3-16,2 0-3 16,0 5-5-16,0 4-6 15,0 9 0-15,0 4 4 16,0 10 0-16,8 6 0 16,1 8 3-16,0-4-3 15,-3 4 1-15,5-2-2 16,-4-9-1-16,1-5-1 0,4-4 0 15,0-5 0 1,2-9-1-16,4-4-1 16,2-5-7-16,-2-3-33 15,2-3-217-15,-3-3-194 16</inkml:trace>
  <inkml:trace contextRef="#ctx0" brushRef="#br1" timeOffset="135065.45">5290 11468 634 0,'0'0'71'16,"0"0"15"-16,0 0-26 0,0 0-32 15,0 0-21 1,-8-15-6-16,8 30 1 15,0 13 9-15,0 4 10 16,0 5 6-16,0 1-3 16,0-2-12-16,0-5-10 15,0-2-1-15,6-6-1 16,1-6 0-16,-1-5-1 16,3-6-12-16,-1-6-49 15,1 0-202-15,-1-12-295 16</inkml:trace>
  <inkml:trace contextRef="#ctx0" brushRef="#br1" timeOffset="135510.56">5226 11486 660 0,'0'0'57'15,"0"0"-16"1,0 0-30-16,0 0-4 15,84-105-5-15,-59 93-1 16,-3 11-2-16,-4 1-1 16,-8 0 0-16,-6 19 3 15,-4 4 2-15,0 6 6 0,0 0 1 16,-2 3 0 0,-10-7-1-16,2-4-4 0,0-3-3 15,4-6 0-15,4-1-1 16,2-5-1-16,0-5 0 15,0-1-4-15,2 0-3 16,18 0 9-16,4 0 4 16,2-1-4-16,0 1-1 15,-9 0-2-15,-4 0-2 16,-8 8-1 0,-5 12 7-16,0-2 1 0,0 1-4 0,-20 2 4 15,-3-1-2 1,-3-2 2-16,0-3-1 0,2-2-2 15,5-5-1 1,2-4-1-16,6-4-4 16,7 0-72-16,4-21-338 15</inkml:trace>
  <inkml:trace contextRef="#ctx0" brushRef="#br1" timeOffset="135910.4">5407 11329 555 0,'0'0'2'16,"0"0"0"-16,0 0-1 0,0 0 0 15,122-60 0 1,-91 53-1-16,-6-2-3 15,-8 7 4-15,-4-3-2 16,-4 3 3-16,-5 1 10 0,0-2 39 16,-4 3-4-16,0 0-20 15,2 0-9-15,-2 4 2 16,3 14 18-16,-1 7 4 16,0 6-9-1,2 4-10-15,3 5-14 0,1 3-5 0,-1 4 0 16,-3 1 0-1,0-3 0-15,-2 4 2 16,-2-4 1-16,0-4-1 16,0-5 3-16,0-7-2 15,0-4-5-15,-10-5 0 16,-7-8-2-16,-7-11-5 16,-2-1-40-16,0 0-215 15</inkml:trace>
  <inkml:trace contextRef="#ctx0" brushRef="#br1" timeOffset="136231.76">6087 11416 579 0,'0'0'73'16,"0"0"-15"-16,0 0-30 15,0 0-18-15,0 0-8 16,90-29-1-1,-71 29 0-15,-4 0-2 0,0 0-10 16,-6 6-80-16,-1-1-276 16</inkml:trace>
  <inkml:trace contextRef="#ctx0" brushRef="#br1" timeOffset="136415.2">6159 11594 531 0,'0'0'42'16,"0"0"24"-16,0 0-21 16,0 0-23-16,0 0-13 0,0 0-7 15,117 3 1-15,-91-3-6 16,-7 0-75 0,-8 0-520-16</inkml:trace>
  <inkml:trace contextRef="#ctx0" brushRef="#br1" timeOffset="137091.71">3898 12639 386 0,'0'0'30'16,"0"0"33"-16,0 0 10 15,0 0 7-15,0 0-7 16,-2-44-17-16,2 44-17 16,0 0-12-16,0 4-13 15,0 19-6-15,-2 5 27 0,2 8 14 16,0 5-13-16,0 3-8 16,0 1-18-16,0-3-2 15,0-3-3-15,0-2-5 16,7-5-2-16,-3-7-7 15,2-5-57-15,-2-9-274 16</inkml:trace>
  <inkml:trace contextRef="#ctx0" brushRef="#br1" timeOffset="137332.14">3931 12912 436 0,'0'0'31'15,"0"0"30"-15,60-106-14 0,-30 64-16 16,7 0-13 0,-3 6-15-16,-8 8-2 15,-4 6-1-15,-12 10-1 0,-8 10-3 16,-2 2-100-1,-8 2-312-15</inkml:trace>
  <inkml:trace contextRef="#ctx0" brushRef="#br1" timeOffset="137530.45">3973 12958 653 0,'0'0'89'16,"0"0"-35"-16,0 0-41 0,0 0-11 16,0 0 1-1,0 0 0-15,113 0 1 0,-71 0-1 16,-3 0-5-16,-7 7-252 16</inkml:trace>
  <inkml:trace contextRef="#ctx0" brushRef="#br1" timeOffset="138280.41">4337 13069 539 0,'0'0'6'0,"0"0"0"15,0 0-2 1,0 0-3-16,131-88 0 15,-105 65-1-15,-6 4 1 16,-12-4-2-16,-4 4 4 0,-4 2 0 16,0-1 9-1,-6 3 31-15,-14 3 27 0,0 3-29 16,-2 5-11 0,2 0-7-16,3 4-1 15,6 0-9-15,-2 0-5 0,5 15-6 16,1 9-2-16,1 1 1 15,6 4 0-15,0 1-1 16,0 0-1 0,13-5-1-16,15-10 1 0,4-7-1 15,1-8-1-15,1 0-3 16,-4-5-48 0,-9-18-67-16,-8 1 98 15,-6-3 26-15,-7-1 8 0,0 5 31 16,0 4 11-16,0 1-9 15,0 9-18 1,0 7-12-16,0 0-14 0,0 0-7 16,0 11 5-16,8 7 2 0,5-1 1 15,4-4-1 1,3-2-3-16,4-10-1 16,4-1-7-16,2 0-9 15,-2-6-58-15,-7-11 18 0,-3-1 37 16,-6 5 24-1,-6 0 17-15,-4 3 50 16,-2 4 24-16,0 0-20 16,0 6-15-16,3 0-29 15,2 0-21-15,-1 19-15 16,6 16 5-16,2 6 5 16,0 8-2-16,1 5 2 15,0-4-1-15,-5-4 0 16,1-5 1-16,-9-7-3 0,0-8 3 15,0-5 1 1,-26-7-2-16,-11-6 0 16,-9-8-9-16,-4 0-41 15,3-19-233-15,9-23-327 16</inkml:trace>
  <inkml:trace contextRef="#ctx0" brushRef="#br1" timeOffset="138748.62">5400 12560 475 0,'0'0'14'0,"0"0"14"0,0 0-3 16,0 0-14-16,-136-2 0 16,98 14 8-16,4 0 16 15,6-5 19-15,4-3 8 16,9-4-11-16,4 0-9 16,4 0-3-16,3 0-16 15,2 0-5-15,-2-4-2 16,2 2 5-16,-1 2 5 15,3 0-8-15,0 0-11 0,0 12-10 16,0 13 8 0,0 9 2-16,3 8 8 0,3 8-1 15,-2 0 5-15,-2 8 1 16,1-4-6 0,1 0-7-16,0-5 1 0,3-6-6 15,1-3 0 1,7-10-2-16,3-7 1 0,3-6-2 15,4-11-2 1,4-6-15-16,1 0-101 16,2-17-171-16,-4-17-354 15</inkml:trace>
  <inkml:trace contextRef="#ctx0" brushRef="#br1" timeOffset="139110.48">5447 12839 587 0,'0'0'5'15,"0"0"4"-15,0 0 2 16,0 0 1-16,0 0-7 16,41 0-2-16,-23-6 1 15,-4-1-1-15,0-3-1 16,-8-2-2-16,-4 1 3 15,-2-1 5-15,0 4 11 16,-8 3 83-16,-12 1-23 16,-2 4-21-16,3 0-13 15,-2 0-11-15,-1 11-10 16,3 11-4-16,5 9-8 16,2 3-6-16,8 5-1 0,4 1 2 15,0 0-5-15,8-6-2 16,22-10 0-1,5-11 0-15,6-7-3 0,-2-6-81 16,-3 0-248 0</inkml:trace>
  <inkml:trace contextRef="#ctx0" brushRef="#br1" timeOffset="139545.49">5585 12647 589 0,'0'0'1'15,"0"0"1"-15,0 0 4 16,0 0-4-16,118-29-1 16,-74 23 1-16,-8 1-1 15,-4-3-15-15,-8 2-11 16,-9 0 23-16,-4 5 4 15,-9-3 22-15,-2 4 47 0,0 0 29 16,0 0-26 0,0 0-20-16,0 0-17 0,0 0-16 15,0 15-9 1,0 9-2-16,0 8-6 16,0 9-1-16,0 5 7 0,0 3-2 15,2 5 1 1,0-4 1-16,3-3-6 0,-5-1 0 15,2-4-1 1,-2-4 0-16,0-4-2 16,0-1 1-16,-2-5-1 15,-16-7 0-15,-1-6-1 0,-3-10-2 16,3-5-22 0,-2-6-156-16,5-26-390 15</inkml:trace>
  <inkml:trace contextRef="#ctx0" brushRef="#br1" timeOffset="139848.18">6379 12835 533 0,'0'0'1'0,"0"0"3"0,0 0 1 15,0 0 1-15,118-37-4 16,-94 33-1-16,0 3 0 15,-8-3-2-15,-4 4-22 16,-6 0-374-16</inkml:trace>
  <inkml:trace contextRef="#ctx0" brushRef="#br1" timeOffset="140045.88">6376 13046 618 0,'0'0'18'0,"0"0"8"16,0 0 20-16,0 0-26 15,147 6-16-15,-110-14-2 0,-5 3-2 16,-17 0-6 0,-8 4-45-16,-7-1-527 0</inkml:trace>
  <inkml:trace contextRef="#ctx0" brushRef="#br1" timeOffset="140848.59">3776 13912 457 0,'0'0'105'0,"0"0"28"15,0 0-50-15,0 0-38 16,-18-6-28-16,18 6-8 16,0 2-7-16,0 13 0 15,0 12 7-15,2 5 12 16,10 6 7-16,-4 4-2 0,4 4-8 16,-5-2-10-1,2-3-5-15,-3-7-4 0,3-5 1 16,0-9-25-1,-3-9-101-15,-2-5-344 0</inkml:trace>
  <inkml:trace contextRef="#ctx0" brushRef="#br1" timeOffset="141080.38">3825 14237 404 0,'0'0'52'16,"0"0"9"-16,0 0-7 15,104-134-15-15,-74 93-15 16,-2 7-10-16,-3 1-8 0,-8 8-5 16,-4 7-1-1,-6 10 0-15,-7 8-7 0,0 0-131 16,-20 8-219-16</inkml:trace>
  <inkml:trace contextRef="#ctx0" brushRef="#br1" timeOffset="141297.91">3907 14190 513 0,'0'0'60'15,"0"0"-13"-15,0 0-18 16,0 0-8-16,0 0-6 16,0 0 8-16,56 33 10 15,-37-9-3-15,-2-1-12 0,5 0-12 16,1-2-2 0,1-1-1-16,0-8-14 0,-2-5-366 15</inkml:trace>
  <inkml:trace contextRef="#ctx0" brushRef="#br1" timeOffset="142031.5">4320 14415 344 0,'0'0'42'0,"0"0"-16"16,0 0-6-16,84-99-11 16,-69 74-5-16,-4 2-2 15,-5-1 2-15,-6 3 4 16,0 4 57-16,0 4 22 16,-19 1-21-16,-1 2-10 15,-1 4-6-15,2 6-18 0,-3 0-6 16,4 0-8-1,6 0-10-15,-4 16-3 0,8 7-3 16,4 2 0 0,2 4 0-16,2 0-1 0,0 0-2 15,6-4 0-15,14-2 1 16,4-10 1 0,-1-7-1-16,3-6 0 0,-3 0-3 15,-1-9 1 1,-3-13-4-16,-5-4 5 15,-6-1 2-15,-4-2 1 16,-2 9 2-16,-2 3-3 16,0 7 1-16,0 9 0 15,4 1-5-15,6 1-12 0,4 19 15 16,6 1 0 0,-1 0 0-16,7-5 0 0,2-5-1 15,4-7-1-15,0-4-7 16,-4 0-7-16,0-9-63 15,-2-11 49-15,-9-3 29 16,-4-2 4 0,-6 4 2-16,-5 1 23 0,-2 5 23 15,0 4 3 1,0 8-2-16,0 0-3 0,0 3-26 16,0 3-18-16,0 22-12 15,2 10 5-15,2 15 4 16,-2 5 0-16,2 7 1 15,-4-5-2-15,0-6-1 16,0-8 0-16,0-13 2 16,0-6-2-16,-12-9 2 15,-14-5-1-15,-11-6 2 0,-3-4-9 16,0 0-61 0,6-25-232-16</inkml:trace>
  <inkml:trace contextRef="#ctx0" brushRef="#br1" timeOffset="142559.88">5400 14008 449 0,'0'0'60'16,"0"0"27"-16,0 0-37 0,0 0-24 16,-127-21-5-16,88 21 24 15,-1 0 6-15,5 0-5 0,3 0-11 16,8 0-4-1,5 0-8-15,6-4 0 16,5 4 3-16,0-1 2 16,4 1 0-16,4-3-4 15,0 3-10-15,0 0-8 0,0 0-4 16,0 0 1 0,0 0-1-16,0 0 2 0,7 16 3 15,2 7 9 1,1 10-3-16,1 12-3 0,4 6 1 15,-2 8-3 1,2 7-1-16,0-2-1 16,0-3-1-16,0-6-2 15,3-9-2-15,-4-9-1 16,2-14 0-16,1-7-2 0,2-16-14 16,-2 0-36-16,5-14-172 15,-3-23-309-15</inkml:trace>
  <inkml:trace contextRef="#ctx0" brushRef="#br1" timeOffset="142830.37">5471 14122 734 0,'0'0'49'16,"0"0"13"-16,0 0-30 15,0 0-17-15,0 0 12 16,0 86 13-16,0-46-7 16,0 5-3-16,0-1-13 0,0-1-5 15,0-2-6 1,2-4-4-16,3-12-1 0,-3-4-2 16,-2-9 2-1,2-10-7-15,2-2-16 0,0-12-84 16,1-19-277-1</inkml:trace>
  <inkml:trace contextRef="#ctx0" brushRef="#br1" timeOffset="143131.04">5383 14128 552 0,'0'0'60'0,"0"0"6"15,0 0-27-15,0 0-23 16,0 0-8-16,95-25-5 0,-65 37-1 16,-2 7 0-1,0 5-2-15,-7 5 1 0,0 6 1 16,-7-3-2-16,-6 5 2 16,-4-4 2-16,-4 1-1 15,0-8-2-15,0-2 3 16,-19-4-1-16,-6-1 8 15,-5-1-6-15,-8-6-4 16,4-6 2-16,0-6-8 16,10 0-16-16,9-12-362 15</inkml:trace>
  <inkml:trace contextRef="#ctx0" brushRef="#br1" timeOffset="143629.67">5820 14022 704 0,'0'0'10'15,"0"0"-4"-15,0 0-6 16,0 0 3-16,0 0 0 16,88-27-1-16,-56 21-1 15,-6 2-1-15,-7 1 1 0,-10 0-1 16,-3 3 2-16,-1 0 0 16,-3-2 29-16,-2 1 57 15,0 1 1 1,0 0-13-16,0 0-31 0,0 0-19 15,0 7-20 1,0 18-5-16,0 7 1 16,0 8 1-16,0 7-2 15,0 1 1-15,0 0-2 0,4 2 1 16,0-3 0 0,1-2-1-16,-3-2 1 0,-2-8 0 15,0-3 0-15,0-3 1 16,-11-6-1-16,-10-3 0 15,-7-5 0-15,-2-7-2 16,0-2-6-16,1-6-29 16,6-4-119-16,12-29-292 15</inkml:trace>
  <inkml:trace contextRef="#ctx0" brushRef="#br1" timeOffset="143910.45">6513 14189 478 0,'0'0'18'16,"0"0"6"-16,0 0-3 15,0 0-15-15,127-24-6 16,-104 23 0-16,-6 1-10 0,-4 0-15 16,-4 0-156-1</inkml:trace>
  <inkml:trace contextRef="#ctx0" brushRef="#br1" timeOffset="144110.71">6553 14380 590 0,'0'0'19'15,"0"0"6"-15,0 0 12 16,0 0-11-16,0 0-19 15,121 10-5-15,-95-10-3 16,-7 0-13-16,-4-4-57 16,-11-2-483-16</inkml:trace>
  <inkml:trace contextRef="#ctx0" brushRef="#br1" timeOffset="145060.89">3961 15199 359 0,'0'0'88'0,"0"0"36"16,0 0-31-1,0 0-10-15,-26-23-20 0,24 23-20 16,0 0-30-16,2 10-14 16,0 15 11-1,0 4 14-15,0 14 12 0,0 3-5 16,0 6-10-16,0 0-3 0,0 2 6 15,2-1-9 1,2-6-6 0,-2-3-6-16,0-12 0 0,-2-10-4 15,2-9 1-15,-2-5 1 16,0-8 0-16,0 0 4 16,0 0 5-1,0 0-1-15,0-2-2 0,0-13-1 16,0-8-4-16,6-10-2 15,4-9 0-15,2-3 0 16,6-8-1-16,3 5 2 16,-2 1-2-16,1 7-1 15,-3 11 2-15,-4 9-1 16,0 9 2-16,-5 6-7 16,6 5-30-16,-6 0-120 15,0 0-47-15,-6 16-280 0</inkml:trace>
  <inkml:trace contextRef="#ctx0" brushRef="#br1" timeOffset="145281.85">4027 15586 579 0,'0'0'30'16,"0"0"-11"-16,0 0-7 15,0 0 10 1,0 0 12-16,69 13-10 0,-39-1-11 16,0-2-10-16,0 2 1 15,-4-2-3-15,2-3-12 16,1-3-508-16</inkml:trace>
  <inkml:trace contextRef="#ctx0" brushRef="#br1" timeOffset="145999.23">4397 15743 489 0,'0'0'26'0,"0"0"-6"15,0 0-6-15,59-103-7 16,-35 74-4-16,-6 1-2 15,0-1 0-15,-12 4 1 16,-6 0 1-16,0 1 13 16,0 2 38-16,-10 3-2 15,-8 2-12-15,-4 7-12 16,4 4-9-16,-2 6-3 16,0 0-3-16,-1 10-5 15,6 9-4-15,2 7-2 0,7 0 0 16,6 5-1-1,0-1-2-15,0-4 1 16,10 2 1-16,14-5-2 16,2-8-1-16,4-3 2 15,1-12 0-15,-4 0-2 0,-1 0-2 16,-5-18-4 0,-8-5-3-16,-6-4 5 15,-7 0 4-15,0-1 5 0,0 4-2 16,0 5 1-1,0 7-2-15,0 8 3 0,0 4-4 16,0 0-7-16,6 17 8 16,11 7-1-1,3-2 1-15,2-3 0 0,2-9-2 16,3-4-1-16,3-6-1 16,0 0 2-16,0-6-5 15,-6-15-9-15,-4 3-9 16,-6-1 6-16,-8-1 21 15,-2 2 5-15,-4 4 24 0,0 3 24 16,0 5 4 0,0 6-2-16,0 0-17 15,0 0-30-15,0 17-12 16,0 18 2-16,0 5 1 16,4 7 1-16,-2 2 0 15,4-4 0-15,-4-3-2 16,-2-4 0-16,0-7 1 0,0-5-1 15,-8-2 1 1,-12-7-1-16,-4-4-2 16,-2-10-22-16,3-3-86 15,4-3-328-15</inkml:trace>
  <inkml:trace contextRef="#ctx0" brushRef="#br1" timeOffset="146460.54">5548 15381 360 0,'0'0'1'0,"0"0"4"16,0 0 33-16,0 0 4 15,-62-35 16-15,28 35-28 16,-5 0 9-16,1 0 11 16,-2 0 4-16,6 0 19 15,4 0-9-15,9 0-16 16,3 0-3-16,6 0-5 0,7 0-6 16,2 0-17-1,3 0-16-15,0 0-3 0,0 0 0 16,16 12 3-16,-1 2 1 15,4 7 0-15,-4 6 5 16,0 5 5 0,-4 9 1-16,0 6 0 0,-7 4-4 15,1 1 1-15,-1-2-4 16,0-2-3 0,5-9-2-16,0-8 0 15,3-8-2-15,4-9-2 16,2-10-2-16,4-4-22 0,2 0-147 15,2-23-149 1</inkml:trace>
  <inkml:trace contextRef="#ctx0" brushRef="#br1" timeOffset="146765.31">5845 15426 707 0,'0'0'102'0,"0"0"9"16,0 0-62-16,0 0-42 15,0 0-1-15,-23 60 1 16,25-12 3-16,7 4 1 16,-1 2-1-16,1-1-1 0,-5-5 0 15,0-10 0 1,-2-11-7-16,0-4-2 0,1-12 1 15,-1-10-3-15,-2-1-6 16,0-5-11 0,0-20-118-16,0-13-123 15,0-9-268-15</inkml:trace>
  <inkml:trace contextRef="#ctx0" brushRef="#br1" timeOffset="146980.45">5809 15391 610 0,'0'0'66'16,"0"0"-2"-16,0 0-37 16,0 0-11-16,0 0-8 0,97-39-4 15,-65 37-2 1,2 2-1-16,-4 0 0 0,0 0-1 15,-8 0-10-15,-5 6-132 16,-6 6-497-16</inkml:trace>
  <inkml:trace contextRef="#ctx0" brushRef="#br1" timeOffset="147164.26">5852 15574 446 0,'0'0'26'16,"0"0"-9"-16,0 0-4 15,0 0-7-15,0 0-5 0,136-34 1 16,-113 30-4 0,-2 2-15-16,-6 2-308 15</inkml:trace>
  <inkml:trace contextRef="#ctx0" brushRef="#br1" timeOffset="147363.7">5852 15798 645 0,'0'0'-7'0,"0"0"24"0,0 0-6 16,0 0-5-16,0 0-2 0,118-27-8 15,-81 11-66 1,-5 0-291 0</inkml:trace>
  <inkml:trace contextRef="#ctx0" brushRef="#br1" timeOffset="147863.4">6203 15389 408 0,'0'0'18'0,"0"0"11"15,0 0-4-15,0 0-19 16,0 0-4-16,0 0 0 16,101-49-1-16,-77 43 0 15,-10 3 0-15,2 1 1 16,-8-2 21-16,-6 2 112 16,-2 0-31-16,0 2-39 15,0 0-13-15,0 0-13 16,0 0-12-16,0 19-19 0,0 4-2 15,2 8-3-15,3 8 0 0,3 2 0 32,1 6-2-32,0-3 2 0,1 2 6 15,-1 1 0-15,-2-4-1 16,1-1-3-16,-4-5-2 16,-2-5-3-16,-2-3 2 15,0-2-2-15,0-1 1 16,-21-8 1-16,-7-1-2 15,-4-11 0 1,0-4-13-16,4-2-49 0,6-8-209 16</inkml:trace>
  <inkml:trace contextRef="#ctx0" brushRef="#br1" timeOffset="148130.64">6795 15530 524 0,'0'0'8'0,"0"0"11"16,0 0 14-16,0 0-18 15,0 0-10-15,88-48-3 0,-67 48 1 16,3-3-2 0,-5 0-10-16,2 1-268 15</inkml:trace>
  <inkml:trace contextRef="#ctx0" brushRef="#br1" timeOffset="148327.64">6851 15716 552 0,'0'0'32'0,"0"0"5"16,0 0 4-16,0 0-32 0,0 0-9 15,109-10 0-15,-89 8-2 16,-2-1-15-16,-3-3-122 15</inkml:trace>
  <inkml:trace contextRef="#ctx0" brushRef="#br1" timeOffset="149380.54">9878 9453 532 0,'0'0'99'15,"0"0"2"-15,-7-8-8 16,2 5-24-16,5 3-29 16,0 0-19-16,0 0-11 0,0 9-3 15,0 18 4 1,0 7 28-16,0 3 0 16,0 2-6-16,0 2-6 15,0-2-13-15,0-4-6 16,0-4-5-16,0-4-1 15,0-1-2-15,0-9 0 0,0-6-5 16,0-2-28 0,0-8-81-16,0-1-151 0,-2-4-233 15</inkml:trace>
  <inkml:trace contextRef="#ctx0" brushRef="#br1" timeOffset="149692.21">9811 9447 528 0,'0'0'35'0,"0"0"-12"16,0 0-11-1,0 0-5-15,123-21-3 0,-89 21-2 16,-2 0-2-16,-6 0 1 15,-7 10-3 1,-5 5-2-16,-8 2-1 0,-6 1 7 16,0-1 5-16,0-2-3 15,-2-2 2-15,-16 2 2 0,-3-1-4 16,-5 1 0 0,0-2-2-1,2 0-1-15,6-1-2 0,0-4-6 16,10-5-69-1</inkml:trace>
  <inkml:trace contextRef="#ctx0" brushRef="#br1" timeOffset="150210.41">10357 9408 284 0,'0'0'19'0,"0"0"2"0,0 0-5 16,0 0 16-16,0 0 7 15,-107 0-3 1,94 0 11-16,4 0-3 0,5 0 10 16,0 0 6-1,2 0-7-15,2 0-11 0,-2 0-20 16,2 0-4-16,0 0-5 0,0 0-1 16,-3 14 2-1,-1 6 3-15,-1 9 12 16,3 6-2-16,0 10-3 15,2 5-6-15,-2 7-5 16,2 2-5-16,0-5-2 16,0 1 1-16,0-7-3 15,0-9 1-15,0-5-4 16,11-9-1-16,4-8 0 16,0-5 0-16,6-5-1 15,1-4 1-15,0-3-2 16,1 0-18-16,-3-8-212 0,1-13-450 15</inkml:trace>
  <inkml:trace contextRef="#ctx0" brushRef="#br1" timeOffset="150740.93">10618 9600 455 0,'0'0'69'0,"0"0"-27"16,0 0 27-16,0 0 6 16,-65 99-18-16,50-62-10 15,4-1-13-15,5-2-9 16,2-5-15-1,4-7-2-15,0-4-5 16,0-11-2-16,0-2 1 0,0-5-1 16,0 0 1-16,8-12 4 15,5-14-1-15,0-10-2 16,4-6-1-16,-8-5-1 16,0-3 0-16,-5 0 2 15,-2 7 1-15,-2 5 1 16,0 7 2-16,0 9 16 15,0 8 19-15,0 9 4 16,0 5-18-16,0 0-22 16,6 0-8-16,6 15-2 15,6 11 5-15,4 11-1 0,2 7 2 16,-3 4 0 0,1 4-1-16,-3-3-1 0,-2-4 0 15,-4-6 1 1,-4-8-1-16,-3-7-2 15,-4-9-7-15,-2-7-29 16,0-8-70-16,-12 0-128 16,-12 0-321-16</inkml:trace>
  <inkml:trace contextRef="#ctx0" brushRef="#br1" timeOffset="150910.35">10508 9767 490 0,'0'0'83'16,"0"0"-9"0,0 0-45-16,0 0-18 0,0 0-8 15,96-27-2-15,-65 21 0 16,-6 0-37-16,-3-5-445 16</inkml:trace>
  <inkml:trace contextRef="#ctx0" brushRef="#br1" timeOffset="151362.18">10717 9474 484 0,'0'0'0'0,"0"0"0"16,0 0 1 0,0 0-3-16,0 0 2 0,110-57 0 15,-94 51 1-15,4-4 0 16,-5 4 2-16,0 0 6 16,-6 0 20-16,1 6 22 15,-5-1 3 1,-3 1-13-16,-2 0 2 15,2 6 5-15,0 11 17 16,1 6 4-16,1 8-22 0,2 7-19 16,2 9-12-16,0 3-7 0,0 6-4 15,0-1-3 1,-2 3 0 0,0-3 0-16,0-5 0 0,-2-6-2 15,0-5 2-15,-4-10-2 16,0-4 2-16,0-4-1 15,-20-7 2-15,-5-5-2 16,-9-9-8 0,-1 0-53-16,3-19-361 0</inkml:trace>
  <inkml:trace contextRef="#ctx0" brushRef="#br1" timeOffset="151663.26">11405 9658 560 0,'0'0'39'16,"0"0"4"-16,0 0-5 16,0 0-18-16,112-52-13 0,-76 42-4 15,-5 2-1 1,-5 5-2-16,-11 3-5 16,-4 0-130-16,-11 0-437 0</inkml:trace>
  <inkml:trace contextRef="#ctx0" brushRef="#br1" timeOffset="151840.65">11350 9810 484 0,'0'0'74'0,"0"0"-13"16,0 0-34-16,0 0-10 15,0 0 0-15,0 0-9 16,129 3-5-16,-87-3-3 15,-8 0-29-15,-14 8-286 16</inkml:trace>
  <inkml:trace contextRef="#ctx0" brushRef="#br1" timeOffset="152546.7">10005 11051 543 0,'0'0'71'16,"0"0"1"-16,0 0-57 0,0 0 15 15,-9 71 23 1,9-40 0-16,0 6 4 15,0 1-10-15,4-2-12 16,7 0-18-16,-5 1-8 16,1-2-5-16,-5-3-1 0,-2-4 0 15,0-7-2-15,0-7-2 16,0-10-25-16,0-4-160 16,0-9-318-16</inkml:trace>
  <inkml:trace contextRef="#ctx0" brushRef="#br1" timeOffset="152831.2">10011 11056 555 0,'0'0'11'16,"0"0"10"-16,0 0-6 0,146-10-10 15,-103 10-3-15,-9 10 1 16,-6 9-2-16,-10 1 1 16,-14 1-1-16,-4 2 0 15,0-3 6-15,-22-1 1 16,-8-1-1-16,-4-3-2 0,-7-1 4 16,1-2-7-1,-2-6-2-15,10-3 0 0,8-3 0 16,14 0-13-1,10-15-342-15</inkml:trace>
  <inkml:trace contextRef="#ctx0" brushRef="#br1" timeOffset="153312.26">10795 10914 328 0,'0'0'41'16,"0"0"5"-16,0 0 6 15,-113 3 6-15,79 6-4 16,2-1-9-16,4-2-1 15,4-2 3-15,7-2-9 16,4 1-6-16,6-3-9 16,3 1-8-16,4-1-4 15,0 1-4-15,0-1-1 0,0 6-3 16,0 6-1 0,0 1 14-16,0 8 9 0,0 8 4 15,0 3 2 1,0 8-5-16,2 1-7 15,-2 7-4-15,2 2-7 16,-2 0-1-16,0 1-4 16,0-2 1-16,0-6 1 15,2-3-3-15,3-7 0 16,6-9-2-16,2-11 0 16,3-8-4-16,6-5-24 0,0-8-195 15,0-21-368 1</inkml:trace>
  <inkml:trace contextRef="#ctx0" brushRef="#br1" timeOffset="153596.51">10764 11078 428 0,'0'0'94'15,"0"0"3"-15,0 0-31 16,0 0-37-16,0 0 14 16,0 34 18-16,5-1-5 15,-1 4-14-15,2 3-16 16,2 2-7 0,0 0-4-16,2 0-5 0,-2-3-5 15,2-8-3-15,-2-7 0 16,-2-9 0-16,-2-7 0 15,-2-8-19-15,-2 0-175 0,0-22-224 16</inkml:trace>
  <inkml:trace contextRef="#ctx0" brushRef="#br1" timeOffset="154060.63">10769 11066 573 0,'0'0'6'15,"0"0"8"-15,0 0-1 16,0 0-4-16,126-60-7 0,-106 60-1 16,-7 0-3-1,-7 20 2-15,-6 11 7 0,0 5-2 16,0 4 6-1,-11 1-3-15,-6-4 2 0,4-8-1 16,0-5-3 0,7-7-3-16,1-5-2 0,5-8 0 15,0-4 2-15,0 0-3 16,5 0 4-16,16-8-2 16,3-6-1-1,4-2 0-15,-3 8-2 0,1 3-1 16,-6 5 1-16,-7 0-1 15,-4 7 1-15,-1 11 0 16,-8 4 2-16,0-1 0 16,0-3 3-16,0 3-2 15,-17-2 3-15,-6-2 5 16,-5 4-3-16,-5-3-5 16,1-1 0-16,2-5-3 15,4-10-4-15,8-2-121 16</inkml:trace>
  <inkml:trace contextRef="#ctx0" brushRef="#br1" timeOffset="154560.1">11046 10919 317 0,'0'0'4'16,"0"0"10"-16,0 0 2 0,0 0-8 15,137-41-6-15,-107 35 3 16,-8 2 28-16,-7 0 41 15,-4 2 11-15,-9 2-15 16,-2 0 7-16,0 0 7 16,0 0-25-16,0 0-8 15,0 0-16 1,0 16-21-16,0 5-4 0,5 2-4 16,-1 8-2-16,4 5 1 0,8 1 2 15,-4 1-2 1,6 2-3-16,0 1 1 0,0 1-2 15,-2 2 1 1,-6 0 1-16,-4-4 0 16,-6 1-2-16,0-4 0 15,-4-8 2-15,-20 0 0 16,-8-9-1-16,-4-2 1 0,-3-7-3 16,-4-8-3-1,8-3-11-15,7 0-75 0,12-17-225 16</inkml:trace>
  <inkml:trace contextRef="#ctx0" brushRef="#br1" timeOffset="154880.98">11590 11064 588 0,'0'0'11'0,"0"0"-3"0,0 0 8 16,0 0-3-1,0 0-6-15,125-49-5 16,-104 43 0-16,1 3-1 16,0 0 1-16,-3 0-22 15,-4 3-237-15</inkml:trace>
  <inkml:trace contextRef="#ctx0" brushRef="#br1" timeOffset="155113.78">11730 11209 440 0,'0'0'31'16,"0"0"16"-1,0 0 4-15,0 0-33 0,0 0-15 16,84 0-1-16,-67-4-2 15,0-2-1 1,-2 3-44-16,5-3-255 16</inkml:trace>
  <inkml:trace contextRef="#ctx0" brushRef="#br1" timeOffset="155980.51">10248 12558 402 0,'0'0'94'0,"0"0"26"15,0 0-25-15,0 0-17 0,0-13-27 16,-2 13-15-1,-2 0-12-15,1 8-1 0,-2 13 16 16,5 6-2 0,-2 12-13-16,2 7-8 0,0 4-7 15,0 3-3-15,2 3-1 16,8-6-3 0,-2-5 0-16,-2-8-1 0,0-11 0 15,-2-7-2 1,2-13-3-16,-2-6-32 15,-2-1-158-15,-2-23-83 16,0-8-165-16</inkml:trace>
  <inkml:trace contextRef="#ctx0" brushRef="#br1" timeOffset="156296.89">10252 12576 492 0,'0'0'26'16,"0"0"0"-16,0 0-8 15,125-6-9-15,-91 14-4 16,-4 9-2-16,-2 4 1 16,-6 2-1-16,-7-3-1 15,-6 2 0-15,-9-1-1 16,0-1 2-16,-22-2 15 15,-12 0-4-15,-10-1-1 16,6 1-4-16,1-5-5 16,9-1-4-16,11-4-4 15,12-6-6-15,5-2-79 16,0 0-420-16</inkml:trace>
  <inkml:trace contextRef="#ctx0" brushRef="#br1" timeOffset="156764.56">10906 12489 341 0,'0'0'49'0,"0"0"16"15,0 0-15 1,0 0-35-16,0 0-2 0,-101-10 0 16,71 16 9-1,0 2 20-15,0 2 9 16,4-3-2-16,2-1-8 0,9 0-11 16,3 0-4-16,2-1-5 15,8-1-8-15,0 2-6 16,2 2 1-16,0 3 2 15,0 3 6-15,0 3 17 0,0 5 14 16,0 3 0-16,0 6-9 16,0 4-19-1,0 5 0-15,2 3-12 0,0 5-2 16,2 5 3 0,2 3-3-16,-2-5 1 0,4 4 0 15,-2-7-1 1,6-5-3-16,2-8 0 15,1-10 1-15,7-9-3 16,2-13-1-16,4-3 2 16,2 0-6-16,0-26-91 15,-2-12-244-15</inkml:trace>
  <inkml:trace contextRef="#ctx0" brushRef="#br1" timeOffset="157163.84">11113 12777 564 0,'0'0'55'0,"0"0"-3"15,0 0-26 1,0 0-20-16,0 0-6 0,-9-19 1 15,18 17 0-15,3-2 0 0,0-2 1 16,-6 0 2 0,2-6-2-16,-8 5 1 15,0-3 0-15,0 2 12 16,-6 2 62-16,-16 6-30 16,-1 0-22-16,-3 0-2 15,0 6 6-15,2 10-6 16,2 5-8-16,8 8-3 15,0 2 2-15,6 6 1 16,6 2 1-16,2-3-1 16,0-2-7-16,8-3-5 15,22-11-2-15,8-3 1 16,7-12-2-16,4-5-2 16,0 0-127-16,-5-22-259 0</inkml:trace>
  <inkml:trace contextRef="#ctx0" brushRef="#br1" timeOffset="157609.97">11199 12529 517 0,'0'0'13'15,"0"0"-8"-15,0 0 1 0,109-19-4 16,-67 17-1-16,-8 0-1 16,-6 2-1-16,-11 0 0 15,-8 0 2-15,-3 0 0 16,-6 0 17 0,0 0 67-16,0 0 1 0,0 0-19 15,0 4-11-15,0 9 1 16,-2 5 5-16,-2 5-14 15,-1 4-21-15,5 4-12 16,0 5-4-16,0 3-5 16,2 4 0-16,11 4-2 15,-2-5 2-15,2 5-1 16,-2-7-2-16,1 2-1 16,-3-4 0-16,-4-1 0 15,-5-6-1-15,0-1 1 16,-7-2 0-16,-14-9 0 15,-5-5-1-15,2-11-2 0,5-3-12 16,6 0-111 0,2-25-168-16</inkml:trace>
  <inkml:trace contextRef="#ctx0" brushRef="#br1" timeOffset="157911.22">11773 12725 611 0,'0'0'14'0,"0"0"-1"15,0 0 10-15,0 0-6 16,120-48-10-16,-87 46-4 16,-4 2-3-16,0 0 1 15,-6 0-1-15,-1 0-5 16,-9 0-100-16,-5 0-192 16</inkml:trace>
  <inkml:trace contextRef="#ctx0" brushRef="#br1" timeOffset="158110.85">11900 12868 406 0,'0'0'49'0,"0"0"1"0,0 0-4 16,0 0-11-1,0 0-20-15,107 8-13 0,-74-8-1 16,-3 0-1-1,-8-2-1-15,-8 2-3 0,-2 0-26 16,-10 0-118 0,-2 0-186-16</inkml:trace>
  <inkml:trace contextRef="#ctx0" brushRef="#br1" timeOffset="158810.39">10499 13970 517 0,'0'0'127'0,"0"0"-17"16,0 0-7-16,0 0-20 15,0 0-22 1,-24-29-36-16,24 29-14 0,0 6-4 15,0 17 2-15,0 8 6 16,0 14 5-16,0 3 5 16,0 10-3-16,0 0-6 15,0-6-10-15,0-3-3 16,5-13-4-16,2-6 1 0,-1-16-3 16,0-9-25-1,1-5-112-15,-3-7-52 16,-4-24-118-16</inkml:trace>
  <inkml:trace contextRef="#ctx0" brushRef="#br1" timeOffset="159113.47">10487 13973 436 0,'0'0'52'15,"0"0"-2"1,0 0-8-16,117-5-17 0,-81 5-14 16,-4 0-8-1,-7 8-2-15,-3 9 2 0,-7 4-1 16,-8 1-1-16,-7 4 2 0,0 1 1 31,-20-5 3-31,-8 1 1 0,-2-5 0 16,2-6-2-16,5-5-2 15,5-3-3-15,5-4-2 16,6 0-12-16,1 0-250 16</inkml:trace>
  <inkml:trace contextRef="#ctx0" brushRef="#br1" timeOffset="159591.98">11239 13918 341 0,'0'0'28'16,"0"0"-7"-16,0 0 9 15,-133 3 2-15,90 3-8 0,4-2 26 16,3-2-1 0,10 0-6-16,4-2 3 0,10 0-7 15,7 0 0-15,3 0-4 16,2 0-7 0,0 0-2-16,0 0-9 0,0 0-8 15,0 0-6 1,0 2 0-16,0 13 4 0,0 6 8 15,0 7 13 1,0 11 9-16,2 4-1 16,-2 4-4-16,3 6-16 0,-1 3-2 15,2-2-5-15,4-1 0 16,1-3 2-16,0-5-8 16,3-5-1-16,2-7-2 15,2-8 0-15,4-10 2 16,2-9-3-16,3-6-1 15,5 0-11-15,-2-9-149 16,-6-13-196-16</inkml:trace>
  <inkml:trace contextRef="#ctx0" brushRef="#br1" timeOffset="159980.38">11350 14121 790 0,'0'0'73'16,"0"0"0"-1,0 0 0-15,0 0-28 0,0 0-35 16,-33-31-7-1,33 31 2-15,0 19 10 0,0 6 14 16,0 10 1 0,0 2-7-16,7 4-1 0,-3-3-7 15,2-1-2-15,2-4-5 16,0-5-6-16,-4-8-1 16,2-7 0-1,0-7-1-15,-4-6 0 0,0 0-8 16,-2 0-48-16,0-13-72 15,0-7-84-15,-2-11-228 16</inkml:trace>
  <inkml:trace contextRef="#ctx0" brushRef="#br1" timeOffset="160330.48">11344 14061 590 0,'0'0'37'0,"0"0"5"0,0 0-5 16,0 0-10 0,0 0-14-16,132-10-8 0,-111 27 1 15,1 1 0 1,-2 1-2-16,-4 4 1 0,-2 1-2 15,1 1-3 1,-9 4 2-16,-1 0 0 0,-5 0 0 16,0 0 1-1,0-4 0-15,-5-2 10 16,-14-3 8-16,-11-3-2 16,-7-2-14-16,-10 1-4 15,-5-4-2-15,3-5-6 0,1-7-34 16,14 0-244-16</inkml:trace>
  <inkml:trace contextRef="#ctx0" brushRef="#br1" timeOffset="160940.35">11623 14018 613 0,'0'0'6'16,"0"0"5"0,0 0 4-16,0 0-4 0,0 0-6 15,95-50-3-15,-70 44 2 16,3 0-3-16,0-3 1 16,-5 1-2-1,-1-2 1-15,-7 4 0 16,-4 2-1-16,-4 0 9 0,-5 4 84 15,-2 0-14 1,0 0-14-16,0 0-10 16,0 6-18-16,0 12-11 15,0 3-12-15,0 6-7 0,0 8-3 16,0 4 0-16,0 3-2 16,0 1 1-16,0 4 2 15,0-5-3-15,0-1 4 16,0-5-5-16,0-1-2 15,0 1 5-15,0-8-5 16,0 1 4 0,0 0-1-16,0-5-3 0,-12-1 4 15,-4-4-2-15,-6-2-1 0,-2-1 2 16,-3-8-2 0,1-2-5-16,2-6-3 0,2 0-36 15,8-2-153 1,2-18-204-16</inkml:trace>
  <inkml:trace contextRef="#ctx0" brushRef="#br1" timeOffset="161331.42">12261 14146 794 0,'0'0'24'16,"0"0"-3"-16,0 0 4 0,0 0-15 16,0 0-8-16,46-41-1 15,-22 35 0-15,-1 1 0 16,1 0 0-16,0 0-1 0,-4 4-3 16,-2-2-36-1,-5 3-119-15,-4 0-66 16,-7 0-74-16</inkml:trace>
  <inkml:trace contextRef="#ctx0" brushRef="#br1" timeOffset="161530.5">12343 14277 610 0,'0'0'20'0,"0"0"-16"16,0 0 8-16,0 0 1 16,0 0-10-16,45 0 1 15,-33 0-2-15,-2 0-1 16,-4 0-7-16,4 0-184 16</inkml:trace>
  <inkml:trace contextRef="#ctx0" brushRef="#br1" timeOffset="162380.01">10598 15193 394 0,'0'0'94'0,"0"0"5"0,0 0-10 15,0 0-33 1,-10-2-12-16,8 2-11 16,0 8 0-16,-1 11 7 15,-1 9 3-15,1 9-9 16,3 5-9-16,0 8-4 0,0 4 0 16,0 3-1-1,0-2-10-15,0-3-3 16,3-1 0-16,1-10-6 15,1-10-4-15,-3-8 3 16,4-8-1-16,-4-14-11 16,0-1-104-16,-2-10-149 0,0-19-196 15</inkml:trace>
  <inkml:trace contextRef="#ctx0" brushRef="#br1" timeOffset="162714.73">10566 15299 458 0,'0'0'33'0,"0"0"-7"0,0 0-1 16,0 0-12-1,0 0-6-15,106-34-5 16,-76 34-1-16,-2 0 0 15,-3 9 1-15,-3 10-2 16,-7 9 2 0,-6 1 2-16,-9 2 5 0,0 0 6 15,0-2 6-15,-16-6-4 0,-5-1-6 16,2-6-5-16,-1-7-1 16,3-2-2-16,0-2-2 15,4-5 0 1,-2 0-3-16,6 0-3 0,3-12-30 15,2-8-248 1</inkml:trace>
  <inkml:trace contextRef="#ctx0" brushRef="#br1" timeOffset="163210.51">11261 15224 391 0,'0'0'23'0,"0"0"2"0,0 0 0 15,-131-1-7-15,94 2-2 16,3 9 10-16,3-1 16 16,5 0 26-16,6-3-9 15,8-2-6-15,2-4-10 16,8 4-11-16,2-2-11 0,0 4-8 16,0 3-10-1,0 1 3-15,0 8 11 0,6 5 12 16,-4 6 13-1,0 6-2-15,-2 8-5 0,0 3-15 16,0 7-6 0,0 0-3-16,0 4-3 15,0-3-1-15,2 1-2 0,6-9-2 16,6-5-3 0,2-8 0-16,4-10 0 15,6-7 0-15,3-13-5 16,3-3-61-16,-2 0-162 15,0-23-197-15</inkml:trace>
  <inkml:trace contextRef="#ctx0" brushRef="#br1" timeOffset="163510.59">11344 15482 628 0,'0'0'87'0,"0"0"-17"0,0 0-33 15,0 0-15-15,0 0 8 16,-27 52 9 0,27-12 0-16,0 2-5 15,0 5-8-15,0-4-8 0,0 0-7 16,0-5-6-16,0-7-1 15,0-8-4-15,0-8 0 16,3-6 0-16,5-9-4 16,2 0-27-16,0-11-218 15,-4-14-225-15</inkml:trace>
  <inkml:trace contextRef="#ctx0" brushRef="#br1" timeOffset="163782.07">11312 15400 494 0,'0'0'66'16,"0"0"-2"-16,0 0-8 15,0 0-19 1,0 0-11-16,91-67-12 0,-54 61-10 15,-1-2-2 1,-3 5 0-16,-7 2 0 16,-6 1-2-16,-4 0-1 15,-10 0-19-15,-4 6-141 16,-2 7-136-16</inkml:trace>
  <inkml:trace contextRef="#ctx0" brushRef="#br1" timeOffset="163982.01">11380 15623 524 0,'0'0'56'0,"0"0"-5"0,0 0-20 15,0 0-11-15,0 0-13 16,0 0-4-16,99-49 0 15,-81 48-2-15,-4 1-2 16,-6 0-40-16,-8 0-265 16</inkml:trace>
  <inkml:trace contextRef="#ctx0" brushRef="#br1" timeOffset="164179.79">11306 15862 597 0,'0'0'77'16,"0"0"-50"-16,0 0 5 15,0 0-16-15,0 0-13 0,0 0 1 16,151-46-4 0,-115 35-13-16,-8-1-172 0,-6 0-147 15</inkml:trace>
  <inkml:trace contextRef="#ctx0" brushRef="#br1" timeOffset="164930.28">11740 15114 439 0,'0'0'60'16,"0"0"14"-16,0 0 0 16,0 0-32-16,0 0-36 15,-16-39-4-15,42 39-1 16,10 0 3-16,9 0-3 0,5 0 1 16,-3 2 0-16,-4 6-3 0,-8-6 3 15,-9 4-3 1,-12-5 1-16,-8 3-1 15,-3 2 2-15,-3 0 2 16,0 2 9-16,0 1 25 16,-3 3 1-16,-3 1-10 15,2 5-12-15,2 5-4 16,2 5-2-16,0 3 5 0,0 7 5 16,0 5 2-1,0 3-2-15,6 4-5 16,7 3-8-16,-2 1-2 15,-3 1-3-15,-3 0 2 16,-5-4-1-16,0-7-1 16,0-5 0-16,-13-8-1 0,-7-8 1 15,-3-5 2-15,-7-11-3 16,-2-1-1 0,0-6-1-16,-3 0-20 15,11-6-133-15,7-19-327 16</inkml:trace>
  <inkml:trace contextRef="#ctx0" brushRef="#br1" timeOffset="165340.54">12494 15432 746 0,'0'0'64'0,"0"0"-30"16,0 0-13-16,0 0-17 0,0 0 4 15,15-22-4 1,17 22 1-16,0-4-3 0,0 2 2 16,-1 2-4-1,-1 0 1-15,-4 0 0 0,-5 0-3 16,-6 0-8-1,-6 8-165-15,-9 7-161 16</inkml:trace>
  <inkml:trace contextRef="#ctx0" brushRef="#br1" timeOffset="165545.85">12520 15698 545 0,'0'0'40'0,"0"0"-5"16,0 0 5-1,0 0-28-15,111-13-9 16,-78 7-1-16,-3 2 1 16,-4-3-8-16,-4 1-149 0</inkml:trace>
  <inkml:trace contextRef="#ctx0" brushRef="#br1" timeOffset="171642.13">1974 3165 413 0,'-2'0'83'0,"-3"-2"-4"16,4 2 16-16,-1 0-35 15,0 0-22-15,2 0-14 0,-2 0-11 16,2 0-7-16,0 0-2 16,0 0-4-16,0 0 1 15,14-4-1-15,10 2 7 16,9 0-2-1,3 2 0-15,5 0-3 0,3 8 1 16,3 17 0-16,-2 6 1 16,-4 7 7-16,2 6-9 15,-7 3 2-15,-4 4-5 16,-6 2 9-16,-5 1-2 16,-3-3 1-16,-10-7 5 15,-1-7-3-15,-2-11-1 16,-3-8-4-16,-2-8-1 15,0-7-1 1,0 0 0-16,0-3 0 0,0 0-1 16,0 0-1-16,0 0 0 15,0 0-6-15,0 0-57 0,-10 0-304 16</inkml:trace>
  <inkml:trace contextRef="#ctx0" brushRef="#br1" timeOffset="172079.94">2256 3573 600 0,'0'0'63'16,"0"0"-3"-16,0 0-23 0,0 0-22 15,0 0-11-15,-12 4-6 16,12 7-10-16,0-3 3 16,8 10 10-16,10 2 8 15,5 3-6-15,0 0-1 16,3-2 1 0,-4 1 2-16,-2-7-3 0,-3-3 1 0,-5-5 4 31,-3-5-4-31,2-2-2 0,-3 0 2 0,4 0-3 15,0-6 4 1,4-13 4-16,2-6 3 16,2-4-1-16,0-5 0 15,-7 5-5-15,4 4-1 16,-9 10-1-16,-4 4-3 16,1 8 0-16,-3 3-2 15,0 0 1-15,2-4-14 16,0-7-130-16,1-3-418 15</inkml:trace>
  <inkml:trace contextRef="#ctx0" brushRef="#br1" timeOffset="172963.29">942 2776 630 0,'0'0'98'0,"0"0"-46"16,0 0-26-16,0 0-20 15,21 31-8-15,-8-14 3 16,4 5 6-16,1 3 3 0,4 2 9 16,-2 4 0-16,4 2 2 15,-2 3 6 1,-3 4 1-16,1-1 10 0,-3-3-20 15,-4-5 2 1,-7-10-12-16,3-5-4 16,-7-10-4-16,-2-6 2 15,0 0 7-15,0 0 8 0,0-12 18 16,0-10 2-16,0-3-28 16,-5-7-4-1,-4-1-5-15,4-3 1 0,0 4-7 16,3 1 11-16,2 8-9 15,0 3 4-15,0 8-6 0,0 3 2 16,0 7-4 0,9 2 1-16,3 0 3 15,2 0 2-15,2 0 1 0,0 0 0 16,-1 5 0 0,-2 5 0-16,-1 2-2 15,0 1-8-15,-2 1 5 16,-3 0-4-16,4-4-16 15,-1-7-131-15,-1-3-131 16</inkml:trace>
  <inkml:trace contextRef="#ctx0" brushRef="#br1" timeOffset="173698.42">1426 2729 618 0,'0'0'26'16,"0"0"-13"-16,0 0-8 15,0 0-3-15,0 0-2 0,17 99-1 0,-6-75 1 32,2-7-2-32,-2-5 3 0,-1-3-1 0,1-5-1 31,0 0-5-31,-3-4 6 0,3 0 4 15,-6 0 0-15,-1-17-3 16,-2-1 13-16,-2-5 1 16,0 0-1-16,0 1 9 15,-15 1-5-15,-2 5-4 16,2 4 11-16,0 7 2 16,1 3-18-16,4 2-1 15,5 0-2-15,-1 0-4 16,4 0-1-16,2 0 0 15,0 0-3-15,0 0 0 0,0-1-6 16,0-5-4 0,8-5 0-16,10-2 13 15,1-4 1-15,3-3-1 0,-1-1 1 16,-4 2-3 0,-3 3 3-16,-7 7-2 15,0 3-1-15,-5 4 2 16,-2 0 2-16,0 2 2 0,0 0-1 15,0 0-1 1,2 0-3-16,4 10-1 0,-4 7 3 16,4 4-2-16,4 2 2 0,2 1-3 31,2-2 1-31,1-2 0 0,2-7-2 16,-3-1 3-16,5-4-4 15,-4-5 2-15,2-3 1 16,-2 0 0-16,0-6 0 15,1-16 1-15,-5-3-1 16,-4-2 3 0,-5 0 0-16,-2 2 5 0,-2 1 1 15,-18 9 18-15,-6-1 12 0,0 8-13 16,0 5-10 0,0 3-12-16,4 0-6 15,5 0-1-15,2 0-13 16,4 0-56-16,4 0-230 0</inkml:trace>
  <inkml:trace contextRef="#ctx0" brushRef="#br1" timeOffset="174090.73">1747 2114 691 0,'0'0'94'16,"0"0"6"0,0 0-28-16,0 0-30 0,0 0-15 15,0 0-11 1,0 2-9-16,0 9-9 0,0 14-7 15,0 11-3 1,4 9 41-16,16 10 4 16,3 7-24-16,5-4 2 15,2-6-7-15,3-10-3 0,5-6-1 16,-3-9-3-16,-1-12 4 16,-2-7-1-16,-8-8 1 15,-1 0-9 1,-7-11-29-16,-6-18-20 0,-8-6-50 15,-2-1-27-15,0 0-56 16,-12 5-78-16</inkml:trace>
  <inkml:trace contextRef="#ctx0" brushRef="#br1" timeOffset="174340.46">1735 2470 730 0,'0'0'26'15,"0"0"-8"-15,0 0-20 16,0 0-10-16,0 0 17 0,82-66-1 16,-45 33-4-1,-3 2 3-15,-6 6-2 0,-8 8 1 16,-12 13-19-1,-8 4-128-15,0 0-121 0</inkml:trace>
  <inkml:trace contextRef="#ctx0" brushRef="#br1" timeOffset="175640.72">1064 3713 363 0,'0'0'-2'0,"0"0"18"15,0 0 37-15,174-106-13 0,-87 34-13 16,19-13-16-1,11-13-2-15,4 3-8 16,-9-1-1-16,-9 9 1 16,-20 14-2-16,-17 7-2 15,-21 15-6-15,-18 9-4 16,-9 11 11-16,-8 8-4 0,-2 4 7 16,-6 7 29-1,-2 0 42-15,0 5-8 16,0-4-5-16,0 4 12 0,0-3-5 15,-4-2-9 1,-12-1-12-16,-2-6-31 16,-5-3-8-16,-7-5 1 15,-4-4-3-15,-8 0-1 16,0-5 4-16,-7-1-2 0,1-4-3 16,0 2-2-1,2 4 5-15,-6 5 0 0,2 4 2 16,-1 9-4-1,-7 9 2-15,-3 4 0 0,-2 4-8 16,-1 0 4-16,2 10-6 16,2 4 7-16,6-1 0 15,7-1-1-15,-1-3-1 0,-2 1 0 16,-3 3 0 0,-7 5-5-1,-10 11-1-15,-9 10-4 0,-5 11 3 16,-7 14-7-16,3 8 12 15,7 1 1-15,15-2 3 16,18-2-2-16,16-5-2 16,21 0-4-16,11 4 1 15,0 7 4-15,25 10-1 16,13 12-3-16,4 5 7 16,10-1-2-16,10-9 0 15,13-8-1-15,8-14-5 16,3-16 0-16,1-17 7 15,-1-14 0-15,-6-11-3 16,-15-9 4-16,-13-3-2 16,-14 0-2-16,-12-3-1 0,-13-14-10 15,-12-3-59-15,-1-7-111 16</inkml:trace>
  <inkml:trace contextRef="#ctx0" brushRef="#br1" timeOffset="178130.38">16094 2919 455 0,'-2'-2'73'0,"0"2"22"0,-1 0-46 16,3 0-15-16,0 0 0 0,0 0 1 15,0 0 0 1,-2 0 4-16,2 0-8 15,-2 0-15-15,2 12 4 16,0 9 4-16,0 11-2 16,0 6 3-16,0 11 2 15,0 1-10-15,13 8-9 16,2 2 1-16,2-2-3 0,0-2-2 16,-2-8 2-1,2-7-5-15,-5-12-3 0,-4-11 1 16,0-7 2-1,-6-7 0-15,-2-4-5 16,0 0 7-16,0 0-12 16,0-10-93-16,-2-7-62 0,-8-6-90 15,-6-5-142 1</inkml:trace>
  <inkml:trace contextRef="#ctx0" brushRef="#br1" timeOffset="178460.19">16070 3301 553 0,'0'0'117'16,"0"0"-12"-16,0 0-43 0,0 0-30 15,0 0-23 1,-8 13-8-16,8 0 2 0,8 5 6 16,7 0 0-1,2-4-5-15,5 1 4 0,1-2-5 16,-3-3 2-1,-3 2 0-15,0-3 0 0,-1-1 1 16,-6 0-2 0,-4-1 0-16,1-3-3 15,2-2 0-15,-5-2 0 0,2 0 2 16,5 0-3 0,0 0 3-16,6-13 1 15,5-9-2-15,6-1 1 16,8-4-2-16,0-5-5 0,4-3-245 15</inkml:trace>
  <inkml:trace contextRef="#ctx0" brushRef="#br1" timeOffset="179526.28">14317 3194 636 0,'0'0'99'0,"0"0"-18"0,0 0-42 16,0 0-22-16,-9 0-15 15,9 10-3-15,0 3-6 16,8 9 14-16,5 3 14 0,-2 6 11 16,4 1-4-1,-4 4-13-15,2-5-5 16,-5-2-6-16,-2-6 0 0,0-4 0 16,-2-7-4-1,0-7 2-15,-4 0-2 16,2-5 0-16,-2 0 6 15,0-5-2-15,0-12 1 16,0-6 0-16,0-6-4 16,0-4 0-16,0-2 0 0,0 3 3 15,0 1-4-15,4 6-1 16,-2 5 1 0,2 4-1-16,4 8-4 0,4 5-1 15,1 3-1 1,6 0 4-16,1 0 3 15,-1 7 0-15,1 10 0 16,-4 0 0-16,0 1 1 16,-6-2 0-16,-1 0-1 0,2-3 1 15,-3-1-2-15,4-4-19 16,-2-7-133-16,5-1-284 16</inkml:trace>
  <inkml:trace contextRef="#ctx0" brushRef="#br1" timeOffset="180291.66">14755 3074 616 0,'0'0'51'0,"0"0"-25"0,0 0-19 15,0 0-4 1,0 0-2-16,-2 95 1 15,2-64 0-15,4-2 0 16,5-4 0-16,2-3-2 16,-1-7-1-16,4-5 0 15,0-9-2-15,4-1 2 16,-3 0 5-16,2-8 3 16,-4-16 2-16,0-1 0 15,-7-4-2-15,-6 0-2 0,0-3 9 16,0 7 1-16,-13 2 6 15,-6 5 19 1,-3 6-11-16,1 4-8 16,4 2-6-16,3 6 0 0,6-3-8 15,6 3-7 1,0 0-3-16,2 0-2 0,0 0-3 16,0 0 0-1,2-2-1-15,16 1-1 0,5-8 8 16,3 0 3-16,0-1 0 15,-3 1-1-15,-6-1-1 16,-5 4 1-16,-8 4 1 16,-2 1 0-16,-2 1 2 15,0 0 0-15,0 0 1 16,0 0-1-16,2 0-2 0,-2 0-1 16,4 6-4-1,2 8 3-15,2 4 2 0,4 3-1 16,-2 1-1-1,6-2 3-15,-4 2-2 16,4-2 0-16,-3-5 1 16,0-1-2-16,-3-6 1 0,1-2-1 15,0-6 0-15,-2 0 1 16,1-5 0-16,-1-10 1 16,-2-4 3-1,-5-5-2-15,0-1 1 16,-2 0 0-16,0-4 3 0,-4 3 3 15,-16 1 10 1,3 1 18-16,-5 6-12 16,3 4-4-16,0 5-12 15,3 5-11-15,2 4-1 16,4 0-9-16,2 0-61 16,2 0-200-16</inkml:trace>
  <inkml:trace contextRef="#ctx0" brushRef="#br1" timeOffset="180646.8">15235 2664 695 0,'0'0'46'15,"0"0"24"-15,0 0-3 16,0 0-41-16,-2 0-14 0,0 0-8 16,2 6-4-1,0 19-3-15,0 7 15 16,0 12 9-16,0 9-6 16,0 4 2-16,0-3-3 15,8-7-8-15,3-8-4 16,4-6 0-16,0-10-2 15,5-5 0-15,-4-8 0 16,4-8 1-16,-2-2-1 16,3-5-19-16,-4-18-83 0,-4-5-137 15,0-4-339 1</inkml:trace>
  <inkml:trace contextRef="#ctx0" brushRef="#br1" timeOffset="180879.82">15201 2938 699 0,'0'0'48'16,"0"0"-8"-16,0 0-37 15,0 0-6-15,0 0 15 16,32-21-10-16,-8 7 2 15,-3-1-4-15,1 4-1 16,-2 3 2-16,-8 4-10 16,-4 4-113-16,-6 0-245 15</inkml:trace>
  <inkml:trace contextRef="#ctx0" brushRef="#br1" timeOffset="181389.84">15020 2995 423 0,'0'0'90'16,"0"0"2"-16,0 0-28 15,0 0-23-15,0 0-2 16,0 0-1-16,0 0-4 0,0 0-5 16,0 0-4-1,0 0-5-15,0 0-5 16,0 0-7-16,-6 0-9 15,-6 6 2-15,2 12-7 16,-2 4-4-16,0 1-34 16,2-4-376-16</inkml:trace>
  <inkml:trace contextRef="#ctx0" brushRef="#br1" timeOffset="195013.55">6736 9767 402 0,'0'-4'38'15,"0"-4"2"-15,0 0-14 0,0 3-16 16,0-1-2 0,0 4 2-16,0-2 9 15,0 2 51-15,-6 2-19 0,-7 0-39 0,2 0-10 16,-6 0 1 0,4 0 4-16,-5 0-3 15,3 6 1-15,0 3 5 16,-1 5 4-16,2 1 0 0,-3 6-2 15,6 1-3 1,-1 3-1-16,3 4-2 16,5 6 3-16,2 0-5 15,2 0 1-15,0-2 3 16,0 3-5-16,4-3 0 0,10-2-2 16,6-4 0-1,2-4 1-15,3-5-2 0,3-5-1 16,2-8 2-1,1-5 0-15,1 0 0 16,0-6 2-16,-2-12-1 16,-4-7 1-16,-4-4-5 15,-7-4 5-15,-4 0 0 16,-5-4 0-16,-6 5 1 16,0-5-1-16,0 6 5 0,-17 1 9 15,-6 5 18 1,-3 5-1-16,-2 2 1 15,0 5-17-15,-3 6-8 16,1 1-4-16,4 6-5 0,2 0-4 16,8 1-6-1,6 15-19-15,6 3-120 0,4-2-325 16</inkml:trace>
  <inkml:trace contextRef="#ctx0" brushRef="#br1" timeOffset="196590.57">12038 9474 551 0,'0'0'85'0,"0"0"-14"15,0-3-43-15,0 3-25 16,0 3-6-16,0 19 6 15,0 7 4-15,0 3 5 0,4 7 5 16,4 0-2 0,0 0-8-16,0-6-5 0,-4-4 2 15,2-2 0 1,1-8-3-16,-2-2 1 16,-3-10-1-16,-2-1 0 0,2-6-2 15,0 0 3 1,-2 0 3-16,0-8 7 15,2-15 19-15,-2-7-25 16,0-9-3-16,0 3 2 0,0-2-3 16,0 7 0-1,0 5 5-15,-6 5 6 0,-4 7 9 16,4 3-4 0,4 5-9-16,0 2 2 0,2 3-6 15,0 1-4-15,0 0-7 16,0 0-4-16,10 7 3 15,14 11 9-15,6 2-1 16,5 7 1 0,-1 1-1-16,0-2 0 0,3-2-1 15,-4-3 2-15,-7-5-2 16,-1-5-2-16,-5-5 2 16,-8-4 0-16,-2-2-1 15,-6 0 4-15,-1 0 0 16,-3-16 3-16,0-9-3 0,0-6-1 15,0-8 1 1,-14-4-2-16,1 2 0 16,-4 0 2-16,0 4-3 15,6 10 2-15,0 8 0 16,2 7 0-16,3 8-1 16,6 4-2-16,0 0-7 15,0 4-28-15,2 11-34 16,12 1-182-16,4-1-340 15</inkml:trace>
  <inkml:trace contextRef="#ctx0" brushRef="#br1" timeOffset="197060.64">12599 9407 573 0,'0'0'80'16,"0"0"-4"-16,0 0-30 0,0 0-34 31,0-8-12-31,0 8-2 0,0 15 8 16,0 4-4-16,0 7 5 15,4 3 0-15,8 1-4 16,2 1 0-16,1-1 1 15,0-3-3-15,5-1 1 0,-3-5-2 16,0-6 0 0,3-7-2-16,-3-8 4 15,-2 0-1-15,2 0 1 16,-3-14 0-16,-2-4 0 16,-4-8-1-16,0-4 0 15,-4-4 1-15,-4-1-2 16,0-4 2-16,0-2-1 15,0 5 5-15,-4 5 3 16,-8 6 20-16,0 4 8 16,0 10 0-16,0 3-17 15,1 5-11-15,6 3-6 16,-1 0-5-16,3 0-2 16,2 2-12-16,1 13-7 0,0 7-104 15,0 1-296-15</inkml:trace>
  <inkml:trace contextRef="#ctx0" brushRef="#br1" timeOffset="197529.83">13036 9447 426 0,'0'0'62'16,"0"0"8"-16,0 0-9 0,0 0-21 16,0 0-13-1,-11-27 8-15,11 27 6 16,0 0 4-16,0 0-20 15,0 0-8-15,0 2-5 0,0 18 0 16,0 5 6 0,0 8 5-16,0 7-4 0,0 2-1 15,0 0-5 1,0-4 0-16,0-1 0 16,7-12-4-16,-1-2-2 0,3-7-1 15,-1-8-4 1,3-3-1-16,2-5-1 0,2 0 3 15,5-1-1 1,4-15 3-16,4-1-2 0,0-3-3 16,-3 3 0-16,-1 3-5 15,-7 5-81 1,-6 6-72-16,-7 3-126 0</inkml:trace>
  <inkml:trace contextRef="#ctx0" brushRef="#br1" timeOffset="198037.77">13381 9364 670 0,'0'0'68'15,"0"0"-12"-15,0 0-28 0,0 0-16 16,0 0-11-1,-9 24 5-15,9 1 8 16,0 7 1-16,0 3 4 16,0 4 3-16,0-2-11 0,0 0 4 15,0-4 8-15,7-1-6 16,1-7 1 0,0-3-5-16,-1-9 2 0,4-3-7 15,2-4-3 1,2-6-4-16,6 0 1 15,5 0-1-15,6-14 3 16,2-3-2-16,-1-3-1 16,-5 5-1-16,-6 3-6 15,-10 6-51-15,-7 6-59 0,-5 0-41 16,0 0-186 0</inkml:trace>
  <inkml:trace contextRef="#ctx0" brushRef="#br2" timeOffset="208210.56">16621 3487 222 0,'0'0'31'0,"0"0"11"16,0 0-9-16,0 0-13 15,0 0-6-15,0 0 9 0,0 0 9 16,0 0 2-16,0 0 0 15,0 0 2-15,0 0 2 16,0 0 4-16,0 0-4 16,0 0-9-16,0 0-10 15,0 0-7-15,0 0-3 16,0 0-2-16,0 0-3 16,0 0 3-16,0 0-4 15,0 0-1-15,0-6 0 16,0 2-2-16,0-2 0 15,0-2-1-15,0 1 0 16,0-5-1-16,0 2 3 16,0-1-2-16,0-3 2 15,0 0 0-15,0-1 1 16,0-1-3-16,0-2 0 16,6 1 0-16,0 1 1 15,1-3 0-15,4-4 2 0,-3 0-3 16,3-2 3-1,2-4-3-15,2-2-1 0,0 0 2 16,9 0-2 0,-3 1 1-16,3 0 2 0,2-1-1 15,4 0-1-15,2-4-1 16,3 0 3-16,7-5 0 16,4-1-1-16,-1 1 1 15,3-2-2 1,-4 6 3-16,-4 2-4 15,-2 4 4-15,-5 1-3 16,1 4 2-16,0-6-3 16,2 2 2-16,4-2 0 15,1-1-1-15,-3 2 1 16,-2 5 0-16,-8 6 0 16,-2 5-1-16,-4 0-2 0,4 3 1 15,6-3 3-15,9-5-1 16,11-4-1-16,4 0 3 15,3-3-2-15,-5 1 3 16,-4 6-5-16,-3 1 0 16,1 3 3-16,0-2-1 15,7 1 1-15,9-5 2 0,14-4 3 16,9-1-6 0,7-3 4-16,3 0 4 15,-3 4-1-15,-9 6-2 16,-13 3-2-16,-15 9-3 15,-17 4 0-15,-11 3 0 16,-4 0 1-16,-5 0 1 16,1 5-1-16,7 6 1 15,2-1 0-15,5 1 3 16,1 3 0-16,1-3 1 16,-3 7-1-16,-2-2-1 15,-1 3 0-15,-3-2 0 0,-2 1 2 16,-1-1-3-1,3-4-1-15,0 4 0 0,0-4 1 16,0-1 3 0,0 1 0-16,-2-1 6 0,-5-1-4 15,-1 3 1-15,-1-1-3 16,0 5-1 0,-3-1 4-16,2 2-2 0,-2 1-2 15,-2-3-1-15,2 3 2 16,-5-5-1-1,4 2 1-15,-4-1 1 16,4 3 2-16,0-2 2 0,-2 3-1 16,2 2 0-1,0-2-1-15,0-1 0 0,-3 0-4 16,2 4 1-16,-2-2-1 16,4 2 1-16,-6 2 2 15,4 0 0-15,-4 1-3 16,1-1 3-16,-3-1-2 15,-1-4-1-15,-1-1 4 16,1 0-2-16,-5 1-1 16,2 0 1-16,0-1 1 15,-1 0-1-15,-1 1-4 16,-2-1 3-16,2-4-1 16,0-3 1-16,-2 0-3 0,3-1 0 15,-3-3-1 1,4 2-1-16,-2 4 2 0,0-1-2 15,0 2 1-15,0 3 0 16,0 1 0 0,0 3 0-16,-2-9 0 15,0 2 1-15,0-4-2 16,0 1 2-16,0-1-3 0,0-4 3 16,0 1-1-16,0 0-1 15,0-1 1 1,0-1 0-16,0 0-2 15,0-4 1-15,0 0-1 0,0-2 1 16,0 0-1-16,0 0 1 16,0 0-1-16,0 0 1 15,0 0-1 1,0 0 2-16,0 0-1 0,0 0 1 16,0 0-1-16,0-4-3 15,0-4-17-15,0 4-82 16,-12 3-86-16,-8 1-146 15</inkml:trace>
  <inkml:trace contextRef="#ctx0" brushRef="#br2" timeOffset="208860.1">19813 3002 508 0,'0'0'74'0,"0"0"17"16,0-6-19-16,0 5-36 15,0 1-17-15,0 0-6 0,0 0 1 16,0 0-1 0,3 0-5-16,-1 0 0 0,5 0 0 15,1 1 2-15,2 16 7 16,2 3 7-16,-2 4 0 15,2 2 6-15,-4-2-2 16,-2-1-5-16,1-5-9 16,-1-5-2-16,-4-3-3 15,3-4-2 1,-3-2-2-16,0-3-1 0,-2 1-2 16,0 1-1-16,2-3-1 15,2 0 0-15,5 0 1 16,2 0 1-16,8-5 3 0,5-12-1 31,6-4 0-31,2-4-3 0,-2 0-1 16,3 0 2-16,-7 1-2 15,-5 2 0-15,-6 7 2 16,-5 3-3-16,-2 5 0 16,-6 6 2-16,-2 1 0 15,0 0 0-15,0 0 4 16,0 0-4-16,0 0 2 15,-2 0-4-15,-14 0-6 16,-10 13-25-16,-8 0-244 16</inkml:trace>
  <inkml:trace contextRef="#ctx0" brushRef="#br2" timeOffset="211520.84">16587 3864 216 0,'0'0'-14'15,"0"0"11"-15,0 7 3 0,0-7-3 16,6 0-5 0,-2 2 7-16,0-2 9 15,-2 0 1-15,0 0 19 0,0 0 15 16,-2 0-4 0,3 0-2-16,0 0-2 0,3 3-1 15,0-3 22-15,0 2 6 16,3-2-8-16,2 1-11 15,-3 2-8 1,5 0-15-16,-2 0-7 0,2-2-3 16,0 1-4-1,2-2 3-15,3 0-2 0,0 0 4 16,0 0 6 0,-1 0 0-16,0 0-3 0,-1 0-8 15,-2 0 0-15,4 0-2 16,-3 0 2-1,4 0 1-15,0 0 0 0,3 0 3 16,0 0-3 0,-1 0-1-16,-2-3-1 0,1 3-3 15,-5 0-2-15,2 0 1 0,-2-3 1 16,2 3-1 0,0-1 0-16,-1-1 0 0,2-1 2 15,2 2-3 1,0-1 4-16,1 2-5 15,-2-3 1-15,1 3 0 16,-1-2 1-16,1 2-2 16,-1-1 2-16,2-2 0 15,-1 0-1-15,2 2 2 16,-6-5-1-16,-5 2 0 16,-2-1 0-16,-3 5-1 15,-4 0 0-15,3 0-1 16,-1 0 2-16,7 0-1 15,2 0 0-15,2 0 1 0,2 0-1 16,5 0 1 0,-1-2 0-16,-2 1 1 0,1-3-1 15,1 2-1 1,-3-2 0-16,-6 3 1 0,4-1-1 16,-4-2 0-16,3 4 0 15,-2-5 0 1,3 3 0-16,2 2 1 0,0-4-2 15,4 1 2-15,-2-1-1 16,3 0 0 0,-2 2 1-16,-4-2-2 0,0 2 2 15,-2 2-1 1,3 0 0-16,-1-4 0 0,4 2 0 16,5 1-1-16,7-3 1 15,1-4 1-15,4 0 0 0,1 2 2 16,-2-2-2-1,-7 4-1-15,-2 1-1 16,-7 1 2-16,1 2-3 16,-2 0 3-16,4-2-1 15,8-2-1-15,4 0 3 0,6-4-2 16,5 2 1 0,-3-1-1-16,-3-1 0 0,-6 4 0 15,-5 2 0 1,-5 2 0-16,-1 0 0 15,0 0 1-15,-1 0-2 16,2 0 2-16,4 0-1 16,6-2-1-16,0-1 2 15,5-3 0-15,-3 0 0 0,1 2 0 16,-8 2-1 0,-4-1 0-16,-4 3 0 15,-4 0-1-15,0 0 1 0,2 0 1 16,-1 0-1-1,5 0 1-15,0 0 0 16,2 0 0-16,0 0 0 16,-5 0-1-16,0 0 1 15,0 0 0-15,-3 3 1 0,4 3 0 16,2-3-2 0,-2 3 2-16,4-3-1 0,5 0 1 15,-3 1 1 1,-2 0-4-16,0 0 4 0,-5 0-3 15,-2 0-2-15,-1-1 4 16,-4 1-3-16,2 2 1 16,1-2 0-16,0 2 0 15,0-2 1-15,3 1-1 16,-2-1 1-16,2 1-1 16,-2-4 1-16,-2 1 0 15,0-2 0-15,4 0 1 16,-8 0 0-16,3 0 1 15,-4 0-3-15,2 0 2 16,-7 0-3-16,1 0 2 16,2 0-1-16,-1 0 1 15,-2 0 0-15,8 0 0 16,-2 0 0-16,6 0 7 16,-2 0 9-16,2 0 1 0,-3 0-4 15,-2 0-4 1,-5-2-4-16,-1 1 0 15,-5-2-1-15,-2 3 1 16,0 0 4-16,0-2 1 0,0-2-2 16,-6 1-8-16,-15-5-2 15,-9-2-78 1,-10-5-372-16</inkml:trace>
  <inkml:trace contextRef="#ctx0" brushRef="#br2" timeOffset="212939.94">18234 2996 170 0,'0'0'52'0,"0"0"22"0,0-2-9 15,0-3-7 1,0 1-9-16,-2 1 4 15,-2-2-18-15,-4 1-11 16,-2 1-7-16,0-1-3 0,-5 2-7 16,0-2-1-1,-2 0-5-15,0 0 2 16,-1 2 0-16,1-2 6 0,4 2 1 16,-2-1 8-1,3 3 1-15,-4-3-6 16,4 3-5-16,-6 0 0 15,-2 0-6-15,4 0 2 16,-7 0-10-16,0 0 15 16,2 3-6-16,-3 6 3 15,0 1 3-15,6 0 2 0,-2 3-7 16,0 0 0-16,-1 4-1 16,6-3-2-1,-5 4 2-15,3 1-1 16,3-1 2-16,0 2 0 0,4 1 2 15,-4 0 2 1,6 2-3-16,-1 2 3 0,5 4-1 16,-1 1 0-16,1 3 1 15,4 2-4-15,0 3-1 16,0-3 0-16,0 1-1 16,12-1 0-16,0-4 0 15,8 0-4-15,-1-4 2 0,4-2 0 16,5 0 2-1,1-1-2-15,0-4 0 16,4 2 3-16,-3-4-2 16,0-1-1-16,5-3 0 15,-4-4 1-15,2-7 0 0,-1-3 0 16,2 0 3 0,-1 0-3-16,-1-7 4 15,-2-7-2-15,0-3-6 16,-2-4 8-16,0 1-3 15,-2-4 2-15,0-1-2 16,-2-1 1-16,-3-4 0 16,-3 0 1-16,-6-4 5 15,-2-2 5-15,-4 1 9 0,-3-2-1 16,-3 2 1-16,0-2-9 16,0 4 1-1,0-2-4-15,0-1 4 16,-13-1 1-16,0 0 5 0,-4-2 3 15,3 0-9-15,-7 6-7 16,3-1-4 0,-4 5 1-16,-4 4-2 0,-6 7-2 15,-12 9-1 1,-13 9-4-16,-5 0-4 16,-7 17 0-16,7 16-7 0,8 7-36 15,16-7-146 1,9-2-244-16</inkml:trace>
  <inkml:trace contextRef="#ctx0" brushRef="#br2" timeOffset="-214052.58">7008 11193 208 0,'0'-1'62'0,"0"-4"-22"0,-2 4 32 15,-2 1 4 1,4-4-9-16,-2 2-6 0,0 0-11 15,0-2-11 1,-2 4-4-16,-2-4 6 0,-2 2 1 16,-2 2-11-1,-4 0-11-15,-5 0-5 0,3 0-5 16,-6 2 4-16,1 8 3 16,2 0 0-16,-1 1-2 15,0 3 6-15,4-1 1 16,-2 5-8-16,4 5-2 15,0 1-3-15,2 4 7 16,3 4-5-16,7-2-3 16,2 5-2-16,0 4-2 15,0 1-1-15,9 0 2 16,10-1-1-16,4-1 2 16,1-5-5-16,2-4-3 0,0-8 2 15,0-1-1 1,-3-9 2-16,3 0-3 15,-2-5 2-15,0-6 0 16,-4 0-2-16,4 0 4 16,-4 0-1-16,-5-9 1 15,0-3-2-15,-4-1 2 16,-4-1-2-16,1-1 4 16,-6 3 0-16,-2-2-2 15,0-1 1-15,0 0-1 0,0 4 1 16,-4-1-1-1,-11 3 2-15,2 4 2 0,-7 3-6 16,-1 2 3 0,-4 0-2-16,-1 0-2 0,0 6 1 15,2 4-1 1,2 5 1-16,7-4-1 16,2-1 0-16,7-1-2 15,3 1-12-15,3 0-36 0,0 1-172 16,0-1-214-16</inkml:trace>
  <inkml:trace contextRef="#ctx0" brushRef="#br2" timeOffset="-207339.96">16270 4323 426 0,'0'0'42'0,"0"0"-6"0,0 0-22 16,0 0-13-16,0 0 1 0,0 0 3 15,0 0 15 1,0 0 20-16,0 0 9 16,0 0-12-16,0 0-17 15,0 0 0-15,0 0-5 16,0 0 3-16,0 0-3 15,0 0-4-15,0 0-6 16,0 0 0-16,0 0-3 16,0 0-1-16,0 0 4 15,0 0-4-15,0 2 2 0,0 1 0 16,0 5 1-16,0 2 4 16,0 5 2-16,0 3 5 15,0 4 1 1,0 0 1-16,0 0-5 0,0-1-3 15,0-1-2 1,0-2-3-16,0-2-4 0,0-2 1 16,0 1 3-1,0-1-1-15,3 3 3 16,-3-3 3-16,0 1 9 0,2 3 2 16,-2-1-9-16,2 2-3 15,-2-1-2 1,2 2-3-16,-2-1 0 0,2 0 0 15,-2-1 2-15,2-2 0 16,-2 2-2 0,2 1 0-16,-2-1 1 0,0-1-4 15,0 3 5-15,2 1-4 0,-2-4 2 16,2 5-4 0,-2-3 3-16,2 1-1 15,1-3 0-15,-1 0 0 16,-2-4 1-16,2 2 0 0,-2-2 1 15,0-1-3 1,2 3 1-16,-2 3 0 16,2 1 0-16,-2 2-1 15,3 3 3-15,-1-3-3 16,0-2 1-16,0 0-1 0,0-3-1 16,0-1 2-1,3 0 0-15,-1-2-1 16,0 2 1-16,-2 2-1 15,3-1 3-15,-3-1-3 16,-2 1 2-16,2-2-2 0,0-1-1 16,0-1 1-16,3 1 0 15,-1 1 0-15,2 3 0 16,-2 1 0-16,1 1 1 16,-1 0-1-16,-1 1 1 15,1-5 0 1,-2 1 0-16,0-1-1 15,0 1 0-15,2-1 0 0,-2 2 0 16,2 2 0-16,-1 3 0 16,4-2 1-1,-3 3-1-15,0-2 0 0,0-2-1 16,-2 1 2 0,0-5-1-16,3 3 1 0,-2-5 0 15,-1 3-1-15,0 2 0 16,0-5 0-16,0 0 0 15,-2 0 0-15,2 1 0 16,0-3 0-16,0 3-1 16,0-3 1-16,0 6 0 15,-2-4 1-15,2 5-1 16,-2-3 0-16,3 3 1 16,-3-5-1-16,0-1 0 0,0-1 0 15,0-1 0 1,0-1 0-16,0 1 0 0,0 2 1 15,0 0-1 1,0-1 1-16,0 1-1 16,0-2 0-16,0-2 1 15,0-2-1-15,0-5 0 16,0-1-2-16,0 0 2 0,0 0 3 16,0 0-1-1,0 0 0-15,0 0 0 16,0 0-1-16,0 0-1 15,0 0 1-15,0 0 1 16,0 0 1-16,0 0 0 16,0 0 0-16,0 0 3 0,0 0 2 15,0 0 5 1,0 0-2-16,0 0-4 0,0 0-3 16,0 0-1-16,0 0-1 15,0 0 0-15,0 0-2 16,0 0 0-16,0 0 1 15,0 0-1 1,0 0 1-16,0 0-1 0,0 0 1 16,0 0-1-16,0 0 0 15,0 0 1 1,0 0-1-16,0 0 1 0,0 0 0 0,0 0-1 16,0 0 1-1,0 0-1-15,0 0 1 0,0 0-1 16,0 0 0-1,0 0 2-15,0 0-2 0,0 0 0 16,0 0 1 0,0 0-2-16,0-6-1 15,0-1-1-15,0-6 0 0,0-2-7 16,0 2-120 0,0 1-134-16</inkml:trace>
  <inkml:trace contextRef="#ctx0" brushRef="#br2" timeOffset="-205320.14">15620 4947 153 0,'0'0'32'16,"0"0"3"-16,0 0-10 0,0 0 10 15,0 0 11-15,0 0 1 16,0 0-5-16,0 0 7 16,0-3-12-16,-2 3-3 15,-6 0-7-15,-1 0-16 16,0 0-5-16,-2 0-3 15,-1 0 1-15,1 0-2 16,-4 0 3-16,4 0 0 16,-4 0 1-1,3 0 6-15,-4 3 0 16,3 0-1-16,-2 1-2 0,2 2 4 16,-4-2-3-16,2 2 0 15,0 2-2-15,-2-1-1 0,1 0 2 16,2 5-2-1,0-5-1-15,2 4 5 16,4 1-4-16,-2-5-2 16,0 3-1-16,1 0-1 15,-4 1 0-15,3 2-1 16,-4 1 3-16,-1 4 0 16,0-1 1-16,2 1 4 15,1-1-2-15,3-4-1 16,0 3-1-16,1-1 1 0,4 1-4 15,2 3 2 1,0 3 1-16,-1 3-2 0,3 2 2 16,0 2 3-16,0-4-3 15,0 4 0 1,0-4-1-16,0 2 1 16,0 2-3-16,0-2 3 15,0 2-1-15,7 2 2 0,1-1 0 16,0-4 1-1,1 2 1-15,4-3-2 0,0-4-4 16,2 3 1 0,0-4-2-16,7 4-1 15,-3-3 0-15,2 0 2 16,-3 0-2-16,6-2-1 0,-1 0 1 16,1-5 0-1,2 3 1-15,2-4-1 0,2-1 0 16,-2-5-1-1,4-1 1-15,4 0 0 0,-1-4 0 16,-3-2-1 0,4 0 2-16,2 0-3 0,-2-11 3 15,3-5 0-15,-5-2 0 16,-2-1-1-16,-2 0-2 16,-4 0 3-16,-2 0 1 15,-5-3-2-15,-1 0-1 16,-4 1 0-16,0 0 1 15,-4-3-1-15,-1 1 2 0,0 0 0 16,-3-4-1 0,-2 4 1-16,-2-7 0 15,-2 5-2-15,0-1 3 16,0 1-1-16,0 1 1 16,0-3-1-16,0 0-1 0,0-2 0 15,0-2 0 1,-6-2 0-16,0-2 2 0,-6 1-2 15,2 0 4 1,-3 5 5-16,0 2 2 16,-4 4 5-16,-2-2-2 0,-3 4-1 15,-1-3-4 1,-3 1-5-16,-2-2-1 0,2 3-1 16,-2 2 1-1,0 1 4-15,0 1 12 16,-3 5-8-16,1-2 0 0,-2 4-5 15,2 3 0-15,-2 2-7 16,-3 2 0 0,-1 4 1-16,2 0-1 0,-3 0-1 15,3 14-2-15,2 13 0 16,8 9 0-16,6 17-7 16,6 7-19-16,6 10-125 15,0-1-252-15</inkml:trace>
  <inkml:trace contextRef="#ctx0" brushRef="#br2" timeOffset="-200906.35">6956 12758 482 0,'-4'-5'54'0,"1"2"12"15,3-1-20-15,0 2-25 0,0-2-5 16,0 4 3 0,0 0 10-16,0-1 5 0,0 1 5 15,0 0 0 1,0 0-8-16,-2 0-3 15,2 0-11-15,0 0-6 16,0 0-5-16,0 0-2 16,0 11-5-16,0 8 7 15,0 6 3-15,0 9-1 0,0 0-2 16,0 1 0 0,0-5-3-16,0-5-3 15,0-6 1-15,0-7-3 16,0-4 1-16,0-2-1 15,5 0 2-15,1-1 0 0,2-2-2 16,1-3-2 0,3 0 1-16,7 0 4 0,1 0 2 15,8-5 3 1,1-10-2-16,5 1-1 16,0-2-2-16,-2 5-1 0,-2 2 0 15,-4 8-1 1,-2 1 2-16,-8 0-1 0,-1 0 0 15,-5 7 0-15,-1 10 3 16,-5 0-1 0,-1 4 1-16,-3 2 0 0,0 4 0 15,0 0 2 1,-5 2 1-16,-8-2 0 0,-2 2-2 16,-2-3-2-16,6-5-1 15,-2-7 0-15,4-5-1 16,1-4-1-16,4-5 1 15,-2-3-27-15,-2-22-90 16,-5-6-177-16</inkml:trace>
  <inkml:trace contextRef="#ctx0" brushRef="#br2" timeOffset="-200454.59">6853 12800 594 0,'0'0'93'0,"0"0"-29"15,0 0-28-15,0 0-30 16,4-6-11-16,22-11 0 16,6-7 12-16,5-2-3 0,5-4-2 15,-2-1 1 1,-6 6-3-16,-8 6 1 0,-3 8 1 15,-8 1-2 1,-8 8 2 0,-5 2 4-16,0 0 1 0,-2 0-1 15,0 0-7-15,0 17-1 16,0 6 7-16,0 2-7 16,0 2-101-16,-6-3-443 15</inkml:trace>
  <inkml:trace contextRef="#ctx0" brushRef="#br2" timeOffset="-197120.39">16476 3585 141 0,'0'0'-5'0,"0"0"-9"15</inkml:trace>
  <inkml:trace contextRef="#ctx0" brushRef="#br2" timeOffset="-195743.3">15992 2823 515 0,'0'0'94'0,"0"0"-32"0,0 0-15 16,-10 0-16-16,8 0-1 0,2 0 3 16,0 0 14-1,0 0 14-15,0 0-12 16,0 0-23-16,0 0-16 16,0 0-9-16,0 0-5 15,0 5-6-15,0 9-1 0,0 5 14 16,0 10 1-1,0 8-12-15,10 6 9 0,-1 3 8 16,2 1-7-16,-1-2-1 16,4-1 3-16,-4-4-3 15,-2-7 0-15,2-4 0 16,-4-6 2-16,-2-2-2 16,0-5-1-16,0-4 1 15,1-4 0-15,-3-3-1 16,1 0 0-16,-3-4 1 15,2-1-2 1,0 0 0-16,-2 0-2 0,2 0-3 16,0 0-49-1,-2 0-79-15,0 0-168 0</inkml:trace>
  <inkml:trace contextRef="#ctx0" brushRef="#br2" timeOffset="-195118.74">15926 3200 657 0,'0'0'97'0,"0"0"-11"15,0 0-26-15,0 0-20 16,0 0-26-16,-21 0-11 16,18 0-4-16,3 0-2 15,0 0 0-15,0 0 1 16,0 0 0-16,0 0 3 15,0 6-2-15,0 9 5 16,11 9 6-16,8 4 9 16,1 8-5-16,1 1-2 0,-2 3 3 15,3-5-7-15,-4-4 1 16,-6-6-7-16,2-8 3 16,-8-5-4-16,0-6 0 15,-4-2 0-15,0-4-1 16,0 0 1-16,0 0 0 15,7 0-1-15,2-4 0 16,6-16 8-16,7-7-2 16,4-8-1-16,6-3-5 15,0-3 2-15,1 6 0 16,-5 4-1-16,-6 9-1 0,-9 7 1 16,-4 6 1-1,-7 5-1-15,-4 4 5 0,0 0-3 16,0 0 1-1,0 0-1-15,0 0-2 16,0 0 0-16,0 6-4 16,-13 13-7-16,-2 5-64 15,-9-7-313-15</inkml:trace>
  <inkml:trace contextRef="#ctx0" brushRef="#br2" timeOffset="-193024.84">16442 3459 242 0,'0'0'36'0,"0"0"-15"0,6-17 1 16,-1-1-8-1,2-1 29-15,-1-2 2 0,0-4-18 16,-2 0 9-16,3-5 14 16,2 2-25-16,-1-7-1 15,5-4-7-15,-2-2-3 16,6-3-5-16,1 1-3 16,2-2-1-16,4 4 2 0,4-3-2 15,7 0 0 1,6-1 4-16,2-3-1 15,2-1 4-15,7-2 2 16,0 2 1-16,2 0-3 0,-3 1 1 16,0 3-6-1,-1 3-1-15,-1 1-2 0,-3 0 0 16,3 5-3-16,-1-1 0 16,3 0 0-1,3 0 0-15,4-1-1 0,6 0 0 16,1-2 1-1,3 6-1-15,0 1 1 16,-2 3-2-16,3 3 2 16,0 2 0-16,-3 2 0 15,6 4 0-15,-8 1 1 16,5 5 1-16,-7 2-3 16,1 4 0-16,-6 3 2 0,6 1-1 15,-2-2 0-15,3 4 1 16,1-4 0-16,-1 4 0 15,-2 1-1-15,-1 0-1 16,-7 0 2 0,-4 0-5-16,-9 10 5 0,-1 4 0 15,-6 2 2-15,1 1-3 16,-3 5 2-16,3-1 2 16,3 3-2-16,3 1 4 15,5 0-3-15,2-2-1 0,2 1 2 16,-5 1-2-1,1-2-1-15,-12 2 0 16,-6 2 0-16,-6 2 2 16,-7 2 1-16,-2 2 1 15,-1-2 5-15,3 4-1 16,3-2-1-16,-2 0-3 16,4 2 0-16,0-3 5 15,-1 1-3-15,-4 0 0 16,2 0 3-16,-6 0 2 15,2-2 0-15,-2 2 0 16,0 1-2-16,-3-2-5 0,1-3 2 16,0 2-1-1,-3-2 0-15,0 2-1 16,-2-2 5-16,-2-2-3 16,0 0 3-16,1-4 2 15,-1 0-5-15,-2-7-2 0,0 1-1 16,3 2-2-16,-3-1 2 15,2 1-2 1,-2 0 3-16,0-1 3 0,0 0-1 16,0-4-1-16,0-5-1 15,0-3-3-15,0-2-2 0,0-2-2 16,0 0 2 0,0-2-1-16,0 2 1 15,0-2 0-15,0 0-2 16,0 0 1-16,0 0-1 15,0 0-67-15,0-8-126 16,0-2-126-16</inkml:trace>
  <inkml:trace contextRef="#ctx0" brushRef="#br2" timeOffset="-192584.32">19655 3091 549 0,'0'0'48'0,"0"0"11"15,0 0 7-15,-5 0-29 16,5 0-30-16,0 0-5 15,12 14 7 1,2 4 4-16,4 5 6 0,-4 0 1 16,2 2 2-1,-3 0 3-15,1-3-13 16,-5-6-1-16,2-4-6 16,-3-8 1-16,-1-1-1 15,0-3 3-15,1 0 0 0,0-3 1 16,6-18 3-16,0-4-3 15,4-2-3-15,-1-2-3 16,-2 2-1-16,-4 6-2 16,-3 5 1-16,-3 8-2 15,-1 4-1-15,2 4-1 16,1 0-7-16,-3 0-117 16,0-6-426-16</inkml:trace>
  <inkml:trace contextRef="#ctx0" brushRef="#br2" timeOffset="-191290.63">20728 3288 333 0,'0'0'13'0,"0"0"16"15,0 0 21-15,0 0-7 0,0 0-7 16,16 0 16 0,7-9 2-16,7-6-11 15,7-7-16-15,6 1-8 16,9-4-3-16,4-2-5 0,8 0 0 16,5-1 3-16,8 2-2 15,7 1-7-15,6 1 0 16,3 1-1-16,-3 3 0 15,1 3 2-15,-5 4-3 16,-7-1-1-16,-3 6 2 16,-7 2 1-16,-5 5 3 15,-6 1-3-15,0 0-2 16,-1 0 0-16,1 1 0 16,-1 9 0-16,7 0 0 15,6-2-2-15,1 3 9 16,-1 0 8-16,-3 2-11 15,-7 5-4-15,-6 2-1 16,-8 4 2-16,-12 1-4 16,-3 6 3-16,-6 3-2 0,-6 3 2 15,-5 4 0 1,-4 1 1-16,-2 4 7 16,0 1 0-16,0 0-4 0,0-1-1 15,3-1 1 1,-2-3-1-16,-1 1 4 0,-3-3-5 15,-3-1 7 1,-2 2 4-16,0 0 2 16,0 1-5-16,-5 0-1 0,-5 0-5 15,-6-1-5-15,2 5 2 16,-6-4-2-16,-2 3 0 16,-1 1 3-16,-1-1 0 15,1-2 4 1,-1-3-2-16,7-5 2 0,2-6-6 15,4-6-2-15,5-7 0 16,2-7-1 0,1 1 0-16,1-2-2 0,-1 1 4 15,1-1-1-15,2 2-1 16,-4-5 1-16,4-2-2 16,0-3-3-16,0 0-1 0,0-16-34 15,0-5-81 1,2 0-55-16,-2-1-181 15</inkml:trace>
  <inkml:trace contextRef="#ctx0" brushRef="#br2" timeOffset="-190923.05">22622 4112 463 0,'0'0'4'0,"0"0"31"16,0 0 24-16,0 0-2 0,8-8-31 15,3 10 2-15,0 15 6 16,2 5-6-16,2 3-9 16,-2 1-4-16,1 4 12 15,-4-1 12-15,0-2-15 16,0-2 1-16,-2-5-7 15,0-5-3 1,0-7-9-16,1-6-3 0,10-2 2 16,3 0 1-16,6-18 2 15,6-5-1 1,3-6-5-16,-1 0-1 0,1-3 0 0,-5 6 0 16,-4 2-2-1,-8 10-1-15,-6 8-16 0,-7 6-88 16,-7 0-100-1</inkml:trace>
  <inkml:trace contextRef="#ctx0" brushRef="#br2" timeOffset="-189746.26">23385 5567 457 0,'0'0'29'0,"0"0"35"0,0 0 30 16,0 0-21-16,0 80-22 15,0-57 2-15,0 8-5 0,-4 4-9 16,-4 6-16 0,-3 4-8-16,-2 3-6 15,0 4 1-15,3 2-6 16,-4 2 0-16,2 4-1 0,0 2 0 15,-2 0 1-15,-2 2 0 16,1 0 1-16,-6 2-2 16,2-4-2-1,-3 0 1-15,0 1-1 16,1-4-1-16,0-5 0 0,-5-3 1 16,0-2-1-1,-2 0 2-15,-4-2-2 16,-3-3 1-16,-1-2 0 15,-1 0-2-15,0-4 2 0,-1-5-1 16,-3-2 0-16,-5-2-2 16,-3 2-1-16,-7 0-1 15,-6 2-3-15,-5-1 1 16,1 0-2-16,0-3 0 16,4-6 5-1,7-4 2-15,3-6 3 0,2 1-3 16,3 0 3-16,0-1-3 15,-4 1 2 1,-6 4-1-16,-3 0 1 0,-2-8 0 0,-3-4-1 16,-6-6 2-16,-4 0-1 15,0 0 1 1,-5-15-5-16,-6-1 4 16,3-3-3-16,4 1 2 15,9-1 1-15,2-8 5 16,13-4 6-16,5-7 14 15,10-6-9-15,0-6 0 16,8-2 3-16,4-6-6 16,1 2-7-16,-3 0-1 0,4 3-1 15,2 9 2-15,0 3 3 16,5 5-3-16,2 7-1 16,4 2-2-16,0 10-2 15,8 4-1-15,-1 5 1 16,4 4-2-1,2 4-2-15,0 0 1 16,0 0-12-16,0 17-26 0,13 3-85 16,0 3-93-1,-3 3-285-15</inkml:trace>
  <inkml:trace contextRef="#ctx0" brushRef="#br2" timeOffset="-189196.12">20706 7085 411 0,'0'0'56'0,"0"0"22"16,0 0-38-16,0 0-8 16,0 0-15-16,0 0-5 15,0 0-3-15,5-6 2 0,0-12 16 16,3-2-5 0,-2-5-3-16,6-3-7 15,-2-3-2-15,2 1-2 0,2 0 1 16,-2 5-1-1,-3 4 9-15,0 2 5 0,-5 5 1 16,0 6-1 0,-1 5-3-16,-1 0 7 0,-2 3 4 15,0 0-7-15,2 0-13 16,2 0-10-16,3 0-5 16,1 0 6-16,7 0-3 15,3 6 2-15,3 10 7 16,4 3 0-16,1 4 3 15,2 1-2 1,1-1-3-16,-3 0-2 16,-5-4 0-16,-2 2 0 0,-3-7-1 15,-8 0-1 1,-2-1 3-16,-4-1-1 0,-2-5 1 16,0 2-3-16,0-9-23 15,-10 0-234-15</inkml:trace>
  <inkml:trace contextRef="#ctx0" brushRef="#br2" timeOffset="-188276.64">22506 5757 91 0,'0'-7'8'0,"0"-1"-7"0,0 2-3 15,0-2-11-15,0 2-69 16</inkml:trace>
  <inkml:trace contextRef="#ctx0" brushRef="#br2" timeOffset="-187246.21">22490 5572 82 0,'0'0'9'0,"0"0"27"15,0 0 27-15,0 0 12 0,0 0 12 16,0 0 7-16,0 0-8 16,0 0-15-16,0 0-7 15,-4 0-20 1,-4 0-13-16,-1 0-14 15,-2 1-4-15,-4 7 5 16,-2 0 2-16,0 1-2 0,-1 3-4 16,0 0-7-1,-2 0 2-15,-2 1-3 0,3 3 4 16,-3 1 0 0,3-2 0-16,-4 1-5 15,1 1-1-15,-2-1-1 0,0-1 3 16,-2-2-1-1,-1 1 0-15,1-2 5 0,2 0 4 16,0-5-1-16,8 1 0 16,-2 1-2-16,6-7-4 15,-4 4-1-15,3-1-3 16,-2 1-1-16,2 1-2 16,-4-1 0-16,0 3 1 0,-7 1 0 15,0 3 0 1,-4 0-1-16,-2 4 0 0,-2 0 1 15,-2-1 0-15,1-3-1 16,1 2 1-16,0-1-1 16,2 0 1-1,-2-1-2-15,3 3 1 16,6-5-1-16,-1 1 2 16,5-2 0-16,3-3 3 15,2-1-2-15,0 0 0 16,0 0 0-16,-4 1-1 15,1 4 0-15,-2 1-2 0,-2 1 1 16,1 0 1 0,-2-1-1-16,4 0 1 0,-2-2 0 15,2 0 0-15,4 0 1 16,-6-1-2-16,5 2 0 16,-2-2 1-16,0 1 0 15,-1 1 0-15,2 1-1 16,-6 0 1-16,4-3 0 15,-1 3-1-15,0-2 1 16,-1-1-1-16,5-1 1 16,-4 0-1-16,6 0 1 0,-4-1-2 31,-4-1 2-31,1 0 0 0,-2 4 1 16,-2-3-3-16,-3 3 1 15,-5 3 1-15,-5 4-1 16,-2-1 0-16,1-1 0 15,-1-1 0-15,2-2 2 16,7-2 4-16,9-4-3 16,1-3 6-16,6 3 6 15,6-6-9-15,4 0-4 16,2 3-1-16,2-3 0 16,-2 0 0-16,0 1 1 0,2-1-2 15,0 0 1 1,0 0-1-16,0 0 0 0,0 0-1 15,0 0-1 1,0 0-1-16,4 0-1 0,12 0-5 16,4-7-158-16,2-15-231 15</inkml:trace>
  <inkml:trace contextRef="#ctx0" brushRef="#br2" timeOffset="-186225.2">22465 5525 421 0,'0'0'70'15,"0"0"12"-15,-60 14-35 16,36-3-19-16,-2 3-10 16,2 0-4-16,-2-1 4 15,1 2 4-15,-3 1-2 0,-6-3-8 16,-4 5-5-16,-6 3 1 16,-8 3-3-1,-5 2 0-15,-1 3-1 0,1 2 0 16,3-4 4-16,4-3 3 15,12-3 5 1,3-4-4-16,5-4 2 16,2-1-2-16,0 1-4 0,-2 4 0 15,-4 0-4-15,-5 2-2 16,0 3 1-16,0-3 0 16,1 3-1-16,-1-3 3 15,0-2-2-15,4 1-1 16,1-2 2-16,0-2 0 15,4 3-2-15,-3-3 1 16,3 0-2-16,0-1 1 16,0-1-1-16,-2 1 0 15,0 3 1-15,-1-4-2 16,-1 5 0-16,2 1 0 16,2-1 0-16,0 1 1 15,6-3-1-15,2 0 1 0,5-3 0 16,2 0 0-1,-2 1 0-15,-1 1 0 16,0-1 1-16,-6 5-1 16,2-3 1-16,-2 2-2 0,1 0 0 15,-1-4 3-15,4 0 0 16,0-1 2 0,6-2 8-16,0-4 3 0,4-3-1 15,2 1-9-15,0-2-3 16,-2 2 0-16,2 0-2 15,0 2 0-15,1-2 0 16,0 1-1 0,3 1-1-16,4-4 0 15,0 2 0-15,0-2-5 0,20-2-74 16,6 0-287 0</inkml:trace>
  <inkml:trace contextRef="#ctx0" brushRef="#br2" timeOffset="-184753.75">22146 6185 298 0,'0'0'15'15,"0"0"35"-15,0 0-13 16,-26-24-5-16,20 19 3 16,-3 2 24-16,1-2-14 15,-3 4 2-15,-2-2-1 16,-2 3-3-16,0 0-12 15,-5-2-3-15,4 2 0 16,-4-1-8-16,2 1-1 16,4 0-3-16,-4 0-2 15,3 0-4-15,-2 0-4 0,2 0 1 16,0 6 7 0,0 1 11-16,0 0-8 15,4 4-5-15,-1-4-7 16,-2 3-2-16,2 1-1 15,-4 0 1-15,4 6 4 0,-4-6 2 16,1 3 3 0,-2 0-3-16,4-3 0 0,1 1-2 15,0 0-4-15,2-1-1 16,0 4 1-16,-2 1-3 16,2 5 5-16,-4 5 1 15,2 0-1-15,-1 4 0 16,2-4 0-16,5 2-1 0,-1-3-2 15,5-2-2 1,2-4 1-16,0 5-1 16,0-3 0-16,0 4 2 0,2 6-2 15,0 3 0 1,3 1 3-16,-3 2-3 0,2 1 1 16,2 0 0-1,6-3-2-15,0-2 0 16,8-2 1-16,-2 0 1 15,6-2-2-15,0-4 1 16,2-4 0-16,2-1-1 16,2-7 0-16,5-5 1 0,-1-8-1 15,7 0 0 1,-2 0 4-16,2-8-2 16,-5-9-1-16,0-2 4 0,-3 0-1 15,-1-5-1 1,-4 2-3-16,0 0 1 0,-2 0 1 15,0-1-1 1,-4 2-1-16,-1-1 2 0,-4 3-1 16,-2-1 1-1,-4 3-2-15,0-4 0 16,-3-2 3-16,3-2-2 16,-2-3 0-16,1-3 0 15,-2 0 1-15,2 0-1 16,-4 2 2-16,-4 2-2 0,-2 2 1 15,0-4 1 1,0-1-2-16,0 2 3 0,-4-1-3 16,-6-2 1-1,-2 0 0-15,0 2 0 0,-4 4 0 16,-1 2 3-16,-9 1 0 16,0 3 5-16,-2 2 7 0,-4-4-1 15,0 4-9 1,0 2-3-16,4-1-2 15,2 1 0-15,3 5-2 16,-1 5 0-16,2 5-20 16,-4 0-121-16,2 3-248 15</inkml:trace>
  <inkml:trace contextRef="#ctx0" brushRef="#br2" timeOffset="-182321.05">7026 14034 303 0,'-4'-6'31'0,"-2"0"-3"0,2 2 14 16,2 2-6-1,0-3 1-15,0 1 21 16,2-1 13-16,0-2-3 0,0-5-24 16,0-1-11-1,2-3-3-15,14-1-6 0,4 1-8 16,2-2-4-1,3 6-5-15,3 4-3 16,2 2-1-16,-2 3-2 16,0 3 1-16,-2 0-2 0,0 0 2 15,-5 12-1 1,1 2 2-16,-2 4-2 0,-9 5 2 16,-2 6-1-16,-9 0 1 15,0 8 2-15,0 1 1 16,-2 3 2-16,-12-4 1 15,3-5-5-15,0-6 0 16,5-7-3-16,1-7 0 16,3-6-2-1,2-5 2-15,0-1-2 0,0 0 2 16,0 0 0 0,0-1 0-16,0-11 1 0,7-1-2 15,5 1 1-15,4 0-1 0,-2 7-1 16,4-1 1-1,2 2 0-15,3 4 1 16,-2 0-1-16,-2 0 0 16,3 7-1-16,-2 7 2 15,-5 4 1-15,-2 1-2 16,-5 2 2-16,-2 2-1 16,-4 3 1-16,-2 0 1 0,0 5 0 15,0 3 5 1,-16 0 1-16,0-1-2 15,-1 0 2-15,-2-6 3 16,-2-5-1-16,-2-9 1 16,0-7 21-16,-3-4 6 15,-2-2-7-15,-3 0-3 16,2 0-3-16,1-4 7 0,1-6 4 16,1 4-3-16,3 1-11 15,4-1-6 1,5 6-5-16,5-2-5 15,-1 2-4-15,7 0-1 16,1 0-2-16,2 0 0 16,0 0-1-16,0 0-2 0,0 0-3 15,2 0-44-15,13 0-160 16,-1 0-240-16</inkml:trace>
  <inkml:trace contextRef="#ctx0" brushRef="#br3" timeOffset="-176607.04">16460 3620 228 0,'0'-13'25'0,"4"-3"32"16,2 1 0-16,0-2-10 0,3-1-8 15,-2-2 1 1,1-3-8-16,1-6-5 0,4-4 9 16,-2-4-9-16,8-5-22 15,0-5 3-15,3 1-4 16,2 3-2-16,2 3-3 0,1 3 2 31,1 1 0-31,4 2-2 0,2-2 3 16,6-4 0-16,3-2-2 15,6-5 0-15,4-1 1 16,4 0-1-16,1-1 0 16,-4 5 1-16,-2 3 1 15,-10 4-2-15,-1 7-1 16,-4 0 1-16,-2-1 0 16,1 0 2-16,3-1-2 15,3-5 1-15,4 2 0 16,4-4 0-16,-3 2-1 15,0 3 4-15,0 2 0 16,1 0-1-16,-1 3 4 16,-1 1-1-16,-2 3-1 15,2 4 1-15,0-2-1 16,5 3 1-16,5-1 0 0,6 0 0 16,7-1 0-1,1 1 9-15,8 2-4 16,1 1-4-16,-1 2-3 15,-5 9-2-15,-2 2 0 0,-6 5 4 16,-4 0-2 0,-4 0-1-16,-1 0 0 15,-2 0 6-15,-4 0-2 0,-3 3-2 16,0 6 2 0,-8 3-4-16,-1 4 0 0,-5 3 3 15,-1 3 1-15,2 3 0 16,0 2 1-16,2 1 7 15,0 0 0 1,3 1-7-16,-3 1-2 16,3-3-2-16,-4 5 0 0,-5 1-1 15,-2 0 1 1,-3 5 3-16,1 1 1 16,-2 3 0-16,2-4-1 0,2-1-4 15,0-1 0-15,0 1 0 16,4-6 0-16,-2 4-1 15,-3-2 1-15,-3 2-1 16,-2-1 2-16,-2 1-1 16,-7 0 3-16,1 0 1 15,-2-2-2-15,4-2-2 16,0 0-1-16,-2-3 0 16,4-2 5-16,-4 1-3 15,2 1 3-15,-4-2 1 16,2 2 1-16,-8-1 3 15,3-2 1-15,-3-2-2 16,-1 1-4-16,-1-3-3 0,0-4-1 16,0 0 0-16,1 1 1 15,-1-3-1-15,-2 2 1 16,0 1 2-16,-2-3 1 16,0 0 1-1,0-7 0-15,0-1-4 0,0-3-1 16,0-4-3-1,0 0 1-15,0 0 0 0,0 0 0 16,0-14-1 0,0-9-20-16,0 1-111 0,-4 0-98 15,-13 3-377-15</inkml:trace>
  <inkml:trace contextRef="#ctx0" brushRef="#br3" timeOffset="-175920.03">19775 3111 541 0,'0'0'21'0,"0"0"41"0,0 0 3 16,-2 0-32 0,2 0-21-16,0 0 1 0,4 6 3 15,8 3 21 1,6 3-2-16,6 3-12 15,2 5-4-15,-2 1-4 16,1 4-1-16,-1 1 0 16,0-1 3-16,-3 0 1 0,-4-6 6 15,-3-4-12-15,-2-3-4 16,-6-7-2-16,4 0 2 16,-2-5-1-16,0 0-1 15,6 0 3-15,0-10 5 16,6-12 5-16,1-8-5 15,3-7-8-15,0-5-1 16,2-3-3-16,-2 3-2 16,-6 4 0-16,0 5 1 15,-6 13 0-15,0 4-2 16,-8 8 2-16,-2 7-1 0,-2-2 0 16,0 3-2-1,0 0-7-15,0 0-69 16,-6 4-151-16</inkml:trace>
  <inkml:trace contextRef="#ctx0" brushRef="#br3" timeOffset="-174554.95">20629 3217 315 0,'0'0'21'0,"0"0"7"0,0 0 7 15,0 0 4 1,28-7-4-16,-6-7 9 0,5-1 4 16,6-3-8-1,4-1-4-15,6-5-13 0,6 0-1 16,4 2-7-16,8-1 5 16,1-1-4-16,6 1-5 15,2 4 2-15,7 0-1 16,3 1-2-16,7 1 0 15,3 1-4-15,-2-1 1 16,0 1-3-16,-4 1 0 16,-6 1 0-16,-5 3-1 15,-5 3 0-15,-3 0 1 16,-5 2 1-16,0 5 6 16,-6-1-3-16,-4 2-1 0,-7 0-4 15,-5 0-3 1,-5 0 0-16,2 9 2 0,-3 5-2 15,0-1 2-15,5 1-2 16,1 0 2-16,1-3-1 16,2 0 4-1,-4 1-2-15,1 0-3 0,-6-1 4 16,-2 3-2 0,1 0-1-16,-5 3 0 0,-3-2 0 15,-4 7 1 1,1-1-1-16,-4 2 2 15,-4 4 1-15,-4 6 0 16,-4 2 2-16,1 4 3 16,-5 0 0-16,3 1-4 0,-1-1 0 15,2-3-2 1,-2 4 1-16,-2-4 0 0,0 1 3 16,0 2 1-16,0-1 2 15,0 2-2-15,-8-1-3 16,-2 3-2-16,-2-4-2 15,-2 1 2-15,2 0 2 16,-4-2-3-16,0 0 1 16,-2 1-1-1,-3 5-1-15,-1-1 0 0,-4 5 1 16,0-1 1-16,2-1-2 0,4-5 2 16,4-5 0-1,2-6-3-15,0-4 4 0,4-1-4 16,1-3 4-1,-2 2-2-15,1-2 0 0,1 1-2 16,3-5 0 0,1-3 1-16,-1-7-1 15,6-3 0-15,0-4-1 16,0 0 3-16,0 0-2 0,0-7 1 16,0-15-6-1,0-5-87-15,0-2-109 16,0 0-371-16</inkml:trace>
  <inkml:trace contextRef="#ctx0" brushRef="#br3" timeOffset="-173952.46">22530 4067 496 0,'0'0'38'0,"0"0"-11"0,0 0 8 15,0 0-18 1,0 42 1-16,6-19 4 16,0 4 5-16,2 3-9 15,0 2 4-15,2 4 4 16,-4-1 11-16,-2 4 10 16,-2-1-3-16,-2 2-4 15,0-4-2-15,0-5-1 0,0-6-12 16,0-6-8-1,0-3-7-15,0-7-4 0,0-3-1 16,0 0-1 0,3-4 0-16,8 0-1 15,4-2-1-15,4 0 0 0,7-4 1 32,9-17 0-32,3-6 0 0,3-6 0 0,-2 2-1 15,-3 2 0 1,-6 2-2-16,-4 7 0 15,-7 5 1-15,-5 3-1 16,0 2 0-16,-4 3 0 16,-2 3 1-16,-4 0-1 15,0 4 1-15,-2 0-2 0,-2 0 1 16,0 0-3 0,0 0-21-16,0 0-101 0,-10 0-165 15</inkml:trace>
  <inkml:trace contextRef="#ctx0" brushRef="#br3" timeOffset="-171520.52">20873 3917 426 0,'0'0'52'0,"0"0"-7"15,8 3-11-15,-4-3-27 16,0 0 4-16,1 0-3 16,0 0 5-1,-3 0 10-15,-2 0 20 0,0 0 3 16,0 0-9-16,0 0-11 15,0 0-13-15,0 0-4 16,0 0-2-16,0 0 5 16,2 0 1-16,-2 0 2 15,2 0-3-15,0 0 2 0,0 0-1 16,4 0-1 0,0 0-5-16,2 0-1 15,0 0 0-15,2 0 3 16,2 0-3-16,-2 0 5 15,1 1-1-15,0 4 3 16,-1 3-5-16,6-4 7 16,-1 1-7-16,2 3 2 15,-2-2 3-15,5 0-3 16,-4-1 0-16,0 1-2 16,-4 2 2-16,2-2 0 15,-4 2 0-15,-1-1 2 16,0 1-3-16,3 4-2 15,-1-3 2-15,4 3-3 16,-4 0-1-16,2 1-1 16,0-1 0-16,1 1 2 15,0 3-3-15,0-5 2 0,2 5-4 16,3 0 1 0,-2-2-1-16,1 1 0 0,-1-1 0 15,0 3 1-15,0-4-3 16,3 0 2-16,-4 1-1 15,2-3 3 1,-2 1-2-16,-2-2 2 0,1 2-1 16,-4-5 2-1,4 3 0-15,-4 0 1 0,2-1 2 16,-1 3 0-16,2-2-1 16,2 1-1-16,4 3-2 15,0-3-1-15,4 6 2 16,-4-5-1-16,2 6 1 15,-2-3-2-15,-1 1 0 16,0-1 0-16,-2 1 1 16,1-1-2-16,-2-1 0 15,4 1-1-15,-2-3 1 16,0 2 0-16,0-3-1 16,-1 1 2-16,0 1-3 15,1-1 2-15,-3 0 1 16,-1 1-1-16,4 0 1 0,-3 2-2 15,4-2 1 1,-3 3 0-16,3-3 0 16,-2 1-1-16,0-3 0 15,0 1 1-15,-2-3-1 16,1 1 0-16,-4-1 0 16,0 1 1-16,-2 0 0 0,0 0 1 15,4-1-1-15,-4 3 0 16,4-3 0-1,-2 3 0-15,1-2 0 16,-2 0 0-16,0-1 0 16,-1 1-1-16,-1-2 1 0,-2 0 1 15,1-3 0 1,-2 1-1-16,1 2 1 0,0-2-1 16,1-1 0-16,0 3 0 15,-1-2-1-15,4 3 1 16,-3-2 0-16,2 0-1 15,-2-1 1-15,-2 0-2 16,0 0 1-16,-4-2 1 16,3-1 1-16,0 2-2 15,-5-4 0 1,2 4 1-16,0-3 0 16,0 3 0-16,0-4-1 0,0 4 1 15,-2-1 0-15,2-1-1 0,-2-1 1 16,0 1-1-1,2-3 0-15,-2 1 0 0,0-1 1 16,2 0-1 0,-2 0 0-16,0 0 1 15,0 0 1-15,0 0-1 0,0 0 0 16,0 0 1 0,0 0-1-16,0 0-1 15,0 0 1-15,0 0-1 16,0 0-1-16,0 0 1 0,0-4-7 15,-14-16-124 1,-14-7-145-16,-9-15-476 0</inkml:trace>
  <inkml:trace contextRef="#ctx0" brushRef="#br3" timeOffset="-170254.83">21868 3627 216 0,'0'0'54'0,"-6"-10"12"15,2 6-4-15,2 0-16 0,-2-4 2 16,0 3-9-16,-6 0-2 16,4-2-8-1,-4 2 2-15,-4-1-9 0,0 4-11 16,-6 1 0-16,1 1-7 15,-5 0 5-15,4 0 1 16,-1 0 1-16,0 0 5 16,1 0-1-16,-2 0-2 15,6 0-4-15,-2 0-4 16,1 0-2-16,0 0 4 16,0 1 2-16,-1 10 6 15,-1-1 7-15,0 5-8 16,1-2 0-16,-1 2 2 0,4 5 1 15,0-1-6 1,2 6-3-16,0 3-3 0,2 1 1 16,3 0-1-1,1-2-1-15,1 2-1 0,2-3 1 16,2 3-1 0,2 3 8-16,0 1-4 15,0-1-1-15,8 2-2 0,9 2-2 16,5-1 1-1,4 1 0-15,4-3-1 0,4 1 0 16,2-1 2 0,5 1-3-16,5-4 1 15,-4-3 0-15,2-2-1 0,-3-4 1 16,-1-6-2 0,0-5 2-16,0-3-1 0,-3-7-1 15,4 0 0 1,2 0 1-16,-3-12 1 0,4-8 2 15,-4-1-3-15,1-2 2 16,-9-1-2 0,-4 1-1-16,-2 0-5 0,-4 0 12 15,-7-4-7-15,-2-2 3 16,0-3-1 0,-3 0 2-16,-5-3 0 0,-1-4-1 15,-2 2 0-15,1-3 5 16,-3-2-4-16,0 3 3 15,0-2 3-15,-5 0 0 16,-12 3 4-16,0-1-2 16,-3 4-1-16,-6 2 2 15,2 1-4-15,-6 1 2 16,-2 5-1-16,-6 1-6 16,-5 1-1-16,-1 5-1 15,2 8 0-15,-1 1-3 16,-1 10-1-16,6 0-2 0,2 5-1 15,-2 25-25 1,4 4-98-16,-2 5-302 0</inkml:trace>
  <inkml:trace contextRef="#ctx0" brushRef="#br3" timeOffset="-167605.09">7171 15389 475 0,'-4'-4'78'0,"4"-2"8"15,0-4-27 1,0-1-28-16,2-1 2 0,12-3 1 16,6-1-10-1,0 0-6-15,1 4-7 0,0 5-1 16,1 1-3-16,-1 6-4 0,2 0-2 16,3 0 1-1,-1 5-1 1,-1 9 1-16,-1 8 1 15,-2-3 0-15,-3 3-1 0,-5-3 0 16,-9 4-1-16,-4 6 2 16,0 2 3-16,-4 10-1 15,-20 1-1-15,3 4-2 16,-3-2-1-16,4-6 0 16,2-9-1-16,4-9 2 15,6-5-4-15,1-7 4 16,2-8 1-16,-1 0 2 15,2 0 0-15,0 0-3 16,2-5-1-16,0-7 4 0,2 4 1 16,0 2 0-1,0 0 1-15,0 6-5 16,8-2-1-16,12 2 1 0,8 0-1 16,4 0 2-1,8 8-1-15,-1 8 1 0,0 1-1 16,-2 1 1-1,-4 0 2-15,-2-4-3 0,-7-2 1 16,-5-2-1 0,-1-9-2-16,-6 1 1 15,-4-2 1-15,-5 0-13 0,-3-3-356 16</inkml:trace>
  <inkml:trace contextRef="#ctx0" brushRef="#br3" timeOffset="-163456.11">16638 3964 404 0,'2'0'-15'16,"5"0"29"-16,1-1 13 0,-1 1 24 15,3-2 0 1,3 0-14-16,0 0-2 0,0 2 4 16,0 0-6-1,2 0-10-15,2 0-6 16,7 0-2-16,0 0 0 16,4 0-1-16,2 0-1 15,4 0-3-15,1-2 1 0,3 0-1 16,-1 0-4-1,4 2-4-15,2 0-1 0,1 0 2 16,4 0 2 0,-7-5-3-16,3 2-3 0,-8-1 2 15,-2-3-1 1,-6 1-1-16,-4 1 2 0,0 1-1 16,-3 3-1-16,7-2 3 15,4 0-3-15,4 2 3 16,6-4-1-16,3-1 0 15,5 0 1 1,-1 2-1-16,0-5-1 16,3 1 3-16,-5 4-3 15,1 1 2-15,-4-1-2 0,-2 3 2 16,5-4-2 0,-3-1 0-16,5-1 2 0,-2 0 4 15,2-6-1-15,1 2 2 0,-7 1-5 16,-7 6-1-1,-6 2 0-15,0 2-1 16,3 0 0-16,-1 0 1 16,5 0 1-16,4 0 0 15,4-2 1-15,4-8 0 16,-3 3-1-16,-3-1 1 16,-7 3-4-16,-6 0 1 0,-4 5 0 15,0 0 1 1,0-1 0-16,1 1-1 0,4-4 2 15,4-2 1 1,5 0 0-16,-1-2 2 16,1 3-2-16,-2-1 0 15,-3 3-4-15,1 2 2 16,-8-1 1-16,2 2 1 0,-4-2-1 16,0-2-1-1,-3 0 1-15,-2 0-1 0,1 1 2 16,-3-2 0-1,1 4 3-15,-1-2 3 16,0 3-4-16,1 0-2 16,2 0-1-16,-1 0 3 0,1 0-3 15,-1 0 2-15,-2-1 2 16,-1 1-1-16,-8 0-1 16,3 0 0-16,-2-2 2 15,-3 2-2-15,2-4 1 16,0 2 0-16,-4 2 1 15,1-3-1-15,0 2 0 16,-5-1-1-16,-2 2 5 16,0 0 0-1,0 0-4-15,0 0-1 0,0 0-1 16,0 0-1-16,0 0-6 16,-10 0-63-16,-10 0-206 15</inkml:trace>
  <inkml:trace contextRef="#ctx0" brushRef="#br3" timeOffset="-160754.27">12333 10757 482 0,'-11'0'64'0,"2"6"11"0,3 6-24 15,-2 4-16 1,3 5-2-16,0 4-5 0,-1 6 3 15,4 6-7 1,-2 4-1-16,0 3 1 0,-4 5 2 16,6 5 3-16,0-2-9 15,2 0 0 1,0-3-2-16,0-8 1 0,0-3-3 16,0-6-11-1,0-4 1-15,0-6-1 0,0-3-1 16,0-6 2-1,0-7-4-15,0-4 0 0,0-2 2 16,2 0 2 0,0-14 9-16,-2-11-3 15,3-11-9-15,2-10-1 0,-4-5 0 16,2-5-1 0,1-1 0-16,-2-1 0 0,4 4-1 15,-1 4 0-15,0 3-1 16,3 11 2-16,-4 1 0 15,0 4-1 1,1 8 0-16,0 5 0 16,-2 2 0-16,0 9 1 0,-1 2 3 15,-2 4 4-15,2 1-3 16,0 0-3 0,4 0-2-16,7 0 0 0,2 0 2 15,9 12 3-15,-1 7 2 0,5 6 2 16,2 6 1-1,-1 8 3-15,-1 3 0 16,0 2-2-16,0 2 0 16,-2-4-3-16,3-1-4 15,-3-4 0-15,-2-3-2 16,-2-5 0-16,-3-1 0 16,-6-7-1-16,-1-3-1 15,-2-7 0-15,-4-4 1 16,0-5-1-16,-6-2-9 15,0 0-72-15,0-6-74 16,-2-10-104-16,-15 0-311 0</inkml:trace>
  <inkml:trace contextRef="#ctx0" brushRef="#br3" timeOffset="-160274.25">12212 11197 486 0,'0'0'51'0,"0"0"16"16,0 0-3-16,0 0-33 15,35-4-4-15,-17-5-10 0,8-1-9 16,5-3-1-1,3-1-4-15,0-1 0 0,-2-1-1 16,4 1-1 0,-4 1 1-16,-4 2 1 15,-5 3-3-15,-3 3 0 0,-6 2 0 16,-2 2 2 0,-7 2-1-16,2 0 1 15,-5 0 2-15,0 0-1 16,-2 3-2-16,0 6 1 15,0-2-16-15,0-1-212 16</inkml:trace>
  <inkml:trace contextRef="#ctx0" brushRef="#br3" timeOffset="-157976.05">16279 4251 363 0,'0'0'66'16,"0"0"-5"-16,0 0 0 15,0 0-20-15,0 0-15 16,0 0-6-16,2 0 5 16,-2 0 2-16,0 0-1 0,0 0-8 15,0 0-4-15,0 0-1 16,0 0-1-16,0 0-4 16,0 0 1-16,0 0-3 15,0 0-5-15,0 0 0 16,0 10 2-16,0 3 0 15,0 6 0-15,0 3 0 16,0-1 1-16,0 3 0 16,0 0 3-16,0-1-2 15,0-1 2-15,0 2 1 16,0-1-3-16,2 2 2 0,0 0-4 16,0 0-1-1,2 4 1-15,1-2-1 0,-1 0 0 16,1-1 3-1,-1 0-3-15,0-1 2 16,0 3-1-16,3-6 0 16,-1 5-1-16,-1-1 4 15,-1 2-2-15,0-2 2 16,-1 0 1-16,3 1-4 16,-4-1 0-16,2-3-2 0,0-1 1 15,-2 2-1 1,3 1 1-16,-3-2-1 0,3 1 1 15,-1-1-2 1,-2-2 3-16,0 0-1 0,0 1-1 16,2-3 1-1,-4-2 0-15,2 3-1 0,-2-3-1 16,2 1 1-16,1 0 1 16,0-1-1-16,-3-2 1 15,2 3 1 1,0-1 2-16,-2 0-2 15,0 3 0-15,0-1-1 0,0 0 1 16,0-2-2 0,0-1 1-16,0 2-1 0,2-1-1 15,0-1 1 1,2 2 2-16,0 2 1 0,-2 2 1 16,0-1-2-16,-2-1 0 15,2 4 0-15,-2 0-4 16,0-3 3-16,0 0-2 15,0-1 2-15,0-1-1 16,0-2-1-16,0 1 3 16,0-1-3-16,0-5 1 15,0 1 2-15,0 1-1 16,3-3-1-16,-3 3 1 16,0 0 0-16,0 1-1 15,0 0 0-15,0 5-1 0,0-1 1 16,0-1 0-16,0-1 1 15,0 1-2-15,0-5 1 16,0-3 0 0,0-3 0-16,0-1 0 15,0-2 2-15,0-4-2 16,0 2 1-16,0 0 0 0,0-2-1 16,0 2 0-16,0 2-1 15,0-2 1 1,0 1 0-16,0-3 0 0,0 3-1 15,0-1 0 1,-3-2 1-16,3 0-2 0,0 0 1 16,0 0-1-1,0-12 1-15,0 0-36 0,-4-1-189 16</inkml:trace>
  <inkml:trace contextRef="#ctx0" brushRef="#br3" timeOffset="-155988.87">12615 12389 446 0,'0'0'92'15,"0"0"-2"-15,-10 0-32 16,4 0-18-16,-1 11-9 16,2 5-10-16,-2 9-3 15,2 5 6-15,-1 5 0 16,2 6 0-16,-2 5 0 0,-1 2-2 15,5 5-1 1,0 3-3-16,2-2-3 16,0-3-1-16,0-7-5 0,0-3 1 15,0-10-4 1,0-5 2-16,2-9-4 16,0-4 3-16,0-6-4 15,1-4 2-15,-3-3-3 0,0 0 2 16,2 0 1-1,0-16-1-15,0-9-1 16,1-7-4-16,4-10 4 16,0-6 0-16,2-3-3 15,-1 3 1-15,-2-2-1 16,2 2 1-16,-4 1 0 0,-1 3-1 16,0-1 0-16,-1 4 3 15,0 5-3 1,0 0 0-16,-2 8-2 0,2 9 3 15,-2 7 1 1,0 2-2-16,0 9 2 0,0-2 8 16,0 3 9-16,0 0-3 15,0 0-8 1,2 0-7-16,0 0-4 16,8 3 1-16,0 14 3 15,1 4 1-15,8 8-2 0,-3 4 1 0,5 3 1 16,-2 3 1-1,0 2 0-15,0-3 4 16,0 2-1-16,1-1 0 16,-2-2-2-16,1 0-1 15,1 2-1-15,-1-6-1 0,-2 0 0 16,1-6 0 0,-4-3 1-16,-2-5-2 0,0-7 0 15,-2 0 0 1,0-7 0-16,-4 1 2 15,-2-4-3-15,0-2 0 16,-4 0-9-16,0 0-66 16,-2 0-101-16,-16 0-81 15,-6-2-340-15</inkml:trace>
  <inkml:trace contextRef="#ctx0" brushRef="#br3" timeOffset="-155539.91">12575 12853 358 0,'0'0'58'16,"0"0"19"0,0 0 3-16,0 0-14 0,-6 0-34 15,6 0-14-15,0-2-5 16,6 2 10-16,14-6-3 15,6-6-1-15,8 1-2 16,5-7 0-16,2 1-11 16,-2-2-6-16,-3 3 2 15,-8 3-1-15,-8 2-1 16,-10 5 1-16,-3 6-1 16,-3 0 1-16,-4 0 0 0,0 0 1 15,0 0 0 1,0 0-1-16,0 9-70 15,0 0-290-15</inkml:trace>
  <inkml:trace contextRef="#ctx0" brushRef="#br3" timeOffset="-152926.35">22585 5494 183 0,'0'0'46'16,"0"0"-2"-16,0 0-12 0,0 0-1 15,0 0 2-15,0 0 0 16,0 0 8-16,0 0 19 16,0 0-12-16,0 4-8 15,-2-2-15-15,-7 2-7 16,1 2-2-16,0 0-5 16,0 1-2-16,2-2 3 15,0 2 2-15,-2-1 1 16,-2 0 1-16,0 1 1 15,-1-1-2-15,-2 0-5 16,2 0 1-16,1 0-2 16,-3 0-3-16,4-1-2 15,1-2 1-15,-3 3-4 0,2 0 3 16,-3 0-2 0,-4 1 4-16,-2 5 4 0,2-2 1 15,-4 2 0 1,1 0 16-16,4-1-4 15,0 1-5-15,2 0-3 16,0-3-7-16,0 2-3 16,0 1 0-16,1 0 4 15,-2-2 1-15,2-1 4 0,0 1 1 16,0 0-5 0,-1-5 0-16,2 3-6 15,1 2 0-15,-4-3-1 16,2 4 3-16,-6 1-2 15,-1-4 2-15,-3 4 0 0,1 0 2 16,-2 0-2 0,1-4-3-16,2 3 0 0,3-4 1 15,2-1-3-15,2 0 0 16,3 0 0-16,-4 0-1 16,0 0 1-16,-4-1-1 15,2 3 1-15,-2 4-2 16,-4-3 2-16,5 3 0 15,-2 0-2-15,-1-3 1 16,-1 3 0 0,4-3 2-16,-5-1-2 0,3 2 0 0,-3-3 1 31,3 3-1-31,-4-4-1 0,-1 6 0 16,-4-2 2-16,-1 3-1 15,-3 0-1-15,0 1 1 16,0 0 0-16,2 0 0 15,2-3 0-15,2-2 0 16,3-1 0-16,-1 2 0 16,2-3 0-16,2 4-1 15,-1-3 1-15,0 3 0 16,-1 0 0-16,1 1 0 0,-1 1-1 16,-2-1 1-16,0-2 0 15,4 1 1 1,-4 1-1-16,2-2 0 0,1 2 0 15,-1-1 0 1,2 0-1-16,0 1 1 0,0-2 0 16,2 1 1-1,2-3-2-15,2 1 1 0,2-3 0 16,1-1 0-16,-2 0 0 16,2 4 0-1,-2-3 0-15,0 1 0 0,1 2 0 16,-2 0 0-1,2-4 0-15,-2 0 0 16,6 1 1-16,-2 0-1 16,2-2 0-16,0-3 0 0,2 4 1 15,0-4 0-15,-4 4-1 0,4-1-1 16,-4 2 2 0,3 0-2-16,-2 1 1 15,1 1 0-15,1-2 0 16,-1 2 1-16,1-3-1 15,3-1 1-15,0 0 2 16,-1-2 0-16,1 0 0 16,2 2 0-16,0-4-2 15,0 0 0-15,2 0-2 16,0 0 0-16,0 0-3 16,15 0-3-16,15-8 1 15,8-19-44-15,8-15-144 0,-1-8-286 16</inkml:trace>
  <inkml:trace contextRef="#ctx0" brushRef="#br3" timeOffset="-152073.04">22613 5525 199 0,'0'0'58'0,"0"0"10"16,-15-2-14-16,9 2-3 16,-3 0-2-16,2 0-4 0,-3 0-11 15,-4 0-4-15,0 0 0 16,-6 8-1 0,1 0-6-16,-2 3-6 15,-1-1-4-15,-1 2-6 0,1 1 1 16,-2-1-5-16,2 1-1 15,-1-1 1-15,2 0 2 16,-1-4 1-16,3 3 2 16,-3-1-1-16,-2-3-3 15,-2 5 0-15,0-1-4 16,-2 1 0-16,-1 1 1 16,-1 3 0-16,0-3-1 15,2 3 0-15,-2 2 1 16,2-5-1-16,0 4 0 15,4 0 0-15,-2-3 0 0,2 0 0 16,1 0 2 0,3-3-2-16,8-3-1 15,-2 0 1-15,10-7 1 0,0-1-4 16,0 0-70 0,-10-7-193-16</inkml:trace>
  <inkml:trace contextRef="#ctx0" brushRef="#br3" timeOffset="-143875.02">12868 13847 300 0,'0'-1'36'0,"0"-5"15"16,0 6 24-16,0-1 8 0,0 1-8 15,-6 0-14-15,0 0-13 16,-3 0-2-16,2 7-1 16,1 6-7-16,-2 8-4 15,3 7-9-15,0 5-4 16,5 5 0-16,0 5 4 15,0 3-3-15,0 2-1 16,0 1-1-16,0 0-7 16,0-5 2-16,0-7-1 0,5-4-5 15,0-8 0 1,-3-7-2 0,2-6 0-16,-4-6-3 0,2-2-2 15,-2-1 0-15,0-2-1 16,0-1-1-16,0 0 3 15,0 0-6-15,0-6-26 16,0-8-75-16,0-5-72 16,0 1-123-16</inkml:trace>
  <inkml:trace contextRef="#ctx0" brushRef="#br3" timeOffset="-143476.16">12858 13999 624 0,'0'0'52'16,"0"0"7"0,0 0-18-16,0 0-29 0,0 0-3 15,-11-23 7-15,30 19-2 16,3 0-6-16,3-4-1 16,5 0-4-16,-2-3 0 15,0 3-2-15,-2 0 2 16,-2 4-4-16,-7 1 2 15,-2 3-1-15,-6 0 0 16,-4 0 0-16,1 0 1 0,-2 1-1 16,-4 9-4-1,0 5-70-15,0-1-109 16,0 1-173-16</inkml:trace>
  <inkml:trace contextRef="#ctx0" brushRef="#br3" timeOffset="-143123.74">12856 14291 501 0,'0'0'90'0,"0"0"1"16,0 0-30-16,0 0-26 0,0 0-13 15,-3-18 5 1,25 7-7 0,4-4-10-16,2 1-5 0,2 3-2 15,-2-1-2 1,-2 4 0-16,-3 4 0 0,-1 0-2 15,-7 4-13-15,-4 0-66 16,-9 0-10-16,-2 4-41 16,0 8-84-16</inkml:trace>
  <inkml:trace contextRef="#ctx0" brushRef="#br3" timeOffset="-142706.92">12826 14609 597 0,'0'0'122'15,"0"0"-42"-15,0 0-15 0,0 0-32 16,0 0-22 0,-14-18-4-16,31 9 3 0,5 1 2 15,2-2-2-15,4 0-1 16,2-1-4-16,4-1-2 15,-2-1-3-15,-1 1 3 16,-8 2-3-16,-3 1 1 16,-9 5 0-16,-5 4-3 15,-6 0-6-15,0 0-43 16,0 1-53-16,0 9-142 16</inkml:trace>
  <inkml:trace contextRef="#ctx0" brushRef="#br3" timeOffset="-139257.12">20677 3879 355 0,'2'-1'61'0,"2"-1"13"16,1 2-7-16,-1 0-17 0,6 0-27 15,1 0-1 1,4 0 11-16,1 0-7 0,7 6-8 16,-2 4 3-16,5 2 4 15,-2 4 1-15,2-1-9 16,-1 1 0 0,1 1-6-16,0-3-1 0,-2-3-1 15,0-1 2 1,-5-2-4-16,0-2 2 15,-6-2-1-15,-2-2 2 16,-4 0 0-16,-3 0 3 16,0-1 5-16,-2-1-4 0,2 3-5 15,-2-2-4 1,3 1-1-16,0 1-2 0,-1 0 0 16,2 1-1-16,0-2 1 15,4 2-1-15,-4-2 0 16,0 2-1-16,0-1 1 15,3 1-1-15,0 0 0 16,3 2 2-16,2 0-2 16,5 2 0-16,2-1 0 15,5 3 1-15,0 0 0 16,1-3-1-16,-3 6 1 16,0-2-1-16,0-2 0 15,-3 3 2-15,5 1-2 16,0 0 0-16,0 2 1 15,2-2-1-15,-2 1 1 0,-2-2-1 16,-5 5 1 0,0-6-1-16,0 1 1 15,3 0-1-15,-2-3 1 0,0 3-1 16,2-3 0-16,-2 1 0 16,-1 2 1-16,-6-2 0 15,0-1-1 1,-4 1 1-16,-1 2-1 0,1-5 1 15,-1 5-1 1,1-2-1-16,0-2 1 16,1 0 1-16,2 1-1 15,-4 0 0-15,0 1 0 0,4-1 1 16,-2 2-1-16,0 0 0 16,4 1 0-16,-2-1 0 15,4 3 0-15,-4-1 0 16,3 1 2-16,-1 1 0 15,-4-3 0-15,1 0 3 16,2-1-2-16,-3 3 0 16,6-1 0-16,-4 3 2 15,6-1 0-15,-3 2 1 16,-2-3-2-16,0-2-1 16,0 1-1-16,-3-1-1 15,1 0-2-15,0 1 3 16,0-1 1-16,-1 0 5 0,-1-1 2 15,2-1-3 1,-3-2-2-16,-2-1-1 0,4 1 0 16,-4 0 1-16,0 1-3 15,0 1 1 1,4 3 0-16,-2-1 1 16,0 2-1-16,4 1 0 15,-2-3 0-15,1 2 0 16,-3-7 3-16,1 4-1 15,0-4-1-15,-3 3-1 16,-2 1 0-16,1 0 1 16,-3 3-1-16,-2 2 4 15,2-4-2-15,0-5 2 16,-2-1 0-16,0-2-4 0,2-2 0 16,1-1 0-16,-1-1-3 15,0 2 1-15,-2-2-1 16,0 0 0-16,0 0 0 15,0 0-1-15,0-2-12 16,-9-18-82-16,-21-13-156 16,-18-14-410-16</inkml:trace>
  <inkml:trace contextRef="#ctx0" brushRef="#br3" timeOffset="-138106.81">20939 3891 439 0,'0'0'39'15,"0"0"16"-15,6 7-13 16,6 2-14-16,2 0 5 16,6 3 3-16,-1 5-2 0,7-3-3 15,0 3 0 1,0-1-3-16,2 3-8 0,0 1-1 16,4 2 3-1,0 2-4-15,7 5-5 0,-1 2-2 16,6-1-4-1,3 1 0-15,0 1-2 16,2-3-1-16,-3-2-2 16,-1 0 0-16,-4-4-1 15,-4 1 4-15,-3 0-1 16,-6-4 3-16,-2 4 4 0,0-5-1 16,-3 6 0-1,1-2-4-15,0-2-1 16,-2 1-2-16,-6-3 2 0,4 1-1 15,-1-1-1 1,-2-4-2-16,3 2 3 0,1-1 0 16,3-3 3-1,0 3 0-15,0-3-2 0,-6 2 3 16,2 0-4-16,-5-2-2 16,-2 3 3-16,-2 0-5 15,-1-1 2-15,-1 0 2 16,4 1-2-1,-3-5 1-15,4 1 1 16,-4-3 0-16,2 1 4 16,-2-2-3-16,0-2 0 15,2-1-3-15,0 1 0 0,-1 2-1 0,2-2 0 16,0 4 2 0,-2-2-2-16,-3-1 0 15,1 1 1-15,-1 0 0 16,-1-1 4-16,-3-1-1 15,3 2 3-15,-1 1 2 16,0-4-2-16,-2 1 0 16,1-3-1-16,0 2-1 15,-1-2-1-15,-2-3-2 16,2 3-1-16,-2-1 3 0,-2 1-2 16,2-1 1-1,-2-1-1-15,2-1-2 0,-2 0 0 16,0 0 0-1,0 0 0-15,0-6-6 0,-23-10-92 16,-12-10-129 0,-10-9-229-16</inkml:trace>
  <inkml:trace contextRef="#ctx0" brushRef="#br3" timeOffset="-137076.24">20896 3810 260 0,'0'0'3'0,"0"0"-5"0,0 0-2 15,-2 11 1-15,2-4-4 16,0-6 6-1,0 4 9-15,0-5 41 16,0 5 33-16,0-2-13 16,9 6 1-16,1-1-6 0,6 3 1 15,2 3-28 1,2 3-6-16,4-2-5 16,-3 4 0-16,5 3-9 0,0-3 4 15,4 4-7-15,4 1 0 16,5 3 2-16,6 2-5 15,0 2-1-15,5 1-5 16,0 2-2-16,-3 0 2 16,1 1-2-1,-4 0 0-15,-3 0-3 16,0 0 2-16,0 1 0 0,-5-2 1 0,1-3-1 31,-2 0 5-31,-5-3-1 0,0 1 2 0,-3-1 2 16,-3-3-1-1,0 0-1-15,-2 0 0 16,-3-1 0-16,3-1 0 16,-5-2-1-16,2 3 0 15,1-5 2-15,-4 0 6 16,4 0-4-16,-2-1-1 16,-4-3 0-16,4-1-4 0,-6-1-2 15,1-1 0 1,-2-1-2-16,0 1 2 15,-3 0-2-15,-1-1 1 16,4 1 1-16,-5-1-1 0,0 4 3 16,1-2 4-1,0 3 0-15,-3-3 0 16,2 2-2-16,0 3-1 16,0-1-1-16,0-3-2 0,-2 3-3 15,0-3 2-15,0-3 0 16,-2-1 0-1,-2-4 1-15,0 0 0 0,2-5 0 16,-2-1-2-16,0 0-1 16,0 0 0-16,0 0 2 15,0 0 1-15,0 0-2 16,-8 0-3-16,-12 0-30 16,-5-1-103-16,-5-3-170 15</inkml:trace>
  <inkml:trace contextRef="#ctx0" brushRef="#br3" timeOffset="-135490.74">13049 15381 436 0,'0'-6'84'0,"-5"0"-1"15,2 3-5-15,0 0-23 16,1 3-2-16,-2 0 2 0,4 0-13 16,-2 3-18-1,2 10-3-15,-3 5 6 16,3 1 1-16,0 6-10 15,0 4-6-15,0 6 2 0,5 1 4 16,1 7 7 0,3 0-8-16,-3-4-1 15,-1-7-4-15,1-3-5 16,-1-8-4-16,3-7-2 16,-4-5-1-16,-1-6 1 0,-1 0-1 15,-2-3 1 1,2 0 2-16,-2 0-4 0,0 0-16 15,0 0-59 1,0-6-60-16,0-9-28 0,0-5-130 16</inkml:trace>
  <inkml:trace contextRef="#ctx0" brushRef="#br3" timeOffset="-134844.99">12995 15385 561 0,'0'0'66'0,"0"0"-22"16,0 0-8-16,0 0-2 0,0 0-16 15,63-74-8 1,-37 62-2-16,2 3-3 0,-7 5 1 16,-2 4-1-1,-5 0-2-15,0 10 1 16,-8 15 3-16,-1 4-2 0,-2 4 3 16,-3 0 7-1,0 0 5-15,0-2-9 0,-3-3-1 16,-8-3-4-1,-1-4-2-15,2-2-1 0,2-6 1 16,2-6-4 0,4-7 1-16,2 0-3 15,0 0 2-15,0-9 3 0,12-4-5 16,2-1 3-16,2 3 2 16,0 2-3-16,1 5 1 15,0 0 0-15,-2 4-1 16,0 0 0-16,-4 0 1 15,2 20 1 1,-6 8 0-16,-5 6-1 0,-2 7 2 16,0-2 1-1,0-3-3-15,0-4 0 0,-11-5 0 16,-4-8 2 0,-3-1 11-16,-1-7 15 0,-5-4-1 15,-2 1-8 1,0-3 3-16,1-3 0 0,-1 1-2 15,3-3-10-15,1 0-3 16,9 0-1-16,0 0-4 16,11 0-2-16,2-7-4 15,0-8-21-15,13 1-194 0,4 0-498 16</inkml:trace>
  <inkml:trace contextRef="#ctx0" brushRef="#br3" timeOffset="-120658.91">15382 7722 464 0,'-22'-19'1'16,"6"-2"1"-16,0-4-3 15,-2-3 0-15,-1-1 0 16,-2-2 7-16,-5-7-1 15,0-5 1-15,-2-7-3 16,0-10-2-16,-7-8-1 0,1-11 4 16,-7-13 2-1,-13-9 3-15,-8-6 13 16,-11-10-4-16,-9-6-5 16,-8-5-6-16,1-6 0 15,3 2 4-15,7 1 0 16,6-3 13-16,8 6-6 15,4-1-6-15,6-1-5 0,-1 7-2 16,-2-4 0 0,-2 5-5-16,-7-2 6 15,-1 3-3-15,-6-4 1 0,-3-5 4 16,1-3 3 0,2 0-2-16,4-3-1 0,8 4 2 15,6 3-6 1,7 11-2-16,8 10 1 0,4 11-2 15,8 11 2 1,10 14-1-16,7 10 2 0,10 8 2 16,2 6-5-16,10 4-1 15,25 0-1-15,16 1-1 16,16-3 0-16,19-5 1 16,11-5 0-16,14-1 1 15,15-4 2-15,9-6-5 16,14 0 4-16,10-5-1 15,10 0 0-15,12 0 0 16,4-6 0-16,4 0 1 16,4 3 1-16,0 1-4 15,5 4 1-15,-4 6 2 16,-1 6-3-16,3 6-1 16,-2 5 6-16,-3 5-3 15,3 1 0-15,1 5 1 16,2-1 1-16,-4 2-3 15,2 3 2-15,0 1-2 16,-6 1 0-16,-2 1 1 16,-2 2-2-16,-2 2 3 0,-2 1-1 15,-2 5 0-15,6 2 0 16,0-1 1-16,10 5 1 16,5-2-3-1,9 1 2-15,4-4-2 0,0 0 1 16,0-1 0-1,0 2 0-15,-6 3-1 0,-7 6 1 16,-7-1 1-16,-1 7-1 16,-9 2 1-1,-3-4 0-15,-5 2-1 16,-5-2-3-16,-7-1 3 0,-2-1-1 16,-8-2 1-16,-8 4 0 15,-10 1 0-15,-8 3 0 16,-11 0 0-16,-8 0 1 15,-9 1-2-15,-7 13 2 16,-1 1-3-16,-5 3 3 16,-1 6-2-1,3 1 2-15,3 6 0 0,0 5-1 16,-1 5 0 0,-2 7-2-16,-3 6 0 0,-8 5 1 15,-7 5 0-15,-4 7 2 16,-9 0-1-16,-3 7 0 15,-2 5 0-15,-7 2 1 16,0-2-1-16,-4 1 2 16,-1-1-4-16,-2-1 4 15,0-3 0-15,3-3-3 0,-1 6 2 16,7 2 0 0,4 0-1-16,4 4 1 0,1-1 1 15,1-1-3 1,-3-4 2-16,-2-2 0 15,-8-4-1-15,-3-4 2 16,-4-1-1-16,-3 3-2 16,-1 3 1-16,-1 4 1 15,-2 6 1-15,-4 4-1 0,-5 2-1 16,-3 2 0-16,-8 0 3 16,-6-3-2-16,-4-2 0 15,0-5 1 1,0-5-3-16,-12-11 3 15,-10-3-2-15,-6-6 4 0,-7-2-3 16,-1-4 2 0,-5 0 0-16,-4-1-3 0,-4-3 1 15,-5-7-1 1,-4-6 0-16,-7-3 1 0,-9-4-2 16,-7 0 2-16,-11-1-1 15,-7 2 3-15,-5 6-3 16,-3 4 0-16,-3 3 3 15,5 6 4-15,1 3 2 16,3-1-6 0,-2 2-3-16,-1-1-1 0,3-7 0 15,3-2-2-15,-3 1-1 16,3-2 2-16,1 1-1 16,0 3 2-16,3 2 4 15,-3 4-3-15,-1 4-2 16,-1 1 2-16,-5 2-1 15,-1-2 0-15,1-6-1 16,3-2 1-16,2-7 1 16,5 1 0-16,1-1 2 15,5 2-1-15,-5 0-1 0,1 5 1 16,-5 3-1-16,-1-4 1 16,-11 1-2-1,-3 0-1-15,-5 0-2 16,-8 3 1-16,-7 7 2 0,-1 2 0 15,0 6 3 1,-1 0 0-16,-3 0-1 16,0-3 0-16,0-3-2 15,0-2 0-15,-3-1 1 16,-3-5-3-16,8 0 1 0,0-1 1 16,-1-2 1-16,-1-1 0 15,-4-1 1-15,-3-6-1 0,0-1-3 16,-6-2 3-1,-3-10-1-15,-2-5 2 16,-6-10-2-16,4-8 1 16,-1-2-1-16,5-5 2 15,5 0 2-15,6 0-1 16,9 0 0-16,-1-6-1 16,-1 6-1-16,-3 0 0 15,-6 0 2-15,-1 0-2 16,-1 0-2-16,7 0 3 0,5 0-3 15,10 0 2 1,5 0 7-16,11-6 0 0,3-7-3 16,8 0-2-1,3-4 7-15,3 2 12 0,3-2-16 16,6-2-1 0,2-3-3-16,7 1-2 0,9-4 4 15,1 1-2-15,9-1-1 16,10-2 0-1,-2-1-10-15,-3-6-195 0</inkml:trace>
  <inkml:trace contextRef="#ctx0" brushRef="#br3" timeOffset="-118823.59">9138 6069 101 0,'0'0'22'16,"0"0"9"-16,0 0 5 0,0 0-14 15,0 0 3-15,0 0 14 16,0-2 5-1,0 0 11-15,0 2-11 0,0 0-11 16,0 0-9 0,0 0-12-16,0 0-6 15,0 0-2-15,0 0-5 0,0 0 1 16,0 0 2-16,0 0-16 16,4 0-63-16,2 0-135 15</inkml:trace>
  <inkml:trace contextRef="#ctx0" brushRef="#br3" timeOffset="-117991.7">9269 6551 351 0,'0'0'27'15,"0"0"29"-15,0 0 1 0,0 0-14 16,0 0-11-1,-5-38-9-15,8 35-7 0,9 3-5 16,6 0-2-16,6 0 1 0,2 0 2 31,2 0-1-31,1 6-1 0,6 10-2 0,4-1 1 16,-1 6-5 0,6 8 3-16,-4 2-1 15,3 7-4-15,3 5 4 16,-8 4 1-16,3 6 1 15,-5 3-5-15,-1 4 1 16,-5 3-1-16,1 5-1 16,-6 6-1-16,-2 3 3 15,-3 4-1-15,-3 5 0 16,-4-5-2-16,-2 2 3 16,-7-2 8-16,-2-3-5 15,-2 2 1-15,0-1-3 16,0 6 0-16,-10 4-2 15,-6 3-1-15,-7-3 0 16,-1 1-1-16,-4-4 1 16,0-11 2-16,0-5 0 0,2-10 5 15,3-6 0 1,1-9 0-16,7-7 2 0,2-5-1 16,3-2-3-16,-2-6-1 15,4-4-1 1,4-7-2-16,0-4-1 0,2-3 1 15,2-3-2 1,0-4 0-16,0 0 1 16,0-6-3-16,0-15-29 15,0 0-83-15,0-4-152 16</inkml:trace>
  <inkml:trace contextRef="#ctx0" brushRef="#br3" timeOffset="-117446.22">9516 8431 265 0,'0'0'42'0,"0"0"6"16,0 0 17-1,0 0-3-15,22 37-11 0,-14-12-16 16,3 0-7-1,2 8 7-15,2 6-17 16,0 2 3-16,4 4-7 16,1 4-5-16,1-2 5 15,-4-3 1-15,3-7 6 16,-2-8 7-16,-4-8-3 0,-1-9-11 16,-2-5-1-16,4-4-6 15,-2-3 1-15,10 0-2 16,3-16 5-16,10-11-4 15,6-6-3 1,-2 0-1-16,1-2 0 0,-8 10-2 16,-6 1 0-16,-7 13 0 15,-4 6-2-15,-6 5 0 16,-2 0 0-16,1 0 1 0,-2 0 0 16,-3 0-48-1,-4 0-271-15</inkml:trace>
  <inkml:trace contextRef="#ctx0" brushRef="#br3" timeOffset="-116764.31">10512 6948 460 0,'0'0'70'0,"0"0"11"15,0 0-19-15,0 0-25 0,-8 0-18 16,8 12-8-1,0 16 0-15,17 13 21 0,2 14 3 16,7 10-3 0,4 11-3-16,2 6-5 15,5 2 2-15,-2 0-10 16,-3-9 6-16,-5-9-3 0,-3-12-8 16,-6-16-4-1,-6-8-4-15,-5-15 3 16,-2-5-7-16,-5-10 1 0,0 0 2 15,-8-23-10 1,-12-14-177-16,-8-9-170 0</inkml:trace>
  <inkml:trace contextRef="#ctx0" brushRef="#br3" timeOffset="-116446.52">10480 7079 475 0,'0'0'22'0,"0"0"-16"0,0 0 1 16,0 0 4-16,0 0 4 16,130-44-6-16,-88 38-2 0,-3 6-6 15,-3 0 1 1,-8 7-1-16,-8 17 0 0,-10 4 1 15,-6 4 12 1,-4 5 29-16,0 0 3 0,-14 0-19 16,-2-2-6-16,-5-1-11 15,4-5-3 1,4-8-6-16,5-10 1 0,8-5-4 16,0-6-22-1,0-3-287-15</inkml:trace>
  <inkml:trace contextRef="#ctx0" brushRef="#br3" timeOffset="-115710.04">11108 7560 374 0,'0'0'5'0,"0"0"8"15,0 0 14 1,0 0 9-16,0 0-6 0,80-66 1 16,-80 37 9-1,0-2-2-15,-3-6 1 16,-17 4 15-16,-6-2 6 16,-2 6-17-16,0 7-12 15,6 0-17-15,3 8-3 0,8 4-4 16,6 5 0-16,3 3-4 15,2-2-2-15,0-2-4 16,4-3-3-16,22-5 2 16,3-4 3-16,5-1 1 15,2 0-1-15,-4 3 0 16,-8 7 1-16,-10 1 0 16,-6 6 0-16,-4 0-1 0,-2 2 0 15,0 0-1 1,5 0-1-16,2 18 3 15,6 10 1-15,4 11 2 16,4 9-3-16,3 6 2 0,0 4-2 16,-2-5 1-1,0-4-1-15,-1-13 0 0,-1-9 0 16,-3-11 1-16,2-12-1 16,1-4 0-1,2-2 0-15,-4-21 2 16,1-10 0-16,-6-2 0 15,-7-6-1-15,-5 0 0 16,-3 0 3-16,0 2 0 16,-3 1 4-16,-7 8 27 15,1 6 12-15,2 7-14 0,3 7-5 16,0 6 2 0,2 0 4-16,2 4-7 15,0 0-15-15,0 8-11 16,0 17-9-16,8 12 8 0,8 9 1 15,5 2-1-15,5 2 1 16,-5-6-1-16,-2-9 1 16,-1-10-1-16,0-9-1 15,-8-13 0-15,2-3-6 16,-4-6-76-16,-6-26-61 0,-2-17-110 31</inkml:trace>
  <inkml:trace contextRef="#ctx0" brushRef="#br3" timeOffset="-115559.04">11416 6880 609 0,'0'0'71'16,"0"0"-26"-16,0 0-24 16,0 0-17-16,-24-29-11 15,24 29-111-15,0 12-298 16</inkml:trace>
  <inkml:trace contextRef="#ctx0" brushRef="#br3" timeOffset="-114889.45">11659 7159 576 0,'0'0'9'16,"0"0"18"0,0 0-11-16,0 0-10 0,0 0-6 15,0 0 5-15,103 9 3 16,-81 29-1 0,-3 0 3-16,-4 1 7 0,-4-5 4 15,-7-4 7-15,0-7-1 16,-1-8-6-16,-3-7-3 15,0-6-5-15,0-2-2 16,0 0 9-16,0-16 13 16,0-13-20-16,-11-4-10 0,3-6 1 15,-1-7-1 1,2 4 0-16,5 3 1 16,2 6-4-16,0 8 1 15,0 10-3-15,2 11 0 16,14 4-1-16,-2 10-5 15,6 19 7-15,-2 5 2 16,-2 5 2-16,0-6-2 16,-6-3-1-16,1-10 1 15,-6-6-1-15,-1-9 0 16,-2-1 0-16,-2-4 1 16,0 0 4-16,0-9 3 15,0-16-3-15,0-9-3 16,0-10-3-16,0-2 0 0,0 1 1 15,0 6-1 1,0 11 2-16,0 9-2 16,0 8 2-16,2 11-3 0,6 0-4 15,5 11-3-15,0 15 8 16,4 11 2-16,0 8 1 16,-1 1-1-1,-1-1 0-15,-5-6 0 0,1-6-1 16,-4-10 0-1,-1-10 1-15,0-12-2 0,-6-1-45 16,0-12-157-16,0-29-235 16</inkml:trace>
  <inkml:trace contextRef="#ctx0" brushRef="#br3" timeOffset="-114690.67">12004 6710 686 0,'0'0'11'15,"0"0"-10"-15,0 0-10 16,0 0 20-16,2 103-9 16,-1-59-7-16,-1-4-172 15</inkml:trace>
  <inkml:trace contextRef="#ctx0" brushRef="#br3" timeOffset="-114146.36">12587 6713 430 0,'0'0'14'16,"0"0"41"-16,0 0 25 15,0 0-16-15,-65 97-32 16,56-73-9-16,1-1-9 16,5-8-6-16,3-1-7 0,0-8-2 15,0-1 0 1,20-2 1-16,3-3 6 0,7 0-2 15,2 0-1 1,4 0 1-16,-2 0 0 0,-6 9-3 16,-8 9-1-1,-6 12 0-15,-5 7 4 16,-7 10 1-16,-2 3 17 0,0 1 13 16,0-1-5-1,-8-7-16-15,-6-4-9 16,-3-7-3-16,-2-6 0 15,-7-2-3-15,-7-13-46 16,-3-8-417-16</inkml:trace>
  <inkml:trace contextRef="#ctx0" brushRef="#br4" timeOffset="-103326.14">15915 10650 426 0,'-8'0'10'0,"1"0"27"16,2 0-1-16,5 0-22 15,0 19-7-15,0 8 7 16,0 9 10-16,0 7 14 16,0 4 18-16,0 1-11 0,0 1-7 15,0 0-2 1,0-5-10-16,0-5-13 16,0-1-5-16,0-9-4 15,0-4 1-15,0-9-4 0,0-7-1 16,0-3 1-1,0-6-1-15,0 0 3 0,0-6 4 16,3-20 4 0,-1-9 6-16,3-10 0 15,-5-11-10-15,2-4-2 0,-2 0-1 16,2 3-2 0,0 4 0-16,-2 9 1 15,2 6-2-15,0 7 0 16,0 4 3-16,0 6 5 15,5 3-1-15,-3 7 2 16,1-1-4-16,-1 6-3 0,-2 2-3 16,6 4 0-1,1 0-1-15,0 0 2 0,4 18 3 16,4 5 11 0,0 8 10-16,3 8 0 15,-2 1-3-15,2 2-9 0,4 5-1 16,-3-4-6-1,5-3-3-15,-2-2-1 0,-2-10 0 16,-4 0-1 0,2-10 0-16,-7-5-1 0,-2-4 0 15,-5-5 0-15,-2-4 0 16,-4 0-35-16,0 0-136 16,-2-4-99-16</inkml:trace>
  <inkml:trace contextRef="#ctx0" brushRef="#br4" timeOffset="-103061.08">15900 10981 436 0,'0'0'27'16,"0"0"8"-16,0 0-1 0,0 0-2 15,94-85-7 1,-50 63-7-16,-4 1-8 16,4 1-8-16,-6 3-1 0,-7 5-1 15,-13 2-33 1,-10 3-310-16</inkml:trace>
  <inkml:trace contextRef="#ctx0" brushRef="#br4" timeOffset="-102376.75">15926 10258 433 0,'0'0'39'0,"0"0"17"16,-127 8-2-16,86 13-4 0,5 4-4 15,0 9-10-15,4 10 3 16,2 10-8-16,5 6-2 16,1 8-5-1,7 2 2-15,2 3-3 0,11 1-2 16,4-1-4-1,0 5-7-15,26 1-5 0,12 0-3 16,9-1 1 0,13-4-1-16,7-6 0 0,5-14-2 15,5-10 0 1,5-17 3-16,0-13-4 16,-3-12 3-16,-1-2 0 0,-3-17-3 15,-7-15-1 1,-5-9-5-16,-9-7-2 0,-7-8 5 15,-2-6 6-15,-11-11 1 16,-3-6-2-16,-5-3-1 16,-9-1 3-16,-11 1-2 0,-6-1 4 15,0 8 0 1,-17-1 4-16,-17 6 7 0,-11 8 4 16,-9 5 0-1,-7 10-6-15,-1 12-5 0,-2 16-7 16,1 11-1-1,7 8-4-15,6 2-1 16,10 17-8-16,7-1-179 16,12-5-638-16</inkml:trace>
  <inkml:trace contextRef="#ctx0" brushRef="#br4" timeOffset="-101414.42">19829 10239 455 0,'0'0'86'0,"0"0"20"0,0 0-26 16,-13-27-13-16,13 27-19 16,0 0-20-16,-3 0-11 0,3 0-8 15,0 21-5 1,0 8 11-16,0 14 12 0,0 9 20 15,0 10-10 1,0 1-8-16,8 2-6 0,0-3-9 16,-4-8-5-16,4-8-4 15,-2-9-2 1,-2-8-1-16,0-10 0 16,-2-5-2-16,0-8 1 15,-2-6-1-15,0 0 0 16,0-20-113-16,0-12-137 15,0-9-353-15</inkml:trace>
  <inkml:trace contextRef="#ctx0" brushRef="#br4" timeOffset="-100895.77">19758 10257 580 0,'0'0'6'0,"0"0"14"0,0 0-2 16,0 0-8-16,0 0-3 15,121-82-4-15,-81 82-1 16,3 0-1-16,-11 1 0 16,-8 22-1-16,-14 7 1 15,-10 9 2-15,0 4 5 0,-12 3 2 16,-14-3 7-16,2-3 4 15,3-5 1-15,6-10-6 16,2-7-4 0,9-8-7-16,2-5-4 15,2-1 0-15,0-4-3 0,0 2-1 16,4-2 3 0,13 0 4-16,9 0-4 15,2 0 3-15,4 0-1 16,-2 0 0-16,0 0-2 15,-6 8 0-15,-2 7 0 16,-9 3 2-16,-7 3-2 0,-6 2 3 16,0 4-1-1,-8 3 1-15,-16 2 1 0,-2 1 2 16,0-4 1 0,1 0 0-16,-1-9-4 15,4-5-2-15,5-7 0 0,4-6 0 16,-2-2 0-1,8-2-40-15,3-19-156 0,4-11-235 16</inkml:trace>
  <inkml:trace contextRef="#ctx0" brushRef="#br4" timeOffset="-100327.27">19969 9980 528 0,'0'0'29'16,"0"0"45"-16,-142-12-6 15,94 12-20-15,-1 12-2 0,3 15-4 16,4 12-11-1,-2 8-1-15,8 6 3 16,1 5-5-16,9 12-9 16,6 7-7-16,4 9-3 15,12 5-4-15,4 9 2 16,0 4-3-16,22-3 2 16,12-6-1-16,15-11-4 0,7-13 0 15,16-15-1 1,5-21 0-16,7-12 3 0,2-15-3 15,-7-8 2-15,1-6 0 16,-9-19-5-16,-9-12-1 16,-6-7-1-1,-4-6-8-15,-7-11 5 0,-4-6 1 16,-4-7 5-16,-7 2 3 16,-7-3-4-16,-12 3 5 15,-6 7 0-15,-5 1 2 16,-5 3 1-16,-23 4 3 15,-13 0 6-15,-6 3 0 16,-7 0 3-16,-4 1-5 16,-7 8-6-1,3 8-3-15,0 11-3 0,-1 13-1 0,9 13-4 16,1 4-26 0,10 25-171-16,4 8-564 0</inkml:trace>
  <inkml:trace contextRef="#ctx0" brushRef="#br4" timeOffset="-98660.85">16432 13675 617 0,'0'0'4'0,"0"0"-21"0,0 23 23 16,2-9-4-16,2-2-2 16,4 0 0-16,-1-3 2 15,4-3-2-15,-3-6 1 16,-1 0 0-16,1 0 0 15,-3 0 3-15,1-6 1 16,-4-6-2-16,-2 6 2 16,0-3-3-16,0 3 6 15,0 4 0-15,0-1 1 16,0 3-1-16,0-3 9 0,0 3-7 16,0 0-8-1,0 0-3-15,0 0-1 0,0 0 0 16,0 0 1-1,0 0 1-15,0 0-1 16,0 0 0-16,7 0 0 16,1-3 7-16,1-7 1 15,-5-6 1-15,5-1 1 16,-7 0-3-16,-2-1 2 16,0-2 5-16,0 8 23 0,-17 4 3 15,-5 5-11-15,-2 3-14 16,1 0-7-16,-2 17 1 15,1 13-6 1,0 7 2-16,6 6 1 0,6 1 3 16,3 1 6-1,9-7-6-15,0-3-6 0,19-10-4 16,13-7 4 0,12-7-1-16,3-7 2 0,3-4-2 15,0 0-2-15,-4-13-46 16,-11-7-99-16,-9-3-172 15</inkml:trace>
  <inkml:trace contextRef="#ctx0" brushRef="#br4" timeOffset="-98196.25">16364 13369 553 0,'0'0'7'0,"0"0"16"15,-139 0 44-15,93 24-18 0,6 10-12 16,3 13-11-16,9 6-4 16,6 6 2-1,12 7-4-15,10 8-5 16,0 5-1-16,20 5-3 15,16 4 3-15,16 0-2 16,10-7-5-16,11-9 0 16,6-17-3-16,5-17-1 0,7-17-3 15,-5-19 0 1,-2-2 3-16,-11-18-2 0,-8-21-8 16,-13-9-2-1,-14-12-14-15,-10-10 12 0,-13-11 10 16,-10-8 1-16,-5-10 2 15,-2-1 2-15,-28 1-1 16,-14 8 0-16,-10 10-3 16,-11 15 7-16,-9 21-3 15,-9 18-1 1,7 15-2-16,4 12-3 0,17 0 0 0,17 0-9 31,22 5-186-31</inkml:trace>
  <inkml:trace contextRef="#ctx0" brushRef="#br4" timeOffset="-97226.2">20354 13505 624 0,'0'0'96'16,"0"0"4"-16,0 0-5 0,-20-8-32 15,20 8-32-15,-2 0-17 16,2 19-9-16,0 12 11 16,0 8 7-16,4 10-2 0,10-1-5 15,2 2-6 1,0 0-1-16,-4-6-3 15,2-7-2-15,-6-11-1 16,-2-7-2-16,-1-9-2 0,2-10 1 16,-5 0-15-1,-2-16-114-15,0-16-132 16,0-11-413-16</inkml:trace>
  <inkml:trace contextRef="#ctx0" brushRef="#br4" timeOffset="-96929.05">20217 13404 469 0,'0'0'23'0,"0"0"16"0,0 0-6 16,0 0-1-16,137 10 5 15,-89 12-9-15,-4 3-6 16,-3 0-14-16,-7 3-2 15,-8-1-3-15,-6 7 1 16,-12 0 8-16,-6 7 29 16,-2-2 4-1,0 2-12-15,-6 0-9 16,-16-3-7-16,-1-1-11 16,-7 0-4-16,0-2 0 0,-2-6-4 15,-2-6-1 1,2-11-106-16,7-12-236 0</inkml:trace>
  <inkml:trace contextRef="#ctx0" brushRef="#br4" timeOffset="-96316.54">20408 13174 377 0,'0'0'57'0,"0"0"40"15,0 0-22-15,-136-41-15 16,97 41-16-16,-1 0-7 15,1 22-6-15,0 9 3 0,2 5-3 16,3 14-12 0,6 6-4-16,2 9-1 15,11 7 3-15,6 2-1 16,9 5-5-16,0 1-1 16,26 5-1-16,14-7-3 15,4 2-1-15,8-10 0 0,3-7-2 16,9-15-3-16,-2-11 0 15,-3-13 1-15,5-13-1 16,-7-11 1 0,-5 0 0-16,-4-17-1 0,-8-8 1 15,-1-11 1-15,-5 0-1 16,-2-7 0 0,-2-5 1-16,-4-6-1 0,3-7-4 15,-10-2 8-15,-6-3-5 16,-5 0 1-16,-8 5 3 15,0 2 0-15,-4 8-1 16,-19 2 5-16,-5 8 8 16,-4 0 16-16,-4 7-11 15,0 0-9-15,0 3-3 16,-1 8-7-16,-1 8-2 16,-2 11 0-16,0 4-6 0,1 14-18 15,1 14-109 1,0 2-245-16</inkml:trace>
  <inkml:trace contextRef="#ctx0" brushRef="#br4" timeOffset="-95356.05">22615 11424 536 0,'-4'-2'76'0,"2"2"-6"15,2 0-41-15,0 0-28 16,0 8 2 0,0 15 11-16,11 7 11 15,-3 6 13-15,-4 4 12 16,1 7-10-16,-5 0-1 0,0-1-9 16,0 0-2-1,0-5-10-15,0-2-7 16,0-6-4-16,0-7-6 15,0-2 1-15,0-7-4 0,0-5 5 16,0-6-3 0,2-6-10-16,0 0-158 0,0-25-163 15</inkml:trace>
  <inkml:trace contextRef="#ctx0" brushRef="#br4" timeOffset="-95026.14">22594 11465 391 0,'0'0'54'16,"0"0"-11"-16,0 0 29 16,0 0-18-16,0 0-29 15,10-20-18-15,21 8 1 0,3 1 1 16,7-4-1 0,-2 3-5-16,-1 4-1 15,-8 4-1-15,-6 4-2 16,-9 0 0-16,-9 12-12 0,-6 9-62 15,0 8-86 1,0-3-158-16</inkml:trace>
  <inkml:trace contextRef="#ctx0" brushRef="#br4" timeOffset="-94767.08">22630 11812 418 0,'0'0'20'0,"0"0"12"16,0 0 6-16,0 0 6 16,0 0-10-16,101-41-15 15,-67 29-11-15,1 0-6 16,-5 4-1-16,-4 5 0 15,-6 3-2-15,-8 0-4 16,-10 0-80-16,-2 6-81 0</inkml:trace>
  <inkml:trace contextRef="#ctx0" brushRef="#br4" timeOffset="-94509.6">22697 12032 387 0,'0'0'29'16,"0"0"-15"-16,0 0 12 0,0 0 11 16,0 0 1-1,0 0-7-15,99-4-10 0,-54-12-16 16,0 3-2-1,-3-3-1-15,-10 1-5 0,-11 1-123 16,-10-1-264-16</inkml:trace>
  <inkml:trace contextRef="#ctx0" brushRef="#br4" timeOffset="-93746.66">22811 11083 335 0,'0'0'13'0,"0"0"29"16,-151 0 32-16,100 10-18 16,4 13-30-16,1 8 1 0,1 8-6 15,-5 6 11-15,2 11 1 16,0 5-5-16,3 7-1 16,1 8 2-1,8 1-3-15,8 4-10 0,10 3-3 16,14 3-1-16,4 2 1 15,12 0-4-15,26 2 0 16,16 0-1-16,10-8 1 16,13-7-5-1,12-10 1-15,1-14-4 0,7-13-2 16,2-17 3-16,0-13-2 16,0-9 4-16,-4-12-2 15,-3-19-1-15,-8-14-3 0,-7-6 3 16,-10-10 0-1,-5-9-1-15,-10-5 0 0,-9-8 3 16,-10-6-1 0,-10-3-3-16,-12-1 6 15,-11-3-1-15,0 5 1 0,-21-2 2 16,-18 6-2 0,-9 6 5-16,-12 3 14 15,-4 12-1-15,-7 6-9 16,-5 16-6-16,-1 12-8 15,-1 17 0-15,3 15-3 16,5 10-7-16,0 30-39 0,1 14-65 16,7 6-295-1</inkml:trace>
  <inkml:trace contextRef="#ctx0" brushRef="#br4" timeOffset="-90093.67">11715 8985 295 0,'3'-14'49'0,"1"0"13"16,2-3-2-16,2-1-5 0,6 3-21 15,-4 0-6 1,8-1 0-16,-1 4-6 0,-2 6-5 15,2 5-4 1,3 1-1-16,-2 0-2 16,4 6 2-16,2 9-1 15,4 6 4-15,-2 5-1 16,2 5-4-16,-3 1 1 0,-1 4-2 16,0 2 3-1,-4-1 3-15,-6-3-2 16,-1 1 0-16,-4-6-3 0,-1-2 0 15,-1-7-7 1,-1-4-1-16,-1-1-1 16,-3-8 0-16,0-1-1 0,0-4 1 15,-2-2-1-15,0 0-65 16,-2-19-271-16</inkml:trace>
  <inkml:trace contextRef="#ctx0" brushRef="#br4" timeOffset="-89596.07">11905 9176 493 0,'0'0'46'0,"0"0"-32"16,0 0-3-16,0 0 10 15,0 0 6-15,53 0 3 0,-31 0-2 16,-3 10-7-16,0 7-1 15,1 5 3-15,0 4 0 16,-4-2-7 0,2 0-5-16,-4-5-3 15,2-5-3-15,-6-5-2 0,1-3 2 16,-4-3 1 0,-1-3 0-16,3 0 3 0,-1 0 2 15,1-18 7-15,6-7 3 16,0-13-3-16,4-5-13 15,1-3-1-15,-6-1-2 16,4 11 0 0,-10 8-2-16,0 15 0 0,-8 8 0 15,0 5-6-15,0 9-25 16,0 12-149-16,-8-3-358 16</inkml:trace>
  <inkml:trace contextRef="#ctx0" brushRef="#br4" timeOffset="-85966.59">11057 11747 104 0,'0'0'50'0,"0"0"-5"0,0 0-7 15,0 0 5-15,0 0-2 16,0 0-9-16,0 0 8 15,0 0 6-15,0 0 5 16,0 0-17-16,0 0-11 16,0 0-7-16,2 0 1 15,4 0 18-15,1 0 0 16,-1 4-2-16,1 2-9 16,-1-1-3-16,3 1 1 0,-1 0-1 15,1 0-3 1,1 0-3-16,4-1-1 15,0 1 2-15,0 0 1 0,5 3 0 16,-2-2-1-16,3 0 1 16,1 1-3-16,1-1 0 15,-1 3-2 1,0 1-2-16,3-4-3 16,2 5-2-16,2-4 0 15,2 1 2-15,2-1-5 16,-1-2 0-16,-1-2 0 15,0-2 2-15,-2-1-2 0,0 2-1 16,-5-2 0 0,3 4-1-16,-2-5 1 15,2 3-1-15,2-1 1 0,0-2 0 16,2 0-1-16,2 0 1 16,2 0 1-16,1 0 0 15,-3-10 1 1,0-1-1-16,1 3 1 0,-6-2-1 15,-1 3-2-15,-7 1 0 16,1 0 2-16,0-3-1 16,-3 2 1-16,-2-2 1 15,0-1-4 1,-4-2 8-16,2 5-2 0,-1-2-1 16,-5-2-1-16,3 1 1 15,-1-1-3-15,-2-1 0 0,6-3 1 16,-5 1 4-16,4-3-5 15,0 0 2 1,-2 3-1-16,1 1 2 16,-2 3-3-16,-3 0 5 15,-1 2 1-15,0-3-2 16,1 3 5-16,-2-2 0 16,-2-2-3-16,2-1-1 15,-2 4 1-15,1-2-1 16,-3 4 0-16,0 2 7 15,0 3-4-15,0-1 1 16,0 3-7-16,0 0-2 16,0 0-1-16,0 0-2 15,0 0-5-15,0 3-24 0,-9 10-67 16,-6-5-69-16,-2-1-66 16,-1-4-243-16</inkml:trace>
  <inkml:trace contextRef="#ctx0" brushRef="#br4" timeOffset="-85245.15">12018 11699 563 0,'0'0'71'0,"0"0"10"15,0 0-22-15,0 0-26 0,-11 0-19 16,11 0-12-1,0-4-4-15,9 0 1 0,13-2 4 16,4-3 4 0,2-1 2-16,2-2-5 0,-4-1 0 15,-3-2-1 1,1 4-2-16,-4-3 3 16,-2 2-2-16,0-1-2 0,-1 2-1 15,-2 4 2 1,0-1-1-16,-6 2 0 0,-5 2 0 15,-2 3 3 1,0 1 23-16,0 0 17 16,-2 0-11-16,3 0-11 15,2 0-16-15,3 0-2 16,-4 0 3-16,2 0-3 0,5 4 2 16,-2 4 0-16,-1 5 0 15,1-1 2 1,1 6-2-16,0 3 0 0,0 3 0 15,-2 7 3-15,2-2-1 16,0 4-4 0,-4-3 0-16,3-1 2 0,-3-4 0 15,1-7-4-15,-5-6 3 16,0-2-3-16,-2-7 1 16,0 0 0-16,0-1 0 15,0-2 2-15,2 0-1 16,-2 0 3-16,0 0-2 0,0 0-1 15,0 0 1 1,0 0 0-16,0 0-1 16,0 0-3-16,0 0-11 15,-14-11-229-15</inkml:trace>
  <inkml:trace contextRef="#ctx0" brushRef="#br4" timeOffset="-81808.97">7013 11000 190 0,'0'-6'34'0,"0"5"19"15,-5-3 9-15,-3 2-16 16,2 2-5-16,-4-3-22 0,-1 3 8 15,-6 0-1 1,-4 0-18-16,3 0-2 0,-6 5 0 16,0 5 2-1,1-6 8-15,4 5 2 0,1-3 8 16,1-3-5-16,1 4-1 16,2-1-8-1,-3 4-6-15,2 3-2 0,-5 2 3 16,3 2-1-16,-2 4 2 15,-1 2-2-15,2 1 0 16,-2 1 9-16,2 2 4 16,-1 1-2-1,6-1-2-15,-2-2-4 0,4 0 6 0,5 0-4 16,1-2-4 0,3 2-2-16,2 0-3 15,0 5 0-15,0 2 0 16,0 8 3-16,0-3 0 15,7 6 8-15,6-2 5 16,-2 2 2-16,6-4-4 16,6-5-7-16,3 1-4 15,2-5-2-15,4 0-2 16,3 0 3-16,4 0-4 0,-2-3 1 16,5-2-1-1,1 0-1-15,0-3 3 0,7-9-4 16,-3 1 1-1,1-6 2-15,1-2-1 16,-3-6-1-16,-2 0 1 16,0 0-1-16,-1-6-3 15,-6-12 2-15,2 1 6 16,-1-6-4-16,-4-1 0 16,0-1-5-16,-5-2 5 0,-6-1 0 15,-2 1 2 1,-1-3 0-16,-3-2-3 0,-5-2-1 15,-3-3 4 1,-2 1-1-16,-7-2-2 0,0 0 2 16,0 1 1-16,-2-4-1 15,-12-1-3-15,2-2 2 16,-5-1 0 0,-1 1-1-16,0-2 2 0,-8 4 0 15,0 5 0 1,-9 1 9-16,-3 5 2 0,-4 0 1 15,-2 5-2-15,-6 3-3 16,3-1-2-16,1 7-2 16,-1 1-4-16,-2 4-1 15,2 7 1-15,-3 5-3 16,-2 2-1-16,5 29-2 16,-1 16-12-16,6 8-92 15,3 2-236-15</inkml:trace>
  <inkml:trace contextRef="#ctx0" brushRef="#br4" timeOffset="-73544.09">16784 10833 295 0,'0'0'23'16,"0"0"-4"-16,0 0 22 0,0-5 8 15,2 1-20-15,0 2-13 16,0-2-2 0,-2 4 13-16,0 0 19 15,0 0-16-15,0 0 0 0,0 0 0 16,0-2-6-16,0 2-5 16,0 0-1-16,0 0-7 0,0 0-2 15,3 0-3 1,-3 0 1-16,7 0 0 0,-1 0 5 15,4 0 17 1,4 0 10-16,0-2-9 16,4-2-5-16,-3 2-5 0,4-2-6 15,0-1 1 1,-3 0-3-16,2 4-3 16,0-5-3-16,0 1 1 15,3 2 0-15,3-1-3 16,4-2 0-16,6 0-2 15,4-1 2-15,4 1 3 16,1-1-1-16,-5-2-3 16,-1 6-4-16,-8-2 4 15,-3 3-3-15,-2-1 2 0,-2 0 3 16,2-2 0 0,3-1 1-16,3-1 2 0,6 0-1 15,-4-2 2 1,4 0-3-16,-3 3-4 0,-1 0 0 15,-4 0-1-15,-2 5-1 16,-3-2 1-16,3 3-2 16,-2 0 0-1,4 0 3-15,2 0-2 0,4 0 0 16,0 0 1-16,5 0 0 0,-4-2 0 16,2 1-1-1,-5-2 0-15,4 3 0 16,-2 0 0-16,5 0-1 15,-2-1 2 1,3-1 0-16,-3-2-1 0,0 4 1 16,-5-6-2-16,-2 4 1 15,2-2 1-15,-2 0-1 16,7 1 0-16,-2-1 1 16,-1-4-1-16,5 0 1 15,-5 0 1-15,1 2-2 16,-7 1 0-16,-2-1 1 15,-3 4-1-15,-4 2 0 16,-1 0-1-16,2 0 1 0,2 0 1 16,7 0-1-1,-1 0 2-15,8 0-1 0,-2 0 2 16,-1-6-1-16,-3 6-1 16,-4-4 0-1,0 4 1-15,-7 0-1 0,0 0-1 16,-1 0 1-1,1 0 0-15,2 0 2 16,-1 0 2-16,2 0-1 16,1 0 1-16,-3 0-2 0,0 0 0 15,-2 0-2 1,2 0 3-16,-7 0-4 16,4-2 1-16,-5 2 0 15,2 0 2-15,-2-1 2 0,4-2-1 16,-2 2 1-16,2-1-1 15,-1 0-1-15,2 0-2 16,-2-2-2-16,0 4 3 16,-2 0-3-16,-1-2 4 15,0 2-3-15,-6 0 3 16,-1 0-2-16,-2-2 2 16,-1 0 0-16,1 2 0 15,-3 0 1-15,3 0 0 0,-3 0 0 16,2 0-3-1,0 0 4-15,0 0-1 0,-2 0 3 16,2-2-2 0,-2 2-2-16,0 0 0 0,0 0 2 15,0 0 2 1,0 0-6-16,0 0 2 16,0 0-4-16,0 0-1 0,0 0-1 15,0-7-29 1,-16-13-186-16,-14-10-575 15</inkml:trace>
  <inkml:trace contextRef="#ctx0" brushRef="#br4" timeOffset="-72344.32">17953 9982 365 0,'0'0'42'0,"0"-12"24"16,0 6-3-16,0 0-24 15,0 1 15-15,0-1 9 16,0 2-10-16,0 0-10 16,-7-2-3-16,-1 4 2 15,-5 0-14-15,-2 2-2 16,-3 0-9-16,4 0 0 15,-6 0 2-15,2 0 0 16,1 10-6-16,0 4-4 16,0 3-5-16,-2 2 1 15,4 4 2-15,-1 2 1 16,4 3 1-16,-1 1-1 0,0 6-1 16,5 5 2-1,-2 1-4-15,4 2 0 0,4-1 1 16,2-1-1-1,0-3-3-15,0-6-1 0,4-6-1 16,12-1 0 0,0-3 2-16,2-2-2 0,1-7 0 15,3-3 0 1,2-4-2-16,-1-6 1 16,-2 0 4-16,3 0-1 15,-2 0-1-15,-3-10 3 0,0-2-1 16,-6-1-1-1,0-4-1-15,0 3 0 16,-6-2 1-16,1 2 0 0,-5-3 0 16,-1 3 2-1,-2 0 0-15,0-2 0 16,0 2 0-16,-5-1 3 0,-8 1 6 0,-6 3 5 16,-9 5-3-1,-2 4-6-15,-6 2-5 16,-4 0-2-16,1 8-1 15,5 5 1-15,4 3-1 0,8 1-1 32,10-1-1-32,8 4-5 0,4-1-3 15,0 1-80-15,0-1-164 16,10-1-512-16</inkml:trace>
  <inkml:trace contextRef="#ctx0" brushRef="#br4" timeOffset="-69961.45">11211 13199 359 0,'0'-6'62'0,"0"0"14"16,0 1-14-16,0 1-5 15,0 2-5-15,2 0-12 16,-2-2 2-16,3 4-1 16,-3 0-14-16,4 0-8 15,3 0-5-15,1 0 5 16,3 0 3-16,2 4 2 15,0 4-6-15,2 0 1 16,0 1-2-16,3 1 1 0,-4 2-5 16,6 0-4-1,4 1 1-15,-1 0-3 16,3 3-4-16,-3-2 1 0,1 0-1 16,-5-1-2-1,1-1-1-15,0 0 1 0,-6-2 0 16,8-2 0-1,-1-2 0-15,5-1 5 16,0 1-5-16,-2-4 0 16,2 2 0-16,0-2 1 15,-4 0-1-15,4-2-1 0,3 0 2 0,-2 0-2 16,-1 0 1 0,0 0-1-16,0 0 0 15,-5 0 0-15,-3 0 0 16,1 0 0-16,-6 0 0 15,4 0 1-15,1 0 0 16,-4-8 1-16,8 0 0 16,-5-1-2-16,0 1 2 15,-1-1-2-15,-4 0 0 16,2 2 2-16,-4-4-1 0,5-2 2 16,-2 1-1-1,4-4-1-15,2-1 1 0,-1-1 0 16,1 0 0-1,0 1 2-15,-4-1-1 0,3 5 0 16,-8 1 0 0,4-1-1-16,-6 1 2 15,3-2 4-15,-2 5 2 0,-3-1 6 16,-2 0 1 0,1 3-3-16,-2-1 0 15,2-2-8-15,-3 3-4 16,3-1-1-16,-5 0-1 15,2 2 0-15,0 0 1 16,-2 5 0-16,2 1 0 16,-2-2-2-16,0-1-1 15,0 3-36-15,0 0-87 0,-6 0-158 16,-6 0-256-16</inkml:trace>
  <inkml:trace contextRef="#ctx0" brushRef="#br4" timeOffset="-69428.42">12173 13106 607 0,'0'0'71'0,"0"0"0"16,0 0-40-16,0 0-26 0,-2 0-1 16,4-8 2-1,11 3 3-15,4-7-5 16,3 3 3-16,0-1-2 15,-4 0-1-15,4-2 1 16,-8 6 1-16,2 0 5 16,-6 6 5-16,1-1 6 0,0 1-2 15,-3 0-4-15,3 0-1 16,1 0 0 0,1 7-5-16,4 5 0 0,0 4 1 15,2 5 3 1,1 6-2-16,-6 2 2 0,3 2 2 15,-4 4 4 1,-2-4-4-16,0-2-5 0,-1-5-6 16,-4-2-1-1,1-6-2-15,-1-3 2 0,0-5-2 16,-1 0 2 0,-3-6-5-16,0-2 3 0,0 0-1 15,0-8-36-15,0-15-191 0,-16-7-444 16</inkml:trace>
  <inkml:trace contextRef="#ctx0" brushRef="#br4" timeOffset="-68514.76">11059 13170 182 0,'0'0'31'0,"0"0"19"16,0 0 1-16,0 0-18 16,0 0-9-1,0 0 5-15,0 0 12 0,0 0-7 16,0 0-5-16,0 0-14 15,0 0-14-15,0 0-4 16,0-2-13-16,0-4-193 16</inkml:trace>
  <inkml:trace contextRef="#ctx0" brushRef="#br4" timeOffset="-67716.62">12711 12880 208 0,'0'0'50'16,"0"0"-11"0,0 0 23-16,0 0-35 15,0 0-20-15,0 0-3 16,0 0 3-16,0 0 6 15,0 0 15-15,0 0 15 16,0 0 3-16,0 2-6 16,0-2 3-16,0 0-14 15,0 0-15-15,0 0-10 16,0 2 2-16,0 0-2 0,0-1 2 16,0-1-1-1,0 3 6-15,0-2-4 0,0-1 0 16,0 0 0-1,0 0 1-15,0 0 0 0,0 0 0 16,0 2-2-16,0-2-4 16,0 0 0-16,0 0-1 15,0 0 4 1,0 0 0-16,0 0 5 16,0 0 2-16,0 0 4 15,0 0-1-15,0 0-2 0,0 0-8 16,0 0 0-16,0 0-6 15,0 0 4-15,0 2-3 16,0 2-1-16,0 0 4 16,0 0-3-16,0 0-1 15,0 1-1-15,-2-3-73 16,-13-2-273-16</inkml:trace>
  <inkml:trace contextRef="#ctx0" brushRef="#br4" timeOffset="-66218.89">7324 12537 336 0,'0'0'1'0,"0"0"2"16,0 0 1-16,-61-27 4 16,46 17 3-16,2 1-8 15,-3-1 13-15,-2 4 13 16,-2 2 2-16,-6 4-6 16,1 0-11-16,-5 0 3 0,-2 0-3 15,2 0 11 1,2 0 1-16,0 0-2 15,2 4-5-15,0 4-1 16,0 2-7-16,-2 1 3 16,0 7 0-16,1-1-2 15,-4 2 1-15,3-1 2 16,4 3 1-16,1-2 0 0,6 1-6 16,1 2-6-1,3 3-2-15,2 7 0 0,3 5 1 16,0 5 0-1,2 7 3-15,0 1 7 16,4 3 3-16,2-5 0 0,0 1-3 16,2-5-6-1,16 1-4-15,8 1 1 16,2 3 0-16,4 2 2 16,3 2 2-16,7-3-4 15,6-1 0-15,1-9 0 16,4-2-2-16,2-10 1 15,1-3-2-15,-3-6 3 16,-3-2-2-16,-2-5-1 0,-3-3-1 16,-2-8 2-1,-2-1 0-15,-6 0-2 0,5-4 0 16,-6-14 3 0,5-4-2-16,-2-7 3 0,-2-1-3 15,5-4-5-15,-8-3 8 16,0 0-1-1,-4-3-2-15,-4-1 1 0,-4-2 0 16,-8-1 2 0,-3-3 1-16,-4-1 15 0,-5 1 7 15,0-3 1-15,0 2-6 0,-12 0-3 32,-4 1-1-32,-8 0-2 0,-4 5 7 0,-4-3-12 15,-6 8-2 1,3 0-2-16,-8 9-1 15,6 5-2-15,0 4-3 16,-4 3-1-16,-36 6-1 16,43 10-1-1,-3 0-1-15,5 15-5 16,4 9-65-16,0 0-135 0,0-2-381 16</inkml:trace>
  <inkml:trace contextRef="#ctx0" brushRef="#br4" timeOffset="-63261.07">16364 11462 343 0,'0'0'60'0,"0"0"3"0,0 0-23 16,0 0-13-1,0 0 2-15,-2 0 19 16,2 3 4-16,-2 0-27 0,2 0-6 16,0 2 9-16,0 3 3 15,0 2 0 1,0 4 3-16,0 0-2 15,0 7-7-15,0 0-6 16,0 2 0-16,0 2 0 0,0 2 2 16,0 4-3-1,0 2-1-15,0 0-3 16,0 2-1-16,0-3-1 0,0-1 0 16,0 1-6-16,0 2 0 15,4-1 1-15,1 2 1 16,0 2 0-1,-1-2 4-15,0 6-2 0,0-6 1 16,2 7-6-16,2-6-2 16,4 3 1-16,-4-2 0 15,2 0 1-15,-2-1 2 16,0 2-2-16,-1-3 0 16,0 5 1-16,-1-2-3 15,0 1 2-15,3-2-2 16,0-2-1-16,-3 0-1 15,0-6-1-15,-1-1 4 0,-1 2-2 16,-2-4 3 0,-2 2 0-16,2-5 2 0,0 2-3 15,3-3 0 1,-1 3-3-16,1-4 0 16,3 0 1-16,-2 2 0 15,1 2 0-15,-2 0 1 16,1 0-1-16,-2-1 2 15,0 2 0-15,0-3-1 0,0-2-1 16,2-2 0 0,0 3-2-16,-2-5 2 15,0 2-1-15,-2-1 0 0,2 2 0 16,-2-4 0 0,1 2 0-16,0 0 0 0,1-4 1 15,-2 3-3-15,0-4 4 16,0-1-2-16,0-2 1 15,2-3-2-15,-4-5 0 16,2 4 0-16,-2-4 1 16,0 0 1-16,2 0 0 15,-2-2 0-15,0 2-1 16,0 0 1-16,0-2 2 16,0 0-2-16,0 0 1 0,0 0 0 15,0 0-2 1,3 0 0-16,6-25-8 0,1-15-11 15,-1-11-116 1,-3-17-204-16</inkml:trace>
  <inkml:trace contextRef="#ctx0" brushRef="#br4" timeOffset="-62379.3">15569 12352 316 0,'0'0'40'16,"0"0"10"-16,0 0 42 0,-7-15-6 15,5 15 4 1,-2 0-17-16,1 0-21 0,-1 3-19 16,2 9-6-16,2 5 5 15,0 3-2 1,0 2-12-16,0 6-3 0,0 1 5 16,9 1 6-1,-3 0-1-15,1-5-11 0,-1-2 2 16,0-6-5-1,-1-5-3-15,-1-6-3 0,0-1-5 16,5-5 3 0,0 0-1-16,1 0 2 0,6 0 4 15,-4-5-1 1,8-3-3-16,0 2-4 0,0 2 1 16,2 2-1-1,4 2 0-15,-2 0 0 0,3 0 0 16,-1 8 1-16,-2 9 0 15,-4 6-1-15,-8 2 2 16,2 2-2-16,-10 4 2 16,-2 0 1-16,-2 1 0 15,0-5 0-15,0-2-2 16,0-4 1-16,-11-3 1 0,-2-3-1 16,1-1 0-1,-6-4 0-15,-2-4-1 16,6-5-1-16,-6-1-2 15,3-6-42-15,2-20-66 16,-4-6-22-16,3-4-12 16,-3-1-117-16</inkml:trace>
  <inkml:trace contextRef="#ctx0" brushRef="#br4" timeOffset="-61864.09">15597 12347 355 0,'0'0'49'15,"0"0"46"-15,0 0-14 16,0 0-15 0,0 0-19-16,-7-25-7 0,7 15 0 15,0-1-2-15,13-3-7 16,6-3-12-16,9-6-1 16,6-1-8-16,8-1-2 15,1-4-6-15,4 4-1 16,-2 2 0-16,-1 4 0 15,-10 4 0-15,-11 3-1 16,-5 6 1-16,-12 6 0 16,-6 0 1-16,0 0 10 15,0 2-1-15,-11 14-3 16,-2-3-1-16,3-1-5 16,-1-3 1-16,7-3-2 15,2-5-1-15,-1-1 2 0,3 3 0 16,0-1 0-1,-2-2-2-15,2 0 0 0,0 1-2 16,0 4-1 0,0-3-5-16,0 4-125 0,0 5-134 15</inkml:trace>
  <inkml:trace contextRef="#ctx0" brushRef="#br4" timeOffset="-59936.11">11491 14527 338 0,'-6'-4'83'0,"2"3"-10"16,2-5-37-16,2 2-15 0,0 2-4 15,0 2 3 1,0-2 18-16,0 2 6 0,0 0 1 16,0 0-14-16,2 0 1 15,0 0 1 1,0 0 1-16,2 2-7 0,0 4-5 16,0 5 5-1,3 3-8-15,2 2-1 0,1 3-2 16,4 0-5-16,0 2-3 15,2 3-2 1,3 0-1-16,-2 1-2 16,0-3 4-16,5 1-2 15,-2 2 3-15,3-3-1 0,0-3-3 16,3-1-1-16,6-5 0 16,-2-1 0-16,3-3-1 15,-1-1 0-15,-4 0-1 16,0-2 0-16,-2-3 0 15,0 0 0-15,-2-3-1 16,1 0-1-16,3 0 3 0,2 0-1 16,-2 0 1-16,0-3-1 15,-2 2 0-15,-2-5 0 16,-3 2-1-16,5-2 1 16,-2-2-2-1,4-5 2-15,0-1 0 0,0-1 1 16,0 2-1-1,-7-1 3-15,-1 2-4 0,-6 5 1 16,2-5 1 0,-8 0-1-16,6 1 2 0,-2-7-1 15,6-2 3-15,-4 1-4 16,2 1 1 0,-6 0-2-16,3 0 3 15,-4 4 0-15,-2-3 1 0,-3 0 6 16,4 4-3-16,-4-3-4 15,1 2 2 1,-3 3 0-16,3 5 1 16,-3 0-1-16,-2 0 0 0,2 6 1 15,-2 0-1-15,0 0-3 16,0 0-1-16,0 0-1 0,0 0-2 16,0 0-62-1,-9 0-147 1,-5 0-215-16</inkml:trace>
  <inkml:trace contextRef="#ctx0" brushRef="#br4" timeOffset="-59278.38">12416 14529 410 0,'0'0'45'0,"0"0"33"0,0 0 10 0,0 0-32 16,-40-33-15 0,38 30-10-1,-1 3-4-15,3-3-11 0,0 0-3 16,0-1-1-16,0-2 0 15,9 0 0-15,6-4-3 16,8-2 3-16,3 2 1 16,2-2-3-16,0 0-3 0,-2 0-2 15,0 0-2 1,-5 4-1-16,-3 2 3 16,-6 3-6-16,0 1 5 15,-6 2-1-15,0 0 5 16,-2 0 3-16,4 0 4 15,0 11 8-15,2 5 3 0,-1 7-6 16,6 2-5 0,-2 5 0-16,2-1-5 15,-2 0-3-15,0-6 1 0,-2-1-5 16,-3-5-1 0,1-5-1-16,-4-5 1 0,-1-1-2 15,-2-4 0 1,0-2 0-16,-2 0-31 0,0-12-142 15,-18-13-262 1</inkml:trace>
  <inkml:trace contextRef="#ctx0" brushRef="#br4" timeOffset="-56086.28">7311 13805 288 0,'-15'-6'8'16,"2"1"1"0,2 0 15-16,2-1 14 0,-1 0-5 15,-1 0-8 1,-2 1 2-16,-3 4 20 15,0 1-16-15,-4 0-14 16,-2 0-4-16,-3 9-2 16,-1 6 1-16,0 1-1 0,0 1 5 15,0-3 6 1,6 3-13-16,-4 1 2 0,2 2-7 16,0 4 1-1,1 8 1-15,-1 0-1 0,-2 5 4 16,7 0-2-1,2 1 0-15,3-5-2 0,6-4 0 16,2 1-3 0,4-1-1-16,0 3 3 0,0 6-1 15,0 8 8 1,0 9 7-16,0 2 9 0,0 1-5 16,0 1-7-16,8-7-8 15,6-6-2 1,6-8-1-16,4-2-5 15,8-1 3-15,0-5-2 0,5 3 2 16,3-2-1-16,2 2 0 16,3-8-1-16,4 0 1 15,4-5-1-15,6-7-2 16,3-4 4-16,5-9-3 16,0 0 2-16,4 0 0 15,0-12 2-15,-3-7-5 16,2-3 7-16,-6-3-4 15,-1-4 2-15,-3-2-2 0,-2-4-10 16,-5-4 15-16,-3 2-3 16,-7-4-2-1,-6 3-1-15,-12-2-1 16,-3-1 6-16,-7 0-2 16,-8-2 2-16,-7-1-3 0,0-3 0 15,0 0 3 1,-12-4 3-16,-9 2 0 15,-2 3 3-15,-3 1-2 16,-9 5 4-16,-1 5 4 16,-8 2 10-16,2 2-2 15,-3 2-9-15,-3 2 25 0,3 2-21 16,6-1-23-16,2 2 5 16,2 7-3-16,6 2 2 15,1 5-1-15,2 2 0 16,0 7 0-1,1 1-1-15,-1 0-1 0,0 4-1 16,1 10 2 0,4 2 0-16,3 4 0 15,1 4-2-15,8-3-8 16,0 4-59-16,-2 4-49 16,0 0-77-16,-6-4-254 0</inkml:trace>
  <inkml:trace contextRef="#ctx0" brushRef="#br4" timeOffset="-53661.21">20821 13536 178 0,'0'0'22'0,"0"0"29"16,0 0-5-16,0 0-5 15,0 0 21-15,0 0 5 0,8-3-3 16,-1-5-16 0,1 2-3-16,-1-2 2 0,1 2-14 15,1-2-6 1,0-2 0-16,3-3 2 16,4 0-4-16,4-3-5 0,0-2-7 15,4-1-5-15,-2 2-1 16,-5 1-1-16,2 3-3 15,-4 3 2-15,-2 1-3 16,-4 0 1-16,6 2-2 16,4-5 3-16,3-3-2 15,6-5-1-15,4-1 0 16,3 2 2-16,-1-2-2 0,-2 1-1 16,-2 3 3-1,-6 5 3-15,-2-1 1 16,-3 1 2-16,0-4 4 15,3 3-1-15,-1-3-3 16,3-1-4-16,2 2-3 16,0-1-2-16,0 1 0 15,-3 0 3-15,-3 4 0 16,-1 2 0-16,-2-2 0 16,1 3 4-16,-2-4-2 15,6-1 4-15,2-5 0 16,4-4-1-16,0 1-3 0,-1-2 0 15,-1 0-4 1,-2 1 1-16,-2 5 0 0,-3 2-1 16,-4 1 0-1,0 0 1-15,0 3 0 16,4-1 0-16,1-1 0 0,4-5-1 16,0 0-1-1,1 2 1-15,1-1-1 0,0 0 1 16,-7 3-1-1,-4 2 0-15,-6 3 1 0,-3 4 0 16,1 1 3 0,-3 0 3-16,2-4-1 15,5-1-1-15,2-3-2 16,-1-1-2-16,6-5-1 0,-2 7 0 16,-2-1 1-16,-3 2-1 15,-2 2 0-15,-3 4 0 16,0-1 1-1,3-1-1-15,0-2 0 0,-1 2-1 16,7-5 1-16,-4 0 0 16,0 4 1-16,-3 1-1 15,-1 0 0-15,0 0 1 16,-3 5-1-16,-2-4 0 16,2 4 1-16,2-3-2 15,4-4 1-15,0 2 0 16,0-2 0-16,2 0 0 15,-2-2 0-15,-3 4 1 0,-3 5 1 16,-2-4-2 0,1 4 1-16,-3 1 0 0,0 0 1 15,0 0-4-15,2 0 1 16,0 0-2 0,0-3 2-16,2 1 1 15,-4 1-1-15,2 1 3 16,-2 0-2-16,0 0 2 15,0 0-2-15,0 0 1 16,0 0-1-16,0 0 0 16,0 0-1-16,0 0-1 15,0 0 2-15,0 0 2 0,0 0-1 16,0 0 2 0,0 0-2-16,0 0 2 0,0 0-5 15,0 0 0-15,0 0-5 16,-2 1-50-16,-15 5-201 15</inkml:trace>
  <inkml:trace contextRef="#ctx0" brushRef="#br4" timeOffset="-52366.2">22063 13209 293 0,'0'0'66'16,"0"0"-1"-16,-10 0 27 15,8-4-18-15,0 2-7 16,2-2-5-16,0-4-12 0,0 1-12 15,0-3-11 1,4-3-9-16,12-3 2 16,3 3-6-16,0-1-2 15,1 2-2-15,1 4-2 0,-1 1 0 16,-6 3 0 0,6 4-3-16,-4 0-3 15,-2 0-1-15,-1 0-1 0,-2 6 0 16,-3 7 2-1,-1 4 2-15,-5 7 1 0,-2-1 0 16,0 6 3-16,0 2-2 16,-11 3 0-16,-3-7-2 15,0 3-1-15,2-5-1 16,0-7-2 0,8-7 0-16,2-5 0 15,2-4 0-15,0-2 0 0,0 0-1 16,0 0-2-16,0 0-3 15,0 0 9-15,14-6 0 16,2-2 3-16,2-3-4 16,3 3-1-16,-1 4 1 15,-1 2-2-15,-2 2 0 16,1 0 1-16,-2 0 2 16,-2 14-3-16,-2 1 3 15,4 5-1-15,-6-1 0 0,-4 2-1 16,3-1 1-1,-4 1-1-15,-3-2 1 0,-2 3 2 16,0-7-2 0,0 5 2-16,0-5 0 15,-9 0 2-15,-8-1 2 16,-3 0 3-16,-4-4 3 16,-4 1 6-16,-1-1 1 0,-1-5-6 15,2 1 2 1,0-4-4-16,2 2 2 0,4-4-1 15,3 0 0 1,4 0 1-16,2 0-1 16,2 0-4-16,3 0-5 0,-1 0 1 15,3 0 2-15,1 0-1 16,-1 0-3 0,1 0 5-16,3 0-7 0,0 0 2 15,2 0-3-15,0 0-1 16,0 0 0-16,0 0 0 15,0 0 0-15,0 0-6 16,0 0 2 0,0 0-6-16,0 0-36 0,0 0-145 15,0-4-182 1</inkml:trace>
  <inkml:trace contextRef="#ctx0" brushRef="#br4" timeOffset="-50595.39">11523 16093 312 0,'0'0'74'0,"-6"-1"-6"15,4 1-18-15,2 0-23 16,-2 0-6-16,2 0 5 15,0 0-1-15,0 0-9 16,0 1-1 0,0 15 26-16,10 4 6 0,4 3-2 15,0-1-12-15,2 0-13 0,3 1-5 32,2-1-4-32,5 1 3 0,4 0 3 15,3 2 0-15,3 0-6 16,5 3 1-16,0-6-7 15,2 2-1-15,0-1 0 16,0-5-2-16,-2-3-1 16,-2-1 2-16,0-1-2 15,-3 1 1-15,0-3-1 16,1-1 1-16,0 2-1 16,2-6 2-16,-3-1-3 15,-2-5 2-15,5 0-2 16,-2 0 2-16,3 0-1 15,3-9 1-15,5-11 0 0,1-1 0 16,-1-2 2 0,-5 2 0-16,-2 0-1 15,-11 7-2-15,-5 2-2 16,-8 0 5-16,0 5-3 16,-5-5 0-16,-2-1 0 0,2-3-2 15,-2 1 2 1,-1-3 5-16,3 1-2 0,-3 1-1 15,0 1 4 1,2 1-3-16,0-4 1 0,-3 1 0 16,5 0 4-16,-4-7-3 15,1 5 0-15,1 0 1 16,-4 0 5 0,-2 5-1-16,0 3 8 0,-3 3 1 15,0-1 2-15,-2 5-6 16,0 1-8-16,2 2-5 15,-2-1-1-15,0 2 1 16,0 0-1 0,0 0-1-16,0 0-3 0,0 0-61 15,-12 0-86 1,1 2-65-16,-4 4-221 0</inkml:trace>
  <inkml:trace contextRef="#ctx0" brushRef="#br4" timeOffset="-50179.49">12776 16127 450 0,'0'0'48'15,"0"0"-36"-15,0 0-2 0,0 0 21 16,0-6 4 0,12-3 12-16,3 2-8 15,0 0-11-15,5-4-8 0,-5 4-4 16,2 0-6 0,1 2-6-16,-5-1 2 0,-4 5-4 15,-1-1 12 1,-1 2 24-16,-5 0 2 0,2 0-13 15,4 0-5 1,-2 3-3-16,4 9-5 16,0 1-1-16,0 9-4 0,2-1-2 15,0 7 1-15,0-3 0 16,-2 4-3-16,-1-6-3 16,-5 0-1-1,3-5-1-15,-5-7 1 0,-2-7-55 16,0-4-209-16</inkml:trace>
  <inkml:trace contextRef="#ctx0" brushRef="#br4" timeOffset="-49656.35">11326 15871 119 0</inkml:trace>
  <inkml:trace contextRef="#ctx0" brushRef="#br4" timeOffset="-46834.8">7263 15174 394 0,'0'0'33'0,"-24"0"12"0,18-4-2 16,-2 4-33-16,-4 0 3 16,4 0-3-16,-4 0 3 15,-2 0-3-15,0 4-2 16,-5 8 5-16,5 1 5 16,-5 3-8-16,0 3-1 15,3 1 4-15,-3 3 0 0,2-2 3 16,1 4 17-1,6-2-11-15,2 3-10 0,0 2 2 16,4 5 0 0,2 2 4-16,2 2-1 15,0 1 5-15,0 2 0 0,0 0-6 16,4 0-1 0,14-1-9-16,5 0 0 0,8-3 0 15,5 2 0 1,7-1 6-16,3-3-6 0,3 1 0 15,1-4 1 1,4-4-4-16,-3-5-1 16,-2-1 0-16,3-4-1 15,-6-5-1-15,3-4 3 0,-4-5-5 16,-4-3 2 0,-2 0-2-16,-3 0 1 0,-4-7 2 15,3-9 0-15,-5-3 0 0,-2-3 6 31,-2-3-4-31,0-1-13 0,-3-3 21 16,-1-1-8 0,-3-2-1-16,-4 5 0 0,-4 2 2 15,0-2-3 1,-7-2 1-16,-2 1 2 0,-2 1 0 16,0-4 0-16,0-4 0 15,-6-5 0-15,-10 5-1 16,-4-8 1-16,2 2-3 15,-6-1 5-15,-1 3 3 16,-3 4 5-16,-2 4 2 16,-5 1-1-16,1 4-3 15,-1 2-4-15,-3 4-1 0,3 1 2 16,-2 3-5-16,1 0 0 16,2 4 0-1,-6 5 0-15,2 3-2 0,-1 4-3 16,-4 0 1-1,0 0 0-15,0 8-1 0,2 5 3 16,4-1-1-16,7-2-1 16,6-3 0-16,6 0 0 15,6 0-7-15,6 0-59 16,0 5-52 0,4 6-37-16,-2-1-147 0</inkml:trace>
  <inkml:trace contextRef="#ctx0" brushRef="#br4" timeOffset="-44433.26">20589 10582 322 0,'0'0'69'16,"0"-2"-9"-16,0 2-6 0,0 0-26 16,0 0-13-1,0 0-5-15,0 0 9 0,0 0 21 16,0 0 10 0,0 0-1-16,0 0-2 0,8 0-6 15,0 2-4-15,6 3-4 16,0 5-3-16,4 0-7 15,1 0-7-15,-1-5 1 16,0 3-1-16,2 2-2 16,-2-4 2-16,0 4 1 15,0-1-3-15,4 1-1 0,-3 2-4 16,7 0 0 0,0-2 1-16,2 2-2 0,0-1-1 15,0 1-2 1,2 0 1-16,0-2-1 15,0-1-1-15,-3 3-1 16,1-2-1-16,0-1-1 16,-4 1 2-16,2-4-1 15,-4 1 0-15,1-1-1 16,1 0 3-16,-2 2 0 0,-2 0-3 16,2-3 3-1,2 3-1-15,-4 2 0 0,3 2 1 16,1-5-1-1,0 5 1-15,0-1-2 16,-2-2-3-16,2 3 3 16,2-4 0-16,0 5-1 0,2-2 2 15,0 1-2-15,0 0 2 16,3-2-2 0,-4 2-1-16,1-1 0 15,-2-3 1-15,-2 0-3 0,0 0 3 16,-6-2 2-16,2-2-4 15,-4-1 2-15,-2 0-1 16,-1 0 1-16,0 3 0 16,0-2-1-16,0-2 1 15,0 4-1-15,-3-4 1 16,4 1 0-16,-4 0 1 0,-2 0-1 16,6 3 0-1,-4 2 1-15,2 2 0 0,0-1 0 16,4 1-2-1,-6 2 2-15,3-3-2 16,-2-3 2-16,-1 2-2 16,3-4 2-16,-2 2-2 15,-2-1 3-15,1-3-1 16,-1 4 0-16,0 0 0 16,1-2 1-16,-1 0-4 15,4 2 2-15,-1 0 0 16,0 0 4-16,-2-3 0 15,1 3 1-15,0-1-1 16,-1 1-1-16,-1 1-2 16,0-2 0-16,-3-2-1 15,3 1-1-15,-3 1 2 0,1 1-1 16,-1 0 0-16,1-3 0 16,-3 1 1-16,2 2 0 15,-1-3 0-15,-1 0-2 16,-2 0 1-1,0-3 1-15,1 3-1 0,-1-2 0 16,2 1 2-16,0 2-1 0,0 0 2 31,3 2-1-31,-5 0 1 16,5 0-1-16,-3-3-2 16,-2 0-1-16,0 0 1 0,0-2-1 0,2 6 0 15,4-2 1 1,-4 1 0-16,2 4-1 15,0-2 1-15,0 0-1 16,-1-2 2-16,0-1-2 16,-3-1 1-16,0-4 0 15,-2 2 1-15,0-2-2 16,0 0 2-16,0 0 1 16,0-10-3-16,-6-17-18 15,-14-11-138-15,-2-15-194 0,-4-9-386 16</inkml:trace>
  <inkml:trace contextRef="#ctx0" brushRef="#br4" timeOffset="-43396.7">21291 10131 86 0,'0'0'42'0,"0"0"39"0,-8 0 6 0,6 0-8 16,0 0-4-16,0 0 12 16,0 0 0-1,2 0-11-15,0 0-24 0,0 0-10 16,0 0-5-1,0-2-15-15,0-6 3 16,10 2-4-16,2-3-3 16,0 3-4-16,4 2-1 15,0 2-6-15,0 1-1 16,5 1-2-16,3 0-1 16,0 0-1-16,2 11 0 15,-4 4-3-15,0 6 4 16,-4 4 0-16,-6 4 1 15,-3 5 0-15,-7-2 3 16,-2 1 3-16,0 2-1 0,0-1 2 16,0-2-2-16,-9 0-2 15,-1-1-3-15,2-1-1 16,-4-1 2-16,2-6 0 16,4 0 1-16,-4-5-1 15,4-3 1-15,2-5 2 16,0-3-3-16,2-2-1 15,0-4-1-15,0-1 2 0,2 0 3 16,0 0 5 0,0 0 3-16,0 0 0 15,0 0-6-15,0 0-4 0,0 0-3 16,0 0-3 0,0 0-3-16,0 0 0 0,16 0 6 15,8 0-3 1,12-13 1-16,8-3 1 15,7-5-1-15,3-2 0 16,4-4-1-16,-4 2-2 16,-9 1 3-16,-11 6 0 15,-8 10-1-15,-10 2 2 0,-10 1-1 16,-4 5-2-16,0 0 3 16,0 0-2-16,-2 0 1 15,0 0-1-15,3 0-1 16,-3 0-1-1,0 0-4-15,0 0-48 0,0 6-135 16,0-1-310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5-21T04:37:41.65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C00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0070C0"/>
    </inkml:brush>
    <inkml:brush xml:id="br5">
      <inkml:brushProperty name="width" value="0.05292" units="cm"/>
      <inkml:brushProperty name="height" value="0.05292" units="cm"/>
    </inkml:brush>
  </inkml:definitions>
  <inkml:trace contextRef="#ctx0" brushRef="#br0">5572 2808 203 0,'0'0'70'0,"0"0"-23"0,0-1-12 16,0 1-19-16,0 0-15 16,0 0 0-16,2-2 0 15,-2-1 1-15,2 2 17 16,-2-4 35-16,0 3 20 0,0-7 3 16,0 1-36-1,0 0-12-15,0-3-12 16,-4 4-2-16,-6-3 1 15,-4 2-5-15,0 4 1 16,-2 2-1-16,1 2-1 16,0 0 0-16,2 0-6 15,-2 0-4-15,2 8-5 16,-1 9 5-16,-2 7 0 16,2 2-2-16,0 4 2 15,8-1-2-15,2 0 2 16,4-4-2-16,0 1-1 0,0-5 2 15,4-1-3 1,10-6 4-16,0-2-4 0,3-4 0 16,2-3 2-1,-1-5-1-15,1 0-3 16,0 0 3-16,-4-14-2 0,3-11-4 16,-2-11-2-1,-4-3 45-15,-4-1-34 0,0 1 9 16,-5 7-2-1,-3 7 2-15,0 11 9 16,0 6 6-16,0 4 4 16,0 3-11-16,0 1-4 0,0 0-5 15,0 0-6-15,0 0-6 16,0 0-3-16,2 1-3 16,3 17 1-16,3 7 9 15,5 6 3-15,-2 3 0 16,6 5-2-16,-2-6 0 15,2-4-1-15,3-4 1 16,-4-3-2-16,6-4 1 16,0-8-2-16,0 0-1 0,3-10-4 15,3 0-16 1,0-1-61 0,-6-23-151-16</inkml:trace>
  <inkml:trace contextRef="#ctx0" brushRef="#br0" timeOffset="1130.79">2534 4034 440 0,'0'0'68'0,"0"0"30"16,0 0-23-16,0 0-50 0,2 0-20 0,3 3-5 15,-1 10-6 1,0 4-1-16,-1 10 12 0,5 8-1 16,-2 6 1-1,1-1 1-15,-3 1-2 16,0-6 1-16,1-6-3 15,-1-8-1-15,0-5 1 16,-2-8-2-16,0-7 1 16,1-1-1-16,-1 0 2 15,2 0-1-15,5-13-5 0,3-14 14 16,4-8 24 0,4 0-22-16,-2 0-4 0,0 4-6 15,-7 10-3 1,4 10 0-16,-7 9-11 15,3 2 2-15,2 0 10 16,2 0 2-16,1 0 0 16,6 11 1-16,-2 5-2 15,-2 2-4-15,-4 4 4 16,-7 5 2-16,0-2-6 16,-7 4 5-16,0-3 3 15,0-5-2-15,-8-4-1 0,-8-2 0 16,-4-4 3-1,-2-5 4-15,-3-3-4 16,-3 0 2-16,4-3-2 16,0 0 8-16,8 0-7 0,0 0-1 15,6-6-2-15,0 0 1 16,7 3-2 0,3 3-7-16,0-2-30 0,0-9-343 15</inkml:trace>
  <inkml:trace contextRef="#ctx0" brushRef="#br0" timeOffset="2517.66">8548 4052 374 0,'0'0'30'16,"0"0"16"-16,0 0-25 16,0 0-13-16,0 0-5 15,0 0-2-15,0 0 5 0,0 0 3 16,0 0 11 0,0 0 6-16,0 0-8 0,0 0-8 15,0 0-4-15,0 0-2 16,0 0-2-16,0 0-1 15,0 0 0-15,0 0-2 16,0 0 1-16,0 0-1 16,0 0-1-16,0 1-3 15,0 8 4-15,0 0 3 16,0-1-1-16,0-2 0 16,-2-3 1-16,2 0-2 0,0-3 1 15,0 0 1 1,0 0 2-16,0 0-2 15,0 0 8-15,0 0-8 16,0 0 1-16,0 0 1 16,0-3 11-16,0 2-12 15,0-5-5-15,0 2 5 16,0 2 1-16,0-2-3 0,0-2-3 16,0 0 3-1,0 0 0-15,2-3 1 0,-2-3 3 16,0-1 1-1,0 1 8-15,0-2 8 16,0 5 2-16,-7 1-9 16,-12 8 19-16,-7 0-13 0,-2 10-15 15,-4 15-4-15,2 2 3 16,4 6-3 0,7 0 0-16,6 0-2 15,6 3 0-15,7 5 1 0,0 4 2 16,0 1 5-16,1-3-2 15,24-6-4-15,5-12 0 16,13-14-4-16,9-11 5 16,0 0 3-1,-1-17-6-15,-5-9 2 0,-8-4-2 16,-12 5 0 0,-11 1-2-16,-15 7-31 0,0 3-234 15</inkml:trace>
  <inkml:trace contextRef="#ctx0" brushRef="#br0" timeOffset="3980.75">2721 7151 378 0,'0'-15'46'0,"0"1"9"16,-2-1-3-1,0 3-3-15,-4 1-12 0,3 3 3 16,-1 4 1-16,0 2-4 16,-4 2-14-1,-6 0-9-15,4 0-7 0,-6 0-5 16,-1 9-3 0,2 11 0-16,-2 3 0 0,2 0 1 15,2 4-1-15,2-2 0 16,5-5 2-16,3-2-2 15,3-6-2 1,0-6-6-16,0-6-4 16,11 0-1-16,7-9 6 0,1-14 2 15,2-12 2 1,3-8 18-16,-6-7-15 16,-4-5 9-16,-5 1-14 0,-6-2 16 15,-3 8-1 1,0 7-4-16,0 11 2 0,-8 6 16 15,0 11-1-15,2 4 1 16,4 7 1-16,-2 2-5 16,1 0-17-16,-3 0-5 15,3 18 3-15,1 7-2 16,0 10 1-16,2 8-2 16,0 7 1-16,0 6 2 15,18 3 0-15,5-1 0 16,3-4-3-16,4-7 2 0,-2-9-2 15,0-10 1 1,-6-8-5-16,-6-6 5 16,0-4-4-16,-6-7-2 15,2 0-14-15,-8-3-40 16,-4 0-77-16,0 0-95 0</inkml:trace>
  <inkml:trace contextRef="#ctx0" brushRef="#br0" timeOffset="6380.4">5518 8450 327 0,'-2'0'37'16,"2"0"10"-16,0 0 8 15,0 0-28-15,0 0-12 16,0 0 1-16,0 0 6 0,0 0 1 16,0 0-3-1,0 0-7-15,0-6-15 16,4-7 2-16,12-5 25 15,2-4-15-15,0-6-5 0,2-1 0 16,-6 2-1 0,-5 3 1-16,-2 4-1 15,-5 2 0-15,-2 6 5 0,0 1 10 16,0 5 33 0,-4 0-16-16,-8 0-7 0,-4 2-10 15,0 4-7 1,2 0-5-16,-4 0-2 15,3 0-4-15,0 10 0 16,0 4 2-16,0 3-5 0,2 3 5 16,2 2-4-1,3 4 4-15,1 5-3 0,5 3 0 16,2 2 0-16,0 1-1 16,0-3 3-16,9-1-3 15,8-6 1-15,4-5-2 16,3-5-1-1,2-9 3-15,4-4-1 0,4-4 1 16,5 0-2-16,7-18 3 16,-6-11 1-1,1 0 0-15,-8 0-1 0,-8 5-14 0,-12 11-17 16,-11 6-96 0,-2 7-150-16</inkml:trace>
  <inkml:trace contextRef="#ctx0" brushRef="#br0" timeOffset="7830.05">8189 7206 309 0,'0'0'-13'15,"0"0"16"1,0 0 3-16,20-14 20 0,0-4-5 16,4-3-10-16,2-6-14 15,-2-6 33 1,-3-4-18-16,-3-3 3 0,1-10-2 16,-6-1-3-16,-5-1-1 15,-6 2 6-15,-2 4 0 16,0 8 3-16,0 6 28 15,-10 4 24-15,-1 7-27 16,2 5-17-16,3 5-8 16,-1 3 9-16,3 8 8 15,-2 0-4-15,-5 4-26 16,2 19-2-16,1 6 1 16,-1 8-3-16,2 4 0 15,3 4 0-15,4 8 0 16,0-1 0-16,0 7 1 15,11-4-1-15,6 1 1 16,5-1-1-16,1-9-2 0,3-1 2 16,-2-5-1-1,-2-8 0-15,-2-6 0 16,0-5 0-16,-6-3-1 0,0-10 0 16,-1-5-3-1,0-3 3-15,-2 0-4 16,2-5 1-16,-6-10 13 15,1-4-8-15,-4-3 0 16,-4 1 3-16,0-2-2 16,0 3-2-16,-13 5 5 15,-2 0-5-15,-4 5 4 16,-5 4-2-16,-2 4-2 0,0 2 0 16,4 0 1-1,4 0 0-15,7 0 0 0,4 0 0 16,5 0 1-16,2 0 2 15,0 0-1-15,0 0 2 16,0 0-4-16,0-10-2 16,20-3-1-1,6-7 8-15,6 1-7 0,2-2 0 16,-1 4 1-16,-3 1-2 16,-7 4 0-16,-6 5 2 15,-6 4-2-15,-4 0 0 0,-3 3-1 16,-2 0 1-1,-2 0 2-15,2 0-5 0,-2 0-3 16,0 3-29 0,0 3-162-16,0-1-372 15</inkml:trace>
  <inkml:trace contextRef="#ctx0" brushRef="#br0" timeOffset="9600.32">13520 3968 388 0,'-12'-7'58'0,"-2"3"-28"16,2-2 18-1,-4 6-25-15,4 0-5 0,-8 0-10 16,0 4-2 0,-1 15-5-16,0 5 1 15,0 1 1-15,3 2-3 16,6-2 3-16,6-2-3 16,6-4 0-16,0 1-4 0,0-6 0 15,10-3-3 1,11-6 3-16,5-5-1 0,6 0-12 15,2-8 31 1,3-16-16-16,-2-5-5 16,-5-2 14-16,-6-2-15 0,-10 4 17 15,-7 4 13-15,-3 5 7 16,-4 9 24-16,0 0 18 16,0 8-8-16,0 3-27 15,0 0-24-15,0 0-12 16,0 8-4-1,0 15 3-15,0 5 4 0,0 7-4 16,0 5 1 0,0 4-1-16,0-1 1 15,7 2 0-15,3-3 0 0,-3-1 0 16,-3-5 0-16,-4-3 0 16,0-3 0-16,0-4 0 15,-19 2-5 1,-7-7 2-16,-2-2 4 0,-2-1-1 15,2-5-1-15,6-7 2 16,5-6 1-16,4 0 1 16,9-6-3-16,4-19-7 15,0-7 2-15,0-4 2 16,13-3 5 0,13-5-1-16,15 3-2 0,3 3 0 15,6 1 1-15,-1 5-4 0,-3 6 3 16,-6 5 1-1,-11 5 2-15,-10 7-3 16,-8 5 1-16,-5 2-5 16,-6 2-14-16,0 0-10 15,-10 7-91-15,-22 6-255 16</inkml:trace>
  <inkml:trace contextRef="#ctx0" brushRef="#br0" timeOffset="10991.54">13182 6818 368 0,'0'0'72'15,"0"0"3"-15,-5-8 3 0,2 8-10 16,1-1-16 0,2 1-9-16,-2 0-6 0,0 0-20 15,0 0-9 1,0 5-3-16,-4 15-2 16,2 3 0-16,-4 12 2 0,4 4 2 15,0 3-2-15,-1 4 2 16,0 2-1-16,3-1 1 15,0-4 1-15,2-6-3 16,0-4-1-16,0-10-2 16,0-4 0-16,0-7-2 0,0-7 1 31,0 1 0-31,0-6-2 16,0 0 2-16,0 0-2 0,0 0 1 15,2-9 6-15,10-11 14 0,2-2-12 16,4-6-7-1,3 1 0-15,0 0-1 16,-1 7 0-16,-3 3 0 16,1 4-1-16,-8 3 1 15,1 6-1-15,-7 4-1 0,3 0 2 16,-1 0-3 0,2 12 0-16,2 11 5 15,-2 6 0-15,2 6 1 16,0 0-1-16,-4-1 0 0,-1-5-1 15,0-4 0 1,0-4 1-16,-1-3-1 0,1-8-1 16,-1-2 0-1,2-4-3-15,3-4 1 0,0 0-3 16,1-4-35-16,-3-26-390 16</inkml:trace>
  <inkml:trace contextRef="#ctx0" brushRef="#br0" timeOffset="114691.89">10381 8605 35 0,'2'0'59'0,"-2"0"-16"15,0 0-3 1,0 0 5-16,0 0-3 16,0 0-3-16,0 0 7 0,0 0 6 15,0-4-10-15,0-4-8 16,0 1 7-16,0-1 3 16,0-2-4-16,-8 5-4 15,-3-5-11-15,-2 6-8 16,-2 0-5-16,0 4-1 15,0 0 0 1,-1 0-8-16,0 0-1 0,0 12-1 16,2 7-1-1,-2 4 2-15,4 6-2 16,-2 6 0-16,8 3 0 0,2 2 1 16,4 0-2-16,0 1 1 15,2-6-3-15,15-6 3 16,2-2 0-16,3-6-1 15,0-6 0-15,-3-7-1 16,0-8-1-16,-1 0-2 16,-1-3 3-16,0-20 4 15,0-5-5-15,-4-8 9 16,0-3-3-16,-7-2-2 0,-4 0 1 16,-2 5 2-1,0 2 4-15,0 8 2 0,-2 4 12 16,-4 3 17-1,0 7-8-15,1 3 0 0,3 5-1 16,0 0-4 0,2 4-8-16,0 0-14 15,0 0-5-15,0 13-6 0,4 11 6 16,13 9 3-16,3 5 1 16,6 6-2-16,0-1-1 15,4 0 1 1,2-3-2-16,0-1 1 0,1-4-2 15,-5-7-15 1,-8-9-164-16,-4-11-424 16</inkml:trace>
  <inkml:trace contextRef="#ctx0" brushRef="#br0" timeOffset="115776.08">12023 8400 459 0,'0'0'82'16,"0"0"-2"-16,0 0-14 0,-26-19-28 16,26 19-30-1,0 0-8-15,0 18 1 16,0 7 2-16,0 5 1 16,9 9 2-16,-5 3 5 0,0 7-2 15,0-2 4-15,-2-3-3 16,3-1-5-1,2-7-2-15,-3-7-2 16,2-8 0-16,-4-3-3 16,4-10 4-16,-4-2-2 15,4-6-1-15,-5 0 1 0,4 0 1 16,1-10 7 0,2-13 2-16,6-5-6 15,0-3-4-15,2 3 2 0,-4 5-2 16,4 1 0-16,-3 10 0 15,-3 4-1-15,3 7 0 16,2 1-4 0,2 0 3-16,-2 0 1 0,3 15 1 15,-1 5 0 1,-2 1 0-16,-4 5 1 16,-2-1-1-16,-7 7 0 0,-2-3 0 15,0 0 2-15,-7 0-2 16,-14-2 1-16,-5-4 2 15,-2-3 0-15,0-9-2 16,-1-6 3-16,2-5-1 16,1 0 4-16,5-2-2 15,-1-12 0-15,4-1 6 16,8 3-6-16,1 2-3 0,9 6-2 16,0 2-7-1,0-4-16-15,13-1-205 0</inkml:trace>
  <inkml:trace contextRef="#ctx0" brushRef="#br0" timeOffset="116760.46">14106 8665 376 0,'0'0'12'16,"0"0"2"-16,0 0-1 15,-3 0-13-15,3 0 5 0,0-3 17 16,7-5-6 0,2 0-2-16,-3-1 11 0,0 0-3 15,-1-4-6-15,-1 1 4 16,-2-1 5-16,-2 1 11 15,0 2 4-15,0 0 1 16,-2 7 7-16,-13 3-15 16,-5 0-16-16,2 0-10 15,-4 13-2-15,2 7-2 16,6 5-1-16,2 5 0 16,8 1-2-16,4 1 0 15,0 3 1-15,0-1-1 16,10-1 1-16,12-2-1 15,2-7 0-15,6-7-1 16,5-7 0-16,5-8 1 16,4-2 0-16,0-4 1 15,4-20-3-15,-3-1 7 16,-9-4-5-16,-8-2-9 0,-14 1-150 16,-14 2-447-1</inkml:trace>
  <inkml:trace contextRef="#ctx0" brushRef="#br0" timeOffset="117760.35">16098 8704 273 0,'0'0'73'0,"0"0"10"15,0 0 0-15,0 0-21 16,-90-41-17 0,66 41-9-16,-2 0-14 15,0 6-14-15,3 18-1 0,-1-1-4 16,8 7 1-16,4 5-1 15,6 0-3-15,4 2 0 16,2 0 1-16,0-2-1 16,0-3 0-16,16-7-1 15,6-3-1-15,4-13 1 16,2-6-1-16,2-3-3 16,3-12 5-16,-3-17-1 15,-2-12-3-15,-10-7 3 0,-2-8-4 16,-14-8 8-1,-2-2 1-15,0-3-1 16,-15 1 1-16,-4 8 0 16,-1 4 4-16,0 13 5 15,10 13 4-15,2 7 11 16,1 12 5-16,5 5-7 16,-1 6-7-16,3 0-5 0,0 6-14 15,0 23-6 1,0 8 10-16,10 8-2 0,4 12 0 15,6 5 0 1,0 2 1-16,2 3-2 0,2-2 0 16,4-3 1-16,0-4-3 15,1-7 1 1,-1-12 1-16,-2-3-3 0,1-13 1 16,-6-14-4-1,-1-9-153-15</inkml:trace>
  <inkml:trace contextRef="#ctx0" brushRef="#br0" timeOffset="118659.91">17693 8858 374 0,'0'0'38'16,"0"0"-7"-1,0 0-8-15,0 0-20 16,-2-1 0-16,12-7-2 16,5-2 1-16,0-1 0 0,2-7 2 15,-2-3-4 1,0-2 2-16,-4 0-1 15,-3 1 7-15,-5 1 15 16,-3 3 33-16,0 5 7 16,0 1-2-16,0 4-27 0,-11 2-9 15,0 1-8-15,1 4-6 16,-1 1-2 0,-1 0-6-16,0 7-2 15,2 14-1-15,1 7 1 16,2 0 1-16,5 2 0 15,2 2-1-15,0 1-1 16,4-2 1-16,12 0-1 16,4 0 2-16,9-3-2 15,3-3 0-15,8-11-2 0,4-5 1 0,8-9 2 32,6 0-2-32,3-19 4 15,-4-7-3-15,-9-1-2 0,-8 0 0 16,-14-1-7-16,-9-2-189 15</inkml:trace>
  <inkml:trace contextRef="#ctx0" brushRef="#br0" timeOffset="119890.52">19642 8804 352 0,'0'0'33'15,"0"0"-10"-15,0 0 20 0,0 0-3 16,16 3 1 0,2-15 6-16,4-11-10 15,4-11-19-15,-3-4-7 0,1-12-9 16,-7-8 0 0,-4-6-1-16,-9-4 2 15,-4 2 0-15,0 6-1 16,0 6 0-16,-4 9 8 15,-4 14 4-15,1 8-1 16,2 11 4-16,3 4-1 0,0 7 3 16,-2 1-4-1,0 0-11-15,-3 15-1 16,1 10 0-16,1 14 0 0,5 8-1 16,0 11 2-16,0 8 0 15,0 0 0-15,18 9-2 16,2-5-1-16,7-3-1 15,-2-4 1-15,3-4-1 16,1-6-1 0,-1-9-1-16,-6-11 1 15,-1-7-2-15,-8-11-2 16,-3-8-4-16,-4-7-2 0,2 0 2 16,-6-1 7-16,-2-17 2 0,0-2 1 15,0-3-1 1,0 0 0-16,0 2 1 0,-4 2 1 15,-10-5-1 1,-1 7 0-16,-2 2 0 16,0 1-1-16,-2 4 1 0,1 5 1 15,1 2 0 1,7 3-1-16,-2 0-1 0,8 0 0 16,4 0 0-1,0 0-4-15,0 0-1 16,22 0 1-16,10 0 3 15,13-3 1-15,7-13 0 16,2-2 0-16,1-2 0 16,-5 1 0-16,-14 2-1 0,-10 6 0 15,-10 3 1-15,-12 4 2 16,-4 4 1-16,0 0 0 16,-4 3-8-1,-12 6-39-15,2 1-333 16</inkml:trace>
  <inkml:trace contextRef="#ctx0" brushRef="#br0" timeOffset="120809.73">21397 8551 388 0,'0'0'58'0,"0"0"6"15,0 0-8-15,-112-12-13 16,86 12-26 0,3 12-5-16,2 5-4 15,1 7-5-15,3 5-2 0,4 4 1 16,2 6-2-16,7-3 1 15,4 1 0-15,0-8-3 16,13-6-3-16,15-11 2 16,6-12 1-16,8 0-1 15,-6-14 8-15,0-15-6 16,-8-9 4-16,-8-4 3 16,-10 3 2-16,-7-1 14 15,-3 8 37-15,0 4 13 0,0 9-19 16,-5 5-21-1,3 8-10-15,2 6-13 16,0 0-12-16,0 6-5 16,0 51 6-1,13-17 2-15,7 9 1 0,-2 5-1 16,4 0 1 0,0 2-2-16,-7-2 0 0,-4-4 0 15,-7-6-3 1,-4-8-1-16,0-3-3 0,-6-12 2 15,-18-3 2 1,0-9 4-16,-4-6 5 16,0-3-1-16,4-3 1 0,5-18 0 15,9-6 0-15,10-3-3 16,0-1-2-16,14 1-3 16,21 5 0-1,10 1 2-15,6 5-1 0,8 2 1 16,-1 5 1-16,-4 6-3 15,-9 1-6-15,-11-3-233 16</inkml:trace>
  <inkml:trace contextRef="#ctx0" brushRef="#br0" timeOffset="121720.39">23020 8318 533 0,'0'0'68'0,"0"0"23"16,0 0-38-16,0 0-31 15,-18-9-16-15,18 22-2 16,0 12 3-16,0 9 4 15,0 7 3-15,0 5 1 16,0 4 1-16,0 6 2 16,0-5-1-16,0-1 3 0,0-9-4 15,-2-6-2-15,0-5-1 16,2-10-8-16,0-7 0 16,0-5-3-16,0-6-2 15,0-2 1 1,0 0 2-16,0-11 16 15,11-13 8-15,8-5-21 0,0-5-3 16,3 2-4 0,0 1 2-16,-3 8-1 0,-4 4 0 15,-5 5 1 1,0 4 1-16,-2 6-4 0,1 4 0 16,-1 0-1-16,5 0 0 15,0 20 2-15,0 7 1 16,-2 8 1-16,-3 2 1 15,-4 1 0-15,-1-1-2 16,-1-2 1-16,0-4 0 16,-2-4-2-1,0-8-6-15,0-9-203 0</inkml:trace>
  <inkml:trace contextRef="#ctx0" brushRef="#br0" timeOffset="122940.64">7601 9672 413 0,'0'-6'73'0,"0"2"12"16,0 2-7-16,0 2-26 15,0 0-30-15,4 0-18 16,3 8 3-16,-3 7 3 16,3 5 3-16,1 3-2 0,1 2 0 15,-3 5-2-15,-2 1 1 16,3 3 1-16,0 1 1 16,-3 2-1-16,-2-2-6 15,4-6-3 1,1-4-2-16,0-6 0 0,-1-9-2 15,-2-10-3 1,0 0-22-16,-4-19-234 16</inkml:trace>
  <inkml:trace contextRef="#ctx0" brushRef="#br0" timeOffset="123278.12">7565 9478 560 0,'0'0'26'0,"0"0"-26"16,0 0-1-16,0 0 0 16,0 0-3-16,40 22 0 0,-24-22 2 15,1 0-2 1,-7 0 2-16,-5-3 5 15,-1-8 0-15,-4-4 6 16,0 1 0-16,0 2 12 16,-7 3 29-16,-5 3-13 15,-5 6-29-15,3 0-9 0,4 0-2 16,2 15-13-16,8 1-134 16,0 1-289-16</inkml:trace>
  <inkml:trace contextRef="#ctx0" brushRef="#br0" timeOffset="123792.69">7836 9794 545 0,'0'0'31'0,"0"0"-10"16,0 0-24-16,0 0 0 15,0 0 4-15,39 16 3 16,-25 5-2-16,2 4 3 16,-8 0 3-16,-2-5-2 15,-4 1 3-15,-2-4 5 16,0-2 6-16,0-5 0 15,0 0-1-15,0-6-5 0,0-2-11 16,0-2 2 0,0 0 4-16,-2-18 27 15,2-9-25-15,-4-4-10 0,2-8 4 16,0 3-3 0,2 1 0-16,0 6-1 15,0 10-1-15,0 5 0 16,0 6-3-16,2 6 1 15,14 2-2-15,-4 0 3 16,8 4 1-16,-1 17-1 16,-2 8 4-16,0 5 1 15,-2 5 3-15,-2-4-1 0,0 0 2 16,-4-3-5-16,-1-7-2 16,1-4-1-1,0-6 0-15,-5-5 0 0,0-6-9 16,-1-4-78-16,-3 0-206 15</inkml:trace>
  <inkml:trace contextRef="#ctx0" brushRef="#br0" timeOffset="124050.31">8289 9775 782 0,'0'0'62'16,"0"0"-6"-16,0 0-36 16,0 0-20-16,0 0 0 15,-6 96-1-15,6-60 1 16,6-2 1-16,6-7-1 0,-6-6 0 16,0-3-1-1,-3-8 0-15,-3-9 0 0,0-1-3 16,0 0-31-1,0-15-158-15,0-14-314 0</inkml:trace>
  <inkml:trace contextRef="#ctx0" brushRef="#br0" timeOffset="124240.76">8157 9590 733 0,'0'0'34'16,"0"0"-17"-16,0 0-19 0,0 0-13 16,0 0 11-1,0 0-105-15,3-15-435 0</inkml:trace>
  <inkml:trace contextRef="#ctx0" brushRef="#br0" timeOffset="124560.22">8522 9490 633 0,'0'0'81'16,"0"0"-39"-16,0 0 2 15,0 0-34-15,0 0-3 16,0 0 2-16,-24 109-1 16,24-64 2-16,0 4 5 15,0 1 4-15,0 0-1 16,11-6-9-16,7-5-6 0,5-5-3 31,5-5 2-31,0-6-2 0,-1-9-3 0,4-4 1 16,-7-10-5-1,-5 0-50-15,-8 0-156 0,-5-24-164 16</inkml:trace>
  <inkml:trace contextRef="#ctx0" brushRef="#br0" timeOffset="124809.96">8458 9840 639 0,'0'0'43'0,"0"0"-24"0,0 0-17 16,0 0-2-16,0 0 1 15,75-65 0-15,-37 53-1 16,-6 2 0-16,-4 8-1 15,-8 2-21-15,-16 0-195 16,-4 0-239-16</inkml:trace>
  <inkml:trace contextRef="#ctx0" brushRef="#br1" timeOffset="146470.66">884 10750 292 0,'0'0'42'0,"0"1"-4"15,0-1-11-15,0 0-14 0,0 0-7 16,0 0-1-16,0 0 1 16,0 0 2-16,0 0-3 15,4 0-2-15,-4 0 1 16,0 0-3-16,0 0 0 15,0 0 4-15,0 0 5 16,0 0 9-16,2 0 20 16,-2 0 3-16,0 0-14 15,0 0 3-15,0 0 1 16,0 0-4-16,0 0-13 16,0 0-8-16,0 0-1 0,0 0-11 15,0 0 3 1,0 0 0-16,0 0-4 15,0 0 1-15,0 0-2 16,2 0 5-16,2 0 4 16,1 0-1-16,-2 0-1 15,5 0 0-15,-4-5 2 16,2-1 2-16,-1-6-4 16,-3 5 8-16,-2-1-2 15,0 1 5-15,0 2 24 0,0 3 22 16,0-1-44-1,-7 1 9-15,1 2-11 16,-2 0-10-16,-1 0-6 16,-2 9 22-16,-1 12-14 0,0-1-2 15,0 5 3-15,2 5-2 16,6-3-8-16,4-2 2 16,0 2 11-16,0 0-10 15,0-1-3 1,4-4 6-16,8 1 1 15,2 0 1-15,2-7-2 16,3-5 0-16,2-3-9 16,3-8-41-16,4 0-102 0,1-3-77 0,-1-21-201 15</inkml:trace>
  <inkml:trace contextRef="#ctx0" brushRef="#br1" timeOffset="146809.85">1114 10766 623 0,'0'0'77'16,"0"0"-17"-16,0 0-43 15,0 0-20-15,0 0-8 16,-24 31 8-16,24-8 2 16,0 2 2-16,0-2-3 0,0 2-2 15,3-4 0 1,9-4 2-16,6-2 2 15,1-2-3-15,-4-4 2 16,2-8-1-16,-1-1-6 16,-6 0 9-16,0-12 12 15,-2-11-5-15,-4-8-12 16,-4-2 23-16,0 2 3 0,0 2-1 16,-2 8 9-1,-10 7 11-15,-4 7-24 0,2 7-16 16,4 0 2-16,1 1-22 15,7 11-106 1,2-4-255-16</inkml:trace>
  <inkml:trace contextRef="#ctx0" brushRef="#br1" timeOffset="146940.91">1114 10766 510 0</inkml:trace>
  <inkml:trace contextRef="#ctx0" brushRef="#br1" timeOffset="147301.9">1114 10766 510 0,'122'-16'29'0,"-122"9"4"0,0 2-32 16,12 5-9-16,4 0 8 0,6 0 5 16,0 2-9-16,-3 14 2 15,-2 3 3-15,-6 3 5 16,2 1-2-16,-4 0 4 15,-5-4-1-15,0-1-3 0,0-2 3 16,0-7-6 0,-4-3 1-16,2-2 1 0,-2-2 4 15,0-2 11 1,0 0 58-16,0-12 25 16,3-7-49-16,0-10-34 0,1 1-16 15,-1 3-2 1,0 3 0-16,1 12-1 15,-2 1 2-15,2 8-3 16,-4 1-3-16,5 0-5 16,3 1-3-16,1 15 7 15,2 5 9-15,-1 7 2 0,4 1-2 16,-3 1-1 0,1 0-1-16,-3-7 0 0,1 1 0 15,2-7 0-15,-3-5-4 16,0-11-63-16,1-1-167 15,-4 0-199-15</inkml:trace>
  <inkml:trace contextRef="#ctx0" brushRef="#br1" timeOffset="147639.73">1665 10751 721 0,'0'0'78'0,"0"0"-31"15,0 0-26 1,0 0-28-16,-39 30 0 0,35-8 5 16,2-1-2-1,2 0 2-15,0-4-2 16,3-3 0-16,17 2-3 0,2-7 4 16,4 1 3-1,-2 0-2-15,-4 0-3 0,-2-1-14 16,-2 2-10-1,-8 2 15-15,-4-2 9 16,-3-2 5-16,-1 1 1 16,0 2 2-16,0 1 1 0,0 0 0 15,-5 3-2 1,-1 0 0-16,-4-2-2 0,8-3-3 16,0-2-7-16,2-9-209 15,0 0-171 1</inkml:trace>
  <inkml:trace contextRef="#ctx0" brushRef="#br1" timeOffset="147940.4">1874 10845 603 0,'0'0'77'0,"0"0"40"15,0 0-33-15,0 0-47 16,0 0-22-16,0-17-22 0,0 30-9 16,0 13 14-1,0 6 5-15,0 9 1 0,4 0-2 16,3 2-1 0,3-3-1-16,1-9 0 0,-5-4 0 15,0-10 0 1,-1-7-1-16,0-10-4 15,-3 0-49-15,-2-27-68 16,0-12-215-16</inkml:trace>
  <inkml:trace contextRef="#ctx0" brushRef="#br1" timeOffset="148090.21">1843 10624 631 0,'0'0'117'16,"0"0"-28"-16,0 0-10 15,0 0-48-15,0 0-20 16,0 0-10 0,-21-31-12-16,21 31-37 0,0 18-192 15,2 5-420 1</inkml:trace>
  <inkml:trace contextRef="#ctx0" brushRef="#br1" timeOffset="149390.54">2358 10853 499 0,'0'0'54'15,"0"0"-15"-15,0 0-18 16,0 0-8-16,-130 34 15 16,107-10 11-16,5-3-19 0,12 0-12 15,3 1-6-15,3-3-10 16,0-1 9 0,3-4-2-16,15-6 0 0,-1-3-2 15,6-5-16 1,6 0-12-16,-1-21-21 0,-2-13-60 15,-8-7 10 1,0-15 72-16,-16-2 33 0,-2-2 127 16,0 3-165-1,-11 4 85-15,-6 12 8 0,-1 10 43 16,8 12 0-16,-1 8-40 16,3 7-11-16,7 2-17 15,1 2-25-15,0 0-19 16,0 23-12-16,0 8 17 15,0 10 10 1,14 7 0-16,4 4-2 0,8 1-2 16,2-7-1-16,3-4 0 15,-1-4 2 1,2-12-3-16,-6-3-2 16,-4-13-3-16,-4-5-2 15,0-5-5-15,-1 0-5 0,-3-14 2 16,0-12 4-16,-5-9-18 15,-6-5 16-15,-3 5 10 16,0 0 12-16,0 7 0 16,-6 8 9-16,-6 4 37 15,-1 8-9-15,2 2-14 16,0 4-9-16,3 2-12 0,-3 0-15 16,4 0-4-1,-1 22-4-15,6 4 30 0,2 5-16 16,0 3 0-1,0-1-4-15,11-4 3 16,12-6 5-16,-1-5-5 16,-3-8-7-16,1-9-11 0,-4-1-7 15,-2 0-3-15,-4-5-18 16,-5-16 42 0,-2-5 8-16,-3-5 3 15,0 2 1-15,0 0-2 16,0 4-3-16,-6 8 4 15,4 5 0-15,-4 6-1 16,6 2 4-16,0 4-7 0,0 0-4 16,0 0-13-1,6 0 0-15,12-2 10 0,8-2 6 16,1-2-1 0,-1-2-3-16,-2 3 5 0,-7 2-1 15,-2-3-1-15,-7 3 1 16,-1 1-2-16,-2 2 3 15,-3-1-2-15,2 1 0 16,-2 0-2-16,2 0-7 0,-2 3 1 16,2 13 7-1,2 5 2-15,0 2 2 16,2 2-1-16,-2 5 1 16,4-3-3-16,0-4 0 15,-1-1 1-15,10-7-1 16,-2-7-1-16,7-8-3 0,2 0 4 15,0 0 4 1,0-14-5-16,-6-5-16 16,-4-5 17-16,-6-3 2 15,-5-2 7-15,-3 4 6 16,-2-5 18-16,0 10 21 16,0 1 26-16,0 7-31 15,0 5 5-15,0 2-16 16,0 4-8-16,0 1-18 15,0 0-17-15,0 9-10 16,0 19-13-16,0 4 31 16,0 9 1-16,7 3 1 0,3 1-4 15,-1-9-1 1,2-2-1-16,-3-9 2 0,-1-7-2 16,-1-14-11-1,-4-4-104-15,-2-14-106 16</inkml:trace>
  <inkml:trace contextRef="#ctx0" brushRef="#br1" timeOffset="149556.47">3085 10437 715 0,'0'0'31'0,"0"0"-4"0,0 0-19 16,-7-25-21-1,7 26-23-15,0 20-276 16</inkml:trace>
  <inkml:trace contextRef="#ctx0" brushRef="#br1" timeOffset="150008.19">3366 10781 573 0,'0'0'11'0,"0"0"22"0,0 0-5 16,0 0-39-16,0 0 11 16,0 0 5-16,5 47-3 15,6-18 3-15,-3-4-1 16,2 0 1-1,-6-6-1-15,0-5 1 0,-2-3 2 16,-2-5 2 0,0-6-2-16,0 0 2 0,0 0 17 15,0 0 77-15,0-17-30 0,0-6-57 16,0-7-9 0,4-4-6-16,2-1 1 0,3 4-1 15,0 4 0 1,-1 11-1-16,3 6-2 15,0 10-1-15,2 0-5 16,0 4 3 0,2 14 8-16,2 1-1 0,-2 0 0 15,3 3-1-15,-8-3-1 16,6-1 1-16,-4-3-3 16,5-5-29-16,2-6-163 15,1-4-170-15</inkml:trace>
  <inkml:trace contextRef="#ctx0" brushRef="#br1" timeOffset="150470.89">3802 10768 615 0,'0'0'57'0,"0"0"48"16,0 0-18-16,0 0-51 15,0 0-28-15,-74-11-10 16,66 30-3-16,6 5 0 15,2 0-2-15,0-3 4 16,0-4 1-16,6-3-1 0,6-8-1 16,6-6 1-1,2 0-3-15,-2-4 7 0,0-17 6 16,-3-4-8-16,-2-3 3 16,-2-1 2-16,-9 5 0 15,-2 5 6-15,0 6 6 16,0 3 46-1,0 8-5-15,0 2-24 0,0 0-31 16,0 24-14 0,0 8 8-16,0 11 6 0,0 9 0 15,0 9-2-15,0-2 2 16,0 2-2-16,0-2 0 16,0-6 1-16,0-5-1 0,0-7 0 15,-2-12 0 1,-7-5 2-16,-2-11-2 15,-4-7 3-15,0-6 2 16,-6 0 0-16,-1-18-24 16,0-11-190-16</inkml:trace>
  <inkml:trace contextRef="#ctx0" brushRef="#br1" timeOffset="151120.64">4484 10628 432 0,'0'0'69'16,"0"0"7"-16,0 0-29 15,0 0-22-15,0-10-4 0,0 10-6 16,0 0-7-1,0 0-4-15,0 4 2 0,0 10 5 16,0 1-2 0,4 3-4-16,0 0-3 0,0-2-1 15,5 2-1-15,-4-1-2 16,1-4-20 0,-2 2-346-16</inkml:trace>
  <inkml:trace contextRef="#ctx0" brushRef="#br1" timeOffset="151742.74">4920 10816 336 0,'0'0'53'0,"0"0"20"0,0 0-6 0,0 0 9 15,0 0-1-15,-17-70-29 16,-4 68-10 0,-5 2-11-16,0 0-12 15,-2 0-9-15,0 12-1 16,0 7-2-16,7 0-1 15,3 7 0-15,6-1 0 16,5 4-7-16,4-4 4 0,3 1 2 16,0-2 0-1,18-5-2-15,8-6-3 16,0-4-1-16,1-6-1 16,-1-3-19-16,0 0-55 15,-6-6 12-15,-6-16 33 0,-2-3 29 16,-6-1 12-1,-2-2 10-15,-4-1 30 0,0 4 27 16,0 3-20-16,0 5-4 0,0 5-5 31,0 5-8-31,0 2-2 0,0 4-7 16,0 1-10 0,0 0-7-16,0 0-10 0,0 7-7 15,0 11 6-15,0 7 4 16,4 2-1-16,5 2 0 15,4-2-1-15,-2-6-1 16,-1-3-4-16,1-7-31 16,0-11-140-16,-3 0-65 15,-3 0-179-15</inkml:trace>
  <inkml:trace contextRef="#ctx0" brushRef="#br1" timeOffset="151990.63">5161 10522 721 0,'0'0'50'16,"0"0"25"-16,0 0-53 0,0 0-33 15,0 0 11 1,-13 60 2-16,13-18-1 0,0 3 0 16,0 1-2-1,-2-7-4-15,-6-4-203 16</inkml:trace>
  <inkml:trace contextRef="#ctx0" brushRef="#br1" timeOffset="153201.17">1000 12007 472 0,'0'0'76'0,"0"0"1"15,0 0-2-15,0 0-33 16,-58-16-17-16,49 20-23 16,0 19-4-16,1 11-3 15,0 5 4-15,3 4 3 16,5 4-2-16,0-5-1 0,0-8-2 16,11-5 0-1,5-14 0-15,9-9-1 0,1-6 0 16,4-2-3-1,-3-23 5-15,-2-10-5 0,-4-8 12 16,-6 0-6 0,-11 0 4-16,-4 8 3 15,0 1 2-15,0 9 6 0,0 10 19 16,-8 3 8 0,3 6-9-16,5 6-15 0,-2 0-12 15,2 0-12-15,0 19-12 16,0 9 18-16,0 5 3 15,2 1 0 1,11 0-1-16,-1-7-1 0,9-7-1 16,0-10 0-16,5-6 1 15,-3-4-2-15,1-8 1 16,-5-17-8-16,-4-3-10 16,-6-3-24-16,-7 0 41 15,-2 3 8-15,0 7 0 16,0 6 0-16,-4 9 1 15,-1 2 14-15,5 4-13 16,0 0-14-16,0 0-11 16,3 13 14-16,10 7 3 15,4 4 0-15,5 5 0 16,1 0 1-16,-4 5-2 16,0-3 3-16,0-4-3 0,-7-2 0 15,-6-1-1 1,-6-1-2-16,0-2 4 0,0 2 2 15,-16 0-3 1,-5-1 2-16,9-14-23 0,1-8-242 16</inkml:trace>
  <inkml:trace contextRef="#ctx0" brushRef="#br1" timeOffset="153875.35">2224 12119 508 0,'0'0'29'0,"0"0"-42"16,0 0 33-16,0 0-11 16,9 68-4-16,8-33 0 15,1 0-5-15,-4-3 3 0,-3-5-3 16,-2-6-1-1,-5-5 4-15,-4-5 0 0,0-6 1 16,0-5 3-16,0 0 12 16,2 0 28-1,-2-10 28-15,2-9-10 0,-2-9-32 16,1 2-21 0,-1-3-8-16,0 1 1 0,0 3 1 15,0 8-1 1,0-1-1-16,0 2-3 0,0 3-1 15,0 1 0 1,0 0 0-16,0 2 1 16,0-5 1-16,0 7 1 15,0 0 2-15,0 2 9 0,0 3 3 16,0 2 1 0,0 0-9-16,0 1-7 0,0 0-2 15,0 0-5-15,0 0 3 0,0 0 2 16,0 0-1-1,0 0 2-15,0 0 0 16,0 0 1-16,0 0 0 16,0 0-2-16,0 0-1 15,0 0-3-15,0 0-4 0,-3 5-3 16,-5 1-87 0,-4 0-278-16</inkml:trace>
  <inkml:trace contextRef="#ctx0" brushRef="#br1" timeOffset="154520.72">2347 12091 680 0,'0'0'60'0,"0"0"-26"16,0 0-35-16,0 0-15 0,-5 17 16 16,5 9 2-16,0 9 1 15,0 2 1-15,5 0 4 16,-3-4 1-16,-2-6-2 16,0-6-1-16,2-4-2 15,-2-6-4-15,0-8 4 16,0 0-2-16,0-3 2 15,0 0 13-15,0-12 45 16,0-16 9-16,0-4-42 16,3-9-25-16,1-2-2 15,0 3-2-15,4 6 0 0,3 6-2 16,4 9 1 0,0 3-3-16,7 9-1 15,0 2-1-15,2 5-1 16,-2 0-3-16,-2 5 0 15,-2 15-4-15,-8 5 3 16,-1 0 6-16,-5 0 5 16,-4-3-1-16,0-8 2 15,0-5 0-15,0-3-1 16,0-6 1-16,0 0 1 0,0 0-1 16,0 0-8-16,-7 0-89 15,-1 0-164-15</inkml:trace>
  <inkml:trace contextRef="#ctx0" brushRef="#br1" timeOffset="155351.09">2769 12091 412 0,'0'0'21'16,"0"0"4"0,0 0 21-16,0 0-11 0,0 0-11 15,-9 113-11-15,9-76-3 16,0 0-3-16,0-4-1 16,0-7-2-16,9-4-4 15,3-6 1-15,-1-8 1 16,4-7-6-16,-1-1 2 15,2-1 1-15,-2-18 3 16,0-8 9-16,-5-1-27 16,-4-3 25-16,-5 0 3 0,0 2-8 15,0 4 13 1,-9 1 38-16,-8 2 5 16,-5 3-12-16,-2 5-15 0,1-3-21 15,5 9-5 1,1 0-1-16,9 5-5 0,3 2 0 15,3 1-2 1,0 0 2-16,2 0-2 0,0 0 0 16,0 0-10-1,0 0-6-15,19 0 9 16,3 0 9-16,4 0 0 0,0 0-1 16,-2 0-1-1,-6 0-1-15,2 0 0 0,-7 0-1 16,2 0 3-16,-8 0-1 15,3 0 2 1,-1 0-1-16,-7 0 3 16,0 0 1-16,-2 0-1 15,0 0 1-15,0 0-2 0,0 20-10 16,0 4 9-16,2 7 1 16,3 4-1-16,1 1 1 15,5-2-1-15,-5-5-1 16,5-10-1-16,1-2 0 15,-2-7 1-15,4-6 0 16,0-4-2-16,0 0 3 16,4-2 2-16,-3-16-6 15,2-5 8-15,-10-6-8 16,3-2 12-16,-6-6-8 16,-4 0 4-16,0 0-2 15,0 2 4-15,-14 6 5 0,-8 1 31 16,-6 10 21-1,-3 11-30-15,3 1-16 0,1 6-17 16,1 0-3 0,11 0-4-16,6 12-8 15,7-3-40-15,2 1-131 0,0-6-163 16</inkml:trace>
  <inkml:trace contextRef="#ctx0" brushRef="#br1" timeOffset="155756.53">3442 11889 359 0,'0'0'45'16,"0"0"31"-16,0 0 41 16,0 0-7-16,-17-25-16 15,14 25-18-15,1 0-31 16,2 0-12 0,-2 0-11-16,0 0-13 0,2 19-11 0,-2 14-5 15,0 9 9 1,0 8 3-16,0 7 1 0,2-1 1 15,0-5-3 1,0-4-1-16,6-8-3 16,14-4-1-16,-1-12-1 15,7-2 1-15,0-11-3 16,2-5-4-16,2-5-19 0,-4-11-147 16,-5-18-241-1</inkml:trace>
  <inkml:trace contextRef="#ctx0" brushRef="#br1" timeOffset="155967.7">3317 12147 571 0,'0'0'52'0,"0"0"13"16,0 0-41-16,0 0-23 15,0 0-3 1,15-1 3-16,11-5 0 0,4 3 0 16,7-1 0-16,2-2 0 15,-3 1-4-15,-8-2-264 16</inkml:trace>
  <inkml:trace contextRef="#ctx0" brushRef="#br1" timeOffset="156920.01">3982 12147 419 0,'0'0'4'16,"0"0"2"-16,0 0-2 15,0 0 2-15,41 6-6 0,-24 12 1 16,1 4 3 0,-6 1-1-16,-3 0 5 15,-2 2 13-15,-3-3 15 16,-4-3 17-16,0-4-21 15,0-3-14-15,0-4-9 16,0-7-2-16,0-1 9 0,0 0 56 16,0-5 14-1,0-15-49-15,0-9-31 0,0-4-6 16,0-5 3-16,0 3-1 0,0 0 0 16,0 8-2-1,0 5-2-15,0 8 2 16,4 6-3-16,2 5 0 15,4 3 1-15,0 0-1 16,0 12 0-16,2 13 2 16,-4 6 3-1,2 6 1-15,0 0-1 0,-4-4 0 16,0-2-1-16,-2-8 0 16,3-8-1-16,-3-3 1 15,1-4-2-15,1-7-1 16,3-1-3-16,-1 0-36 15,1-11-173-15,6-10-242 16</inkml:trace>
  <inkml:trace contextRef="#ctx0" brushRef="#br1" timeOffset="157275.73">4410 12134 599 0,'0'0'69'0,"0"0"7"16,0 0-27 0,0 0-42-16,0 0-9 0,-41 16-1 15,37 6 3-15,4 6-2 16,0 0 2-16,0 1-1 16,0-4 0-16,4-6 0 15,7-4 0 1,-2-3 0-16,4-10-4 0,2-2 1 15,0 0-1 1,-3-18 4-16,4-7 6 16,-10-4-3-16,-2-1 3 0,-4-8 0 15,0 4 1-15,-4 3 0 16,-15 3 2-16,-2 9-3 16,-1 7-5-16,2 12-1 15,3 0-4-15,9 5-25 16,8 11-212-16</inkml:trace>
  <inkml:trace contextRef="#ctx0" brushRef="#br1" timeOffset="158003.48">4733 12116 603 0,'0'0'30'0,"0"0"-4"15,0 0-16-15,0 0-6 16,0 0-2-16,-110 94-3 0,104-59 0 16,6 0 2-16,0-4-4 15,0-8 1-15,4-4 1 16,9-7 0-16,4-8-3 15,3-4-6-15,1-3-1 16,3-22 3 0,-3-5-11-16,1-13-54 15,-7-6 56-15,-5-5 30 16,-7-5-6-16,-3-1 1 0,0 1 19 16,-5 7 32-1,-12 10 23-15,2 7-8 0,0 11-11 16,5 11-22-16,3 7-9 15,0 3-15-15,3 3-8 16,2 0-9-16,0 16-11 16,0 18 8-16,0 4 3 15,2 12-2-15,0 1 4 16,0 3-3-16,6-3-1 16,11-5 0-16,3-5 1 15,1-12-2-15,0-8 1 0,-3-6-4 16,-1-9-1-1,-2-6-4-15,-1 0-1 0,0-13-11 16,-3-15 10 0,-2-6 15-16,1-3-1 15,-1-3 1-15,-3 3-2 0,1 8 3 16,-5 5-2-16,-2 9 4 16,0 7 5-16,0 8 25 15,0 0 2 1,-9 2-31-16,1 19-6 0,-1 3 0 15,3 8-2 1,6 2 2-16,0 1 0 16,0-1-1-16,8-3 0 15,20-6-1-15,21-11 0 16,15-14 0-16,6 0-2 16,1-10 0-16,0-19-310 0</inkml:trace>
  <inkml:trace contextRef="#ctx0" brushRef="#br1" timeOffset="159220.14">5426 10429 593 0,'0'0'71'0,"0"0"-24"16,0 0-30-16,-17 30-19 15,17 10 3-15,0 12 1 0,0 9-2 16,0 11 3 0,14 6-1-16,4 9 0 0,1 10 0 15,1 8 2 1,-5 16-1-16,-2 4-1 15,-3 8 0-15,1 2 0 16,-2 1 3-16,-1-3-5 16,4 3 5-16,-4 0 3 15,-4-3 7-15,-2 3-2 16,-2-7-8-16,0-5-1 0,-2-12-3 16,-6-19 1-1,0-15 0-15,2-18-1 16,6-17 0-16,-2-17-2 15,2-8 3-15,-2-8-2 0,-2-6 1 16,-2-3 2 0,-10 1 3-16,-1-2-3 0,-9 3-2 15,-8 0-2-15,-7-1-1 16,-12 4-1 0,-4-1 1-16,-7 4 0 0,-5-4 4 15,-9 1-2 1,-8 0 1-16,-15-3-2 0,-11 7 2 15,-19 0-1-15,-16 5 0 16,-7 5-1 0,-5 4 4-16,4-1-2 0,6-2 1 0,10-2 2 15,5-4-2 1,-6-4-2-16,-13 7-2 0,-17 4 1 16,-25 7-4-1,-22 6 1-15,-3 6 6 16,5 1 1-16,12-6-1 15,24-10 2-15,32-8 2 16,26-11 2-16,15-6 23 16,16-1 25-16,7 0-35 15,5-2 1-15,3-10-4 0,3 6-1 16,5 0 1 0,5 6 5-16,11 0-11 15,5 0-1-15,12 0-1 16,6 0 0-16,8 0-2 0,8 0-5 15,-1 0-2 1,4 0-2-16,3 0 1 0,2 0-2 16,4 0-4-1,0-18-24-15,32-17-167 16,19-25-252-16</inkml:trace>
  <inkml:trace contextRef="#ctx0" brushRef="#br1" timeOffset="160691.19">5583 10353 441 0,'0'0'21'0,"0"0"-14"15,-56-23 16-15,35 15 4 16,-3-2-1-16,-2 1 4 0,0-2 4 16,-4-1 24-1,-11-2-17-15,-8 2-12 16,-11 3-14-16,-14 3-9 15,-16 6 0-15,-17 0-4 0,-16 0 0 16,-6 0 2 0,-9 8-1-16,-2 5 11 0,0-3 2 15,9 0 1-15,8-3 11 16,1-1-10-16,1 0-9 16,-4 2-5-16,-13 3-1 15,-7 7-4 1,-12 8 0-16,-5 0-1 0,-1 7 2 15,14-4 4-15,16-4 0 16,19-3 7-16,25-9-7 16,12-1 3-16,10-6 18 15,5-1-17 1,2 1-6-16,-12 4-2 0,1-2 2 0,-1 3-3 16,0-1 2-1,12-1-1-15,5-3 0 16,7 0 3-16,9-2-2 15,11-2 1-15,4-2 0 16,2 0-2-16,2 0 2 0,-2 0 0 16,0 0-1-1,1 0-1-15,1 0 0 16,-3 0 0-16,4 0-1 16,1 0 2-16,4 0-1 15,0 0-1-15,0 0 2 16,-5 0 2-16,-2-6 0 15,-2 0-2-15,-7-1-2 16,2 1 2-16,-4-2-1 0,6 0-1 16,1 2 3-1,6-1-3-15,2-1 1 16,0 0 2-16,4 1 2 0,-4-5-3 16,0 2 1-16,-3 1 1 15,-2-1-2-15,-2-2 0 16,-7 2-3-1,-8-1 1-15,-6 3 0 0,-7 0 3 16,-4 2-3-16,1 3-1 16,-3 0 3-16,6 1 0 15,7-1-1-15,10 3-1 16,5 0 1-16,9 0-1 16,3 0 1-1,8 0 0-15,3 0 0 0,2 0-1 16,5 0-6-16,0 0-5 15,0 0-34-15,26 16-124 16,9-7 4-16,6-5-115 16</inkml:trace>
  <inkml:trace contextRef="#ctx0" brushRef="#br1" timeOffset="166224.07">10424 9526 214 0,'0'-5'53'16,"0"2"5"-16,0-2 8 16,0 1-17-16,0 1-23 15,0-2 10-15,0 4-6 0,-2-2-5 16,-5 2-7 0,-3 1-7-16,-6 0 7 15,2 0-1-15,-1 0 3 16,-5 0-1-16,3 0-1 0,0 0 0 15,-1 7 0-15,4 5-9 16,-4 5-2-16,-1 2-3 16,6 5-3-16,-2 0 0 15,6 3 0-15,3 3 0 16,-1 1 1-16,7 0 0 16,0 2-1-16,0-3-1 15,11-1 1-15,7-4-1 16,5-4 0-16,6-2 1 15,-2-7-2-15,3-5 0 0,0-2 0 16,-2-5 0 0,-2 0 0-16,0-6 4 15,-2-18 0-15,-8-1-1 0,2-6 2 16,-7-1 2 0,-5-6 2-16,-6 2 2 0,0-1 6 15,0-1 7 1,-11 5 3-16,-8-1-1 15,-2 6-12-15,-3 6-3 16,0 10-5-16,-4 12-5 16,0 0-6-16,0 18-5 15,5 1-95-15,7-5-498 0</inkml:trace>
  <inkml:trace contextRef="#ctx0" brushRef="#br1" timeOffset="167470.46">12725 9518 355 0,'0'0'77'0,"0"0"-8"15,0 0-29-15,-18-3-20 0,5 6-12 16,-2 19-8-1,-5 3 5-15,-3 9 1 16,-2 2 2-16,-3 3 2 16,-1-2-1-16,3-6 0 15,-2-4-1-15,4-3 0 0,6-7 2 16,0-8 2 0,4-2 2-16,0-4 1 0,4-3 3 15,-2 0 7-15,4 0 14 16,0-14-20-16,1-7-8 15,3-2-4 1,1-2-3-16,3 3-1 0,0 3 0 16,0 3-1-16,0 5 0 15,0 1-4-15,5 0-2 16,10 2 5-16,0-1-1 16,2 0 0-16,4 8 1 15,2 1-1-15,0 0-4 16,5 7 2-16,4 17 2 15,2 1 0-15,4 5 2 16,2-1-2-16,-1-3 1 16,4-2-3-16,-4-5 2 15,-3-5-3-15,-4-5-4 16,-6-4 2-16,-8-5-3 16,1 0 3-16,-4-3 2 0,-2-13 4 15,-1-7 0 1,-2 3 1-16,-4-2-1 0,0 5 3 15,-4 5-2 1,0 4 2-16,-2 8 0 16,0 0-11-16,0 4-21 0,6 7-199 15</inkml:trace>
  <inkml:trace contextRef="#ctx0" brushRef="#br1" timeOffset="168342.82">14407 9486 518 0,'0'0'79'16,"0"0"-23"-16,0 0-24 16,0 0-25-16,-37-6-10 0,24 23 3 0,-2 7 2 31,-2 4 0-31,-2 4 2 0,-3-1-2 16,-4 0 0-1,0 0 2-15,-2-6-2 0,-2 0 1 16,0-3 0-16,0-3-1 15,3-8 0-15,5 0-1 16,2-5 0-16,8-6 2 16,0 0 2-16,6 0 3 15,4-5 9 1,0-12-10-16,2-3-6 0,0-3-1 16,0 0 1-1,0 1-1-15,8 1 0 16,6 3 0-16,-2 0-1 0,4 8 0 0,-4-2 0 15,8 7 0 1,-3 5 0-16,2 0 1 16,3 5 0-16,-1 17 0 15,3 2 1-15,0 4 0 16,2-1-1-16,0-4-1 16,-1 0 2-16,-1-7-1 15,-2-2-1-15,1-7 1 16,-4-2-1-16,-3-5-1 15,0 0 0-15,2 0 2 0,-8-3-1 16,6-6 2-16,-8-1-4 16,-4 2-21-16,-4 2-139 15,0 0-146-15</inkml:trace>
  <inkml:trace contextRef="#ctx0" brushRef="#br1" timeOffset="169401.85">16434 9599 420 0,'0'0'53'0,"0"0"17"0,0 0-34 15,-58-9-24-15,46 13-6 16,-2 18-2-16,-4 0 4 15,-3 12 3-15,-5 1 3 0,0 4-1 16,-4-1-2 0,-2-1-1-16,4-7-4 0,0-5-3 15,2-2 0 1,3-10-2-16,1-7 0 16,0-5 2-16,8-1-1 0,-2 0 1 15,8-9 22 1,2-8-12-16,1-1-7 0,5-3-4 15,0 2-1 1,0-1-1-16,0 4-1 0,9-2 3 16,1 6-2-1,6 0-1-15,0 6-1 16,2 2 2-16,4 4-2 16,-1 0 2-16,5 0-3 0,2 20 3 15,2 3 1-15,4 2-1 16,0 0 1-1,5-2-2-15,0-5 3 0,0-6-3 16,-1-6 0 0,-1-6 0-16,-5 0 0 15,-2 0 0-15,-6-18 2 0,-6 0 0 0,-4-2 1 32,-8 1-2-32,-6 1 2 0,0 5 1 15,0 2-4-15,0 4-90 16,-4 1-256-1</inkml:trace>
  <inkml:trace contextRef="#ctx0" brushRef="#br1" timeOffset="170139.87">18071 9575 490 0,'0'0'39'0,"0"0"4"15,0 0 15-15,0 0-11 16,-33-43-13-16,28 43-23 15,-9 0-10-15,0 14 3 16,-9 11-1-16,-3 4-1 16,-5 3 1-16,-4 4 0 15,-3-3 1-15,-4 0-1 0,6-4-1 16,1-5-1 0,3-5-1-1,8-6 0-15,10-3 0 0,2-8 1 16,6-2 1-16,6 0 4 0,0-13-7 15,0-11-5 1,0-3 4-16,16-3 4 16,-4 4-2-16,4 2 1 15,-4 9 1-15,4 5-1 16,-2 4-3-16,2 6 1 16,5 0-2-16,5 0 3 15,-3 12 0-15,4 5-1 0,-1 3 1 16,-1 3 0-1,-1-2 1-15,-3 1-1 0,1-5 0 16,1-1 0 0,5-8 0-16,0-5 1 15,4-3-2-15,1 0 2 0,-4-11-1 16,-4-5-1 0,-8 3 1-16,-6 1 0 0,-11 4-8 15,0 0-219-15</inkml:trace>
  <inkml:trace contextRef="#ctx0" brushRef="#br1" timeOffset="171070.55">20121 9524 549 0,'0'0'65'0,"0"0"-7"0,0 0-27 16,0 0-20-16,-59-3-9 15,39 25 0-15,-4 6 0 16,-6 7 0-16,-4 2 1 16,-3 2-3-16,-1-4 1 15,-4-5-1-15,8-2 1 0,2-9-1 16,8-6 1-1,5-5 0-15,8-8-1 0,5 0 5 16,6-2-3 0,0-17-8-16,0-4 1 15,13-2 7-15,-1-1-1 0,1 3-1 16,0 2 3 0,-2 5 2-16,2 6-3 15,4 4 1-15,5 6-7 16,2 0 4-16,6 5-2 15,2 14 3-15,0 2-2 16,0 7 2-16,-1-5-1 16,1 0 0-16,0-4 1 15,0-2-2-15,-2-10 1 0,1-3 0 16,-1-4-2 0,-6 0 1-16,-6 0 1 0,-2-14 1 15,-4-1 0-15,-3-3 0 16,-4 2 1-1,-3 6 0-15,-2 5-2 0,0 3 0 16,0 2-100-16,0 0-411 16</inkml:trace>
  <inkml:trace contextRef="#ctx0" brushRef="#br1" timeOffset="171819.96">21929 9616 475 0,'0'0'59'0,"0"0"49"0,0 0-27 16,0 0-43 0,-15-31-12-16,4 31-13 0,-4 0-14 15,-5 19 3-15,-3 8 1 16,-10 6-3-16,-1 4 3 15,-5 2-4-15,-1-4 3 16,0-6-3-16,2-7 1 16,6-2 2-16,6-10-2 15,5-7 2-15,5-3-1 0,6 0 3 16,8-10-2 0,0-13-2-16,2 1-1 0,0-4 2 15,0 3 1 1,2 4-2-16,10 3 1 0,6 4 1 15,3 7-3 1,5 5-3-16,2 0 0 16,0 5 2-16,0 17 0 15,0 5 2-15,-2 4 0 16,-3-1 0-16,1-2 0 16,-2-6 1-16,2-6-1 0,-1-1-1 15,-4-10 1 1,5-5 0-16,-2 0-1 15,-1 0 0-15,-4-5-10 0,-2-13-44 16,-9-1-219 0</inkml:trace>
  <inkml:trace contextRef="#ctx0" brushRef="#br1" timeOffset="172736.69">23708 9638 536 0,'0'0'66'0,"0"0"-6"16,0 0-41-1,0 0-17-15,-86 26 0 0,60-1 0 16,0 4 0-16,-1 0 2 15,-3-1-1 1,-2-4-1-16,-2-8 3 0,0 1 0 16,2-6 4-16,4-5 0 15,7-6-5-15,5 0 1 16,8 0 9-16,4-17 10 16,4-5-18-16,0-6-1 15,0 1-1-15,6 0-1 16,5 7 1-16,0 5 0 15,1 5 1-15,4 6 0 16,0 4-8-16,4 0 2 16,2 16-3-16,1 11 4 0,-1 2 1 15,2 7 1-15,-2-2-1 16,4-6 0 0,3-8-1-16,1-7-1 0,-2-7 0 15,0-6-3 1,-2 0 5-16,-4-1-3 0,-8-15 5 15,0 2 1 1,-8 3-3-16,0 3 0 16,-3 5-1-16,-3 0-6 15,0 3-225-15</inkml:trace>
  <inkml:trace contextRef="#ctx0" brushRef="#br1" timeOffset="176657.6">5316 1946 277 0,'0'-1'38'0,"0"-5"-2"16,0 0-12-16,0 3-13 15,0-3-5-15,0 3-3 16,0 1 9-16,0 2 22 16,0-3 42-16,0 3 9 0,0 0-16 15,0-2-15 1,0 2-17-16,0 0-16 16,0-1-11-16,-2 1-4 15,-5 0 3-15,1 0-4 16,0 0-3-16,-3 0 1 15,-4 0-1-15,2 7 0 0,-1 6 0 16,0 0-1 0,4 4-2-16,0 0 1 0,4-3 0 15,-2 1 0-15,2 4-2 16,2-1 2-16,2 5-2 16,0 0 0-16,0 2 2 15,0 2-1 1,6-7-2-16,10-1-1 15,4-6 1-15,-2-1 2 16,4-6-4-16,0-1 6 0,-3-4-1 16,3-1 0-1,0 0 2-15,-6 0-1 16,2-1-2-16,1-11 1 0,-2-6-5 16,-2-1 6-16,0-6 11 15,-2 0-11-15,-7-4 6 16,1 1 1-16,-7-1 1 15,0 2 10-15,0 2-10 16,0 0-4-16,-4 1 5 16,-5 4 2-16,-2 1 9 15,-2 5 3-15,3 3-3 16,-5 2-7-16,-3 7-2 16,-6 2-9-16,-4 0-6 0,1 12-2 15,-3 12-11 1,6-4-44-16,0-1-168 0</inkml:trace>
  <inkml:trace contextRef="#ctx0" brushRef="#br1" timeOffset="178406.34">1871 4067 413 0,'0'0'84'16,"0"0"-2"-16,0 0-22 15,0 0-27-15,0 0-8 16,0 0-17-16,-2 6-8 16,-7 9 3-16,-1 7 0 15,-3 7-1-15,-2 2 1 0,-2 6 0 16,-1 1 0-1,2 3 0-15,-4-4-2 16,2-3-2-16,4-6 2 16,3-9 0-16,0-7 0 0,3-11 4 15,-7-1 4-15,8 0 17 16,-6-13 10-16,2-7-25 16,2-7-13-16,-3 1 12 15,6-3-9-15,1 1 7 0,0 0-5 31,3 8-4-31,2 4 0 16,0 4-12-16,0 3 17 16,0 4-11-16,16 3-1 15,5 2-1-15,7 0 8 0,9 0 3 16,4 0 1-16,6 7-2 16,0 5 0-1,-3 1-1-15,1 1 2 0,-9-1-3 16,-9 3-1-16,-4-6-1 15,-11-3 1-15,-3-3 2 16,-3-4 1 0,-1 0-2-16,-1-5-3 0,1-13 12 15,1-3 2-15,-2 1 0 0,-2 2-5 16,0 7 1 0,1 8-3-16,3 3-7 0,1 0-14 15,-5 7-53 1,0 13-513-16</inkml:trace>
  <inkml:trace contextRef="#ctx0" brushRef="#br1" timeOffset="179670.44">2065 7174 317 0,'0'0'55'0,"0"0"-21"0,0 0-15 15,0 0-5 1,0 0 7-16,0 12 13 16,0 4 2-16,0 3 0 15,-4 2-3-15,-5 6-1 16,-2 8 3-16,-4-1-17 15,0 4-12-15,-3 3 2 16,4-3-5-16,-5-3-1 16,3-4 0-16,2-5-1 15,-2-10 3-15,4-1-2 0,-2-11 4 16,4-4 35-16,-3 0 6 16,4 0-19-16,-4-16-20 15,3-12-10 1,1-1 11-16,-2 1-1 0,3-6-6 15,4 7-2 1,2 2 0-16,2 6 1 0,0 4-4 16,0 4-2-1,0 5 0-15,14 3 1 16,6 3-2-16,3 0 2 0,5 0 2 16,6 19 2-1,4 4 3-15,-1 5 0 0,3 1-6 16,-2 0 6-16,-1-6-2 15,-6-6-1-15,-6-5-5 16,-6-6 1 0,-3-6-1-16,-6 0 1 15,-1 0 4-15,-1-18-2 0,3-5 6 0,0-4-9 16,-5 2 6 0,3-1 1-16,-2 6-2 15,-1 8 0-15,-2 6 0 16,1 6-5-16,3 0-61 15,-3 4-231-15</inkml:trace>
  <inkml:trace contextRef="#ctx0" brushRef="#br1" timeOffset="180756.69">5860 8842 462 0,'0'0'50'0,"0"0"-14"16,0 0-12 0,-40 57-8-16,33-35-6 0,3 3-6 15,0 5 4 1,-3 4 6-16,-6 2-2 15,1 5 16-15,-4-4-2 16,2 2-11-16,-6-6-6 0,4-5-5 16,2-6-1-16,1-8 1 15,0-5-1-15,0-9 9 16,2 0 28-16,2 0-6 16,-3-15-26-16,3-10-5 15,0-7 2-15,3-2-5 16,2-3 0-16,4 4-1 15,0 3 2-15,0 11 0 16,0 4 0-16,0 7-2 16,4 3 0-16,18 2-5 15,6 3 4-15,8 0 2 16,9 0 0-16,5 19 0 16,-1 5 2-16,1 7 1 0,-4-2 0 15,-2 0-4 1,-5-11 1-16,-9-7 2 15,-2-11-5-15,-2 0 3 16,-7-9 1-16,-4-14 1 0,1-3 0 16,-8 3 0-1,-2-1 0-15,-4 6 0 16,-2 8 1-16,0 7-1 0,0 3-4 16,0 0-92-16,0 5-542 15</inkml:trace>
  <inkml:trace contextRef="#ctx0" brushRef="#br1" timeOffset="181822.94">8768 7734 397 0,'0'0'72'0,"0"0"-3"16,0 0-10-16,-9-6-41 16,6 6-10-16,-1 2-3 15,-2 14 5-15,-3 3 11 16,-2 9 6-16,-4 3-6 16,-4-1-9-16,2 1-4 15,-5-5-2-15,6-1-2 0,0-7-3 16,3-6 2-1,4-8 0-15,-1-4 4 16,3 0 10-16,-1 0 2 16,1-13-15-16,1-9-2 15,4-2-2-15,0-1 1 0,2-1 0 16,0 2 0-16,0 7 0 16,0 4 0-1,0 7-2-15,8 5-5 0,9 1 2 16,7 0 1-1,3 5 4-15,7 10-1 16,4 4 0-16,-4 0-1 0,5 3 2 16,-3-2-1-1,4-6-1-15,-4-2 1 0,-4-6-2 16,1-4-1 0,-5-2 0-16,-4 0-4 0,-6-9 6 15,-9-9 2-15,-2 0 3 16,-3 4-2-16,-4 0 0 15,0 3 1-15,2 3-3 16,2 3-1-16,-4 0-10 16,0-4-444-16</inkml:trace>
  <inkml:trace contextRef="#ctx0" brushRef="#br1" timeOffset="183005.44">8673 3395 360 0,'0'0'22'0,"0"0"16"16,0 0-1-16,0-26 11 0,0 26 16 15,0 0-7-15,0 0-7 16,0 0-13 0,0 0-18-16,0 7-15 0,-11 15 2 0,-4 4-1 15,-7 7 5 1,-2 2-2-16,3 0 0 15,0-2-2-15,6-4-3 16,-2-8-1-16,10-5 1 16,1-7-2-16,1-3 3 15,1-4 5-15,0-2 34 16,3 0-2-16,-3 0-26 16,2-14-11-16,0-5-6 15,0 0 3-15,0-2 1 16,2-3-2-16,0 5-1 15,0 2-3-15,0-1-3 16,0 7 5-16,8 5-1 16,10 4 1-16,-1 2-2 0,5 0-1 15,5 14 4-15,4 5 2 16,5 2 0 0,-2-3-1-16,3-3 1 0,-1-4-2 15,-4-3 2 1,-4-2-3-16,-6-6-2 0,-4 0-2 15,-4 0 1 1,-5 0 1-16,4-3 4 16,-4-9-2-16,-1-1-2 15,1 2 3-15,-5 7-5 16,-4 4-62-16,0 0-111 16,0 9-231-16</inkml:trace>
  <inkml:trace contextRef="#ctx0" brushRef="#br1" timeOffset="184120.45">13484 3257 481 0,'0'0'74'0,"0"0"-25"16,0 0-28-16,-4 9-22 16,-7 10 4-16,0 5-1 15,0 5 3-15,-6 2 8 0,0-2 3 16,-3 0 7-1,-1 0 1-15,0-3-2 16,-3-2-2-16,4-3-6 16,5-6-4-16,2-5-6 0,7-3-2 15,4-3 0 1,0-4 4-16,2 0 2 0,0-6 4 16,0-14-13-16,0-1 7 15,0-7-4-15,0 2-3 16,2 2-2-16,4 3 6 15,5 5-5-15,0 7-1 16,3 1-2-16,2 6-3 16,4 2 7-16,3 0-2 15,0 0 2-15,3 13 0 16,2 5 2-16,3 1 1 0,-5-1-2 16,-1-1 1-1,1-3-1-15,-5-3 1 16,-5-5-2-16,1 0 1 15,-5-6 0-15,2 0 0 0,-4 0 1 16,1 0-1 0,0-12 2-16,-5 1-3 15,2-1 1-15,-6 0-3 16,-2 7-30-16,0 1-139 0,0 4-257 16</inkml:trace>
  <inkml:trace contextRef="#ctx0" brushRef="#br1" timeOffset="185573.28">14323 7132 458 0,'0'0'76'0,"0"0"-39"0,-9-2-15 15,9 2-16 1,-2 13 0-16,-2 7 8 0,-2 5 9 16,-8 2 6-1,2 2-2-15,-8 2 0 16,-6 1-9-16,-4-1-9 15,-2 1-4-15,-4-3-4 16,7-6 1-16,3-3-1 16,8-9-1-16,4-7 1 15,6-4 4-15,4 0 25 0,4-19-17 16,0-6-2 0,0-3-6-16,0 3 3 0,0 3-4 15,2 6-1 1,6 5 0-16,6 6-2 0,2 3-1 15,4 2-1 1,3 0 1-16,1 0 1 16,2 0-1-16,-4 12 0 15,-2 3 0-15,2 3 1 16,-2 0 1-16,-6-3-1 16,4 0-1-16,-3-5 0 0,-2-4 0 15,-2-2 0-15,2-4-1 16,-4 0-1-16,5-6 1 15,-3-8-3-15,-2-1-8 16,-7 0-90 0,-2 8-175-16</inkml:trace>
  <inkml:trace contextRef="#ctx0" brushRef="#br0" timeOffset="-61186.48">10467 9904 264 0,'0'-3'11'15,"0"2"11"-15,0 0 18 16,0 1-16-16,0-3-9 16,0 1-3-16,0 2 2 15,0 0 10-15,0 0 1 0,0 0-9 16,0 0-7-16,0-1-7 15,0 1-2-15,0 0 1 16,0 0-5 0,0 0-1-16,0 0-9 0,0 0 0 15,2 0 11-15,9-5-2 16,0 4 4 0,-3-2-13-16,1 1 16 0,-2 2-5 15,-5 0 2 1,-2 0-5-16,0 0 0 0,0 0 7 15,-16 14 1 1,-3 0 3-16,-2 0-2 16,-1-1-2-16,2-3 3 0,8 0 1 15,6-7-4-15,6-1-1 16,0-2-13-16,0 0 9 0,6 0 0 16,11 0 3-1,0 0-4-15,3-11 2 16,-6 3 9-16,0 0-8 15,-10 2-56-15,-4 5-228 16</inkml:trace>
  <inkml:trace contextRef="#ctx0" brushRef="#br0" timeOffset="-57805.79">7137 10734 99 0,'0'0'32'0,"0"0"1"15,0 0 6-15,2 0-16 0,-2 0-11 16,0 0 3 0,0 0 4-16,0-2-2 0,0 2 8 15,0 0 9-15,0 0-2 16,0 0-4-1,0 0-11-15,0 0-6 16,0 0-3-16,0 0-1 16,0-1-2-16,0 1-1 15,0 0 1-15,0 0-1 16,0 0 3-16,0 0-5 0,0 0 4 16,0 0 4-1,0 0-1-15,0 0-1 0,0 0-1 16,0 0-6-1,0 0-1-15,0 0 1 16,0 0-2-16,2 0 3 16,-2 0-2-16,0 0 3 0,0 0-2 15,0 0 0 1,0 0 1-16,0 0-5 0,0 0 6 16,0 0-2-16,0 0-1 15,0 0 2 1,0 0-1-16,0-3 4 0,0 1 9 15,0 1 7 1,0-5 20-16,0-1-12 0,0-2-15 16,0-1-9-16,-4-2 4 0,-3 2-5 15,-3 2 8 1,5 2 1-16,-4 2 3 0,-3 2-6 16,-2 2 1-1,-3 0-5-15,2 0-3 16,-7 0-1-16,4 2 3 15,-3 8-3-15,7 2 2 16,1 3-2-16,5 7-1 16,1 4-3-16,0 5-3 15,4 4 7-15,3 6-1 16,0-4-2-16,0-2 2 16,8-6-2-16,7-4-1 15,5-3 1-15,0-6-1 16,0-4 1-16,1-1 0 15,-1-4-2-15,-1-6 1 16,1-1-2-16,-3 0 0 16,2-8-6-16,0-15 7 0,-5-10-4 15,-2-3 8-15,-2-11-6 16,-6 3 11 0,-4-1-3-16,0 4 3 15,0 6-3-15,0 10 5 0,0 4-1 16,-4 8 8-1,-4 3 27-15,2 2 2 0,2 3-14 16,2 3-15 0,2 2-5-16,0 0-6 15,0 0-6-15,0 9-8 0,0 19 5 0,12 3 6 32,4 8 1-32,6 3-2 0,1-2 0 0,3-1 0 15,2-2 0 1,4-6-3-16,2-7 0 15,0-7-41-15,-3-8-233 16</inkml:trace>
  <inkml:trace contextRef="#ctx0" brushRef="#br0" timeOffset="-57184.59">7646 10434 323 0,'0'0'51'0,"0"0"11"0,0 0 6 15,-41 0-25-15,31 4-15 16,-1 15-5-16,-2 5-2 16,5 9-2-16,4 4-1 0,-4 7-2 15,8 5 4 1,0 1-8-16,0 0-3 16,0-1-3-16,12-3 0 15,9-3-4-15,5-3-1 16,4-3 0-16,6-3-1 15,6-6-2-15,-4-5-4 0,3-10-67 16,-9-6-289 0</inkml:trace>
  <inkml:trace contextRef="#ctx0" brushRef="#br0" timeOffset="-56368.51">7937 10582 314 0,'0'0'61'15,"0"0"7"-15,0 0-9 0,0 0-31 16,-44-2-7 0,34 2-2-16,4 12-5 15,-7 3-8-15,8 6 0 16,1 4 3-16,0 4 0 0,4 1-2 16,0 2-1-16,0-1-2 15,0-2-3 1,10-4 0-16,12 3-2 0,0-9 0 15,2-2 2-15,-1-3-3 16,-4-7 1-16,3-7-2 16,-3 0 0-16,-4 0 1 0,0-17 2 15,-2-6 2 1,0-6 7-16,-6-6-3 16,-1-1-11-16,-3-6 13 15,-3 6-4-15,0-3 6 0,0 4 12 16,-16 6 14-1,-3 4 7-15,4 4-17 0,-7 7 1 16,-1 5-7 0,1 7-12-16,2 2-7 15,4 0-5-15,1 4-2 0,10 9-15 16,5 1-157 0,0 1-294-16</inkml:trace>
  <inkml:trace contextRef="#ctx0" brushRef="#br0" timeOffset="-55800.43">8423 10833 116 0,'0'0'17'0,"0"0"3"0,0 0 14 16,0 0-2-16,-7 0-14 0,5 0 0 16,0 0 24-1,-2 0 8-15,0 0-10 16,0 0-7-16,1-5-19 15,0-1-6-15,2-2-3 0,1 0 2 16,0 5 1 0,0-1 5-16,0 2 2 0,0-1-7 15,0 2-7-15,9 1 1 16,7 0 1 0,2 0-2-16,-2 0 1 15,-2 10 2-15,-6 5 2 16,-3 6 3-16,-5 4 4 0,0 3-3 15,0-3-7 1,0 2 0-16,-7-6-11 0,-3-5-196 16</inkml:trace>
  <inkml:trace contextRef="#ctx0" brushRef="#br0" timeOffset="-54336.44">8629 10459 311 0,'0'0'69'0,"0"0"5"0,-4-2-22 16,2 2-15-16,-2 0-11 16,0 8-7-16,2 9-1 15,0 5 6 1,-1 6-7-16,3-2-7 0,0 3-4 15,0 5 0-15,0-4-5 16,3 3 1 0,5-2 0-16,0-2 0 0,4-1-1 15,-2-6-1 1,-4 0 1-16,6-9-2 16,-4-1 1-16,-4-2 0 0,0-3-1 15,-2-3 0-15,-2-4-8 16,0 0-131-16,0 0-115 15</inkml:trace>
  <inkml:trace contextRef="#ctx0" brushRef="#br0" timeOffset="-53734.89">8601 10510 417 0,'0'0'59'16,"0"0"10"-16,0 0-28 15,0 0-31-15,0 0-9 16,-8-10 3-16,10 22-2 16,11 4 0-16,2 3 3 0,1 2-2 15,2 3 1-15,2-1 0 16,2 2-1 0,1 0-1-16,3 3 2 0,0 0-2 15,0-3-1-15,0 1-1 16,-3-4 0-1,-2 0 1-15,-3-6-1 0,-7-3 0 16,-1-1 1 0,-3-7 0-16,-5 0-1 0,0-4 2 15,-2-1 0 1,0 0 5-16,0 0 26 0,0-11 27 16,0-14-37-16,0-7-13 0,-6-5-5 15,-5-5-1 1,2 2 2-16,3-1-2 15,-3 4 1-15,3 6-2 16,1 10 1-16,5 5-2 0,0 5 0 16,0 5 1-1,0 6-4-15,0 0-4 16,0 0-1-16,0 0-8 16,0 0-101-16,0 6-361 15</inkml:trace>
  <inkml:trace contextRef="#ctx0" brushRef="#br0" timeOffset="-53218.42">8834 10292 548 0,'0'0'11'0,"0"0"-9"16,0 0-1-16,0 0 1 15,71 13 2-15,-32 10 2 0,-2 2 0 16,-1 9-3 0,-2 4 0-16,-4 6-1 0,1 7 6 15,-5 3-4 1,-3 8 3-16,-10 3 1 0,-1 0 6 15,-6-3-4 1,-6-3-1-16,0-3-1 0,0-6-2 16,0-9-4-1,-2-3 1-15,-6-9-2 0,2-6-1 16,2-5 0-16,0-9-1 16,2-3-6-16,0-6-43 15,-1 0-223-15</inkml:trace>
  <inkml:trace contextRef="#ctx0" brushRef="#br0" timeOffset="-52184.73">10721 10362 376 0,'0'0'62'16,"0"0"8"-16,-6 0-30 0,-3 0-17 16,-4 9-8-1,-2 19-3-15,-7 10 5 0,-6 6 3 16,2 8 1-16,-4 4-3 16,-2 1-2-16,-2-4-6 15,3-2-8-15,1-2-2 16,4-5-1-16,10-7-4 15,2-6-19-15,4-14-119 16,1-11-223 0</inkml:trace>
  <inkml:trace contextRef="#ctx0" brushRef="#br0" timeOffset="-51836.22">10415 10446 642 0,'0'0'28'0,"0"0"-21"15,0 0-11-15,0 0 8 16,0 0 3-16,117 105-1 16,-70-53 1-16,2 8-5 0,3 9-1 15,-2 9 0 1,-9 5-1-16,-5-1-17 0</inkml:trace>
  <inkml:trace contextRef="#ctx0" brushRef="#br0" timeOffset="-37016.13">5558 2323 67 0,'0'0'60'15,"-4"0"-20"-15,2 0-12 0,2 0-7 16,-2 0-8-16,0 0 0 16,2 0-5-16,-2 0-1 15,2 0 1-15,0 0 12 16,-2 0 2-16,2 0 13 15,0 0 11-15,0 0-9 16,0 0-6-16,-2 0-7 16,0 0-8-16,0 0-2 15,0 0-1-15,0 0-2 0,-3 0 6 16,-4 0 6 0,3-2-14-16,-2 0 5 15,1 0 2-15,-2-2-2 16,3 2-1-16,0 0-6 15,-1 2-1-15,1-2-3 16,-1 2 3-16,1 0 2 0,1-1 0 16,-1 1-2-16,0-3-2 15,-1 3 4 1,2 0-2-16,-3 0 0 0,0 0 1 16,1 0-1-1,-4 0 2-15,3 0-5 0,0 0-2 16,-4 0 1-1,6 0 6-15,0 0 2 0,-1 0 4 16,0 0 1 0,-1 0-4-16,2 0-3 15,-1 0-3-15,-2 0-1 16,3 0 1-16,-1 0-4 16,3 0 3-16,-2 0-3 0,-1 0 0 15,3 0 0-15,-1 0 0 16,-1 0 2-16,0 0-2 15,0 3 0-15,-1 0 0 16,-2 1 3-16,-1 0 0 16,0 0-2-16,0 0-2 15,2-1 1-15,-4 1 2 16,4 1-2-16,0-2-1 16,1 1 3-16,0 0-2 15,-3 2 3-15,4-3 2 0,-1 2-1 16,-4-1 3-1,5 1-7-15,-1-1 2 16,1 0-3-16,-1 2 2 0,1-2-2 16,1-1-2-1,1 3 4-15,-4-2-3 16,4 2 0-16,-3 0 3 16,0 1-3-16,1-1 2 15,-2 2-1-15,1 2 0 16,0-3-2-16,-1 5 1 0,2-2 1 15,-1 1 1 1,2-1 0-16,-3-3-1 0,2 4-1 16,2-3 1-1,-3 3 0-15,0-4 1 0,1 3-3 16,2-2 1-16,2 0 0 16,-1-2-2-1,-1 3 3-15,4-3 0 0,-2 4 0 16,0-3 0-1,0 3 2-15,-1 2-4 16,3 0 1-16,-2-3 1 16,0 5-1-16,2-4 2 15,-2 2 0-15,2 0-3 16,-2-4 3-16,2 3 0 16,0-4-1-16,-2 2 0 0,2 1-2 15,0 0 2-15,0-1 0 16,0 3-1-1,0 1 3-15,0 0-1 0,0-1-1 16,0 0-1-16,0 0 0 16,0-2 0-16,0 0 2 15,0-3-2-15,0 3 0 16,0-2 1-16,0 1 0 16,0 3 2-16,0 2-3 15,0-1 2-15,0 3 0 0,2-3-2 16,0 0 0-1,2-1 1-15,1-2 0 16,-3-1 0-16,0 0-1 16,-2 0 1-16,2-2 2 0,0 2-1 15,0-2-1-15,1 0 0 16,1 4-2 0,0-5 3-16,0 2-4 0,0 0 2 15,1 2 1 1,0 0 1-16,1-1 0 0,0 3 0 15,0 0-1 1,2 0 0-16,-2-1 1 0,-2 1-2 16,4-2 2-16,-4 1-1 15,6-1 0-15,-6 2 0 16,4-5 0 0,-2 5 1-16,2-2-1 0,-2-1 1 15,0 2-2-15,-2-1 4 16,-2-3-2-16,3-1-1 15,-1-3-1-15,-2 3-1 16,5 1 0 0,-1 2 2-16,3-2 2 0,2 5-3 15,-3 0 2-15,3-4 1 16,-1 3-2-16,-3-4 0 16,2-1-3-16,-3 0 3 15,2-2-1-15,0 0 1 16,0 1 0-16,-2 0 1 15,0-1 0-15,4 1-1 16,-2-1 0-16,0 2 2 16,2-2-4-16,2 0 2 15,-3 2-1-15,4-1 1 16,-3 1 0-16,3 0 0 0,0 2 0 16,-2-3 1-1,2 1 2-15,-2-2-3 16,-1 0 0-16,2-2-1 15,-2 0 1-15,0 0 0 0,2-1 2 16,0 2-3 0,-1-3 2-16,0 1 0 0,0 1-1 15,2 1 0-15,0-3 0 16,-3 1 1 0,5-1-2-16,-2 2 1 15,5 0-2-15,-6-2 2 16,4 0 2-16,-2 0-1 15,2 0-3-15,0 0 4 16,-2 0-1-16,3 0-2 16,-4 2 2-16,2 0-2 15,-5-2 3-15,2 0-3 0,-4 0 1 16,2 2 0 0,0-2-2-16,-2 0 4 0,0 0-2 15,6 0 0-15,-4 0 2 16,1 0-2-16,0 0-2 15,-1 0 0-15,4 0 4 16,-4 0-2-16,1-6 0 16,-2 1 2-16,1-1-3 15,-1 2 3-15,-3-2-1 16,3 2 0-16,0 0-1 16,-3 0 0-16,2-2 0 0,4 3 1 15,-4-1-1 1,0 0-1-16,6-2 1 15,-6-2 0-15,5 1 0 16,-2-3 1-16,4 0-1 16,-4-3 0-16,-1 1 1 15,3 2-3-15,-4 1 3 16,1-2-2-16,-3 3 3 0,-3-3-3 16,0 3 3-16,1-2 0 15,0-3-4-15,1 2 6 16,-2 2-4-1,2-4-2-15,1 1 6 16,0-2-7-16,-1 4 4 16,-4-4-1-16,2 3-3 0,0-1 6 15,0 0 2 1,2-1-6-16,-4 3 3 0,2-1-5 16,-2 1 5-1,0-1-4-15,0-1 3 16,2 0 1-16,-2-2-1 0,0-1-4 15,3 3 5-15,-2-1-1 16,-1 1 0-16,-2 0 0 16,2 4 1-16,-2-1-1 15,0 0 0-15,0 2 0 16,0-4 0-16,0 1 0 16,0-1 0-16,0-1 0 15,0 0-1-15,0-1 1 16,0 0 1-16,0 1 0 15,0-1-1-15,0-1 0 0,0 2 1 16,-4 1-2 0,1-3 1-16,-2 3 0 15,3-3 0-15,0 3 1 0,-2-4 0 16,2 2 0 0,0 1 2-16,-2-1-1 0,-3-1 0 15,0 1-1 1,1-3 2-16,2 1 0 15,-2-2-1-15,-4 1 0 16,2 1-1-16,4-1-1 16,-4 3-1-16,1 1 4 0,-2 2 1 15,3 0 4 1,-5 3 7-16,0-1-7 0,0-2-4 16,-1 3-2-16,-2-5-1 15,0 2 0-15,0-2 4 16,0 3-2-1,0-2 5-15,0 0 0 0,0 3 3 16,0-4-6 0,-2 0 1-16,2 2-6 0,-6 1 1 15,3-3 0 1,0 5 2-16,0-4-7 0,-1 6 5 16,4-1 0-16,-2 0-1 0,4 2 0 15,-4 0 1 1,4 0-1-16,-6-1 1 15,3 0-2-15,-2 2 4 16,0-1-5-16,3 0 3 16,2 2 1-16,1 0 0 0,-2 0-4 15,3-1 6 1,-2 0-3-16,0 0-1 0,-4 0-1 16,2 0 0-1,-2 1 0-15,-1 0 1 16,0 0-1-16,0 0-1 15,2 0 0-15,-4 0 2 16,1 0-1-16,4 2-1 16,0 0 1-16,2 0 1 15,0 0-1-15,2 0 1 0,4 0-1 16,-1 0 0 0,-4 0-2-16,5 0 4 0,-1 0-4 15,-1 0 4 1,-1 0-4-16,2 0 2 0,-3 0 1 15,2 0-2 1,-2 0 3-16,0 0-2 0,2 0-2 16,-2 0 3-1,2 0-3-15,-2 0 3 16,0 0-1-16,0 0-1 0,2 4 0 16,1-2 1-16,-2 2-2 15,-1 2 4-15,1-1-4 16,-2 1 1-16,0 4-1 15,1-1 1-15,-3 1 1 16,4-2-3-16,-1 2 4 16,0 0-6-16,4-1 7 15,-4 1-1-15,1 3-1 16,0 1-2-16,-3 5 4 16,0 4-3-16,-2 1 1 15,3-1-3-15,0-4 5 16,3 1-3-16,3-3 0 15,1-1 1-15,2-1-2 16,0 3 1-16,2 1 1 16,-3 0-3-16,3 3 2 15,0 2 0-15,0-4-1 16,0 4 4-16,0-5-1 0,0 1-1 16,0 1-2-1,0-2 2-15,5-4 0 0,-1 3 2 16,0-5-5-1,1 2 5-15,-1-1-2 0,0-2-1 16,2 1-2-16,-3 1 3 16,1 0 2-16,1-1-2 15,1 0-2-15,0 1 2 16,-2-1 3 0,-2 2-2-16,4-5-1 0,-4 0 0 15,2 1-2 1,0-3 4-16,0 3-4 0,2-3 4 15,-4 3-2 1,6-1-2-16,-2 1 2 0,2 1-2 16,-2 0 2-16,4-3-1 15,0 5 2 1,-1-2-1-16,2-1 0 0,-3-3-1 0,1 2 1 16,-3-3 0-1,3 1-1-15,-3-2 0 0,3-2 0 16,-1 1 1-1,1 1 0-15,-2 1-2 16,3 0 1-16,-2-2 2 16,4 3-2-16,-2 1 2 15,2-2 0-15,-2-1-1 16,0 2 0-16,2-3-1 16,-2 1 1-16,-1 0-1 0,-1 0 2 15,1-3-2 1,-3 1 2-16,3 1 0 15,0-3-2-15,-1 3 3 16,5 1-3-16,0 0 1 0,-4-3 1 16,3 2-1-1,0 1 0-15,0-1 1 0,-1 1-1 16,0 0 1-16,-1-2-2 16,-3-1 2-16,2 1-1 15,-5-2-1-15,2-2 0 16,-1 2 1-16,-1-2 0 15,0 2 0-15,1 0 0 16,3 0-1-16,-1 0 1 16,1 2 1-1,5-1-1-15,-2 0 0 16,2 2 1-16,0-1-1 0,-1 0 2 16,0 2-2-16,-2-4-1 15,1 2 2-15,-2 0-1 16,-3-3 0-16,2 4 0 15,-1-4 1-15,2 3 1 16,-3 0-2-16,5-2 0 16,-5 0 0-16,5 0 0 15,-2 2 0-15,-3-4 0 16,3 1 0-16,2 1-2 16,-5 1 2-16,2-3-2 15,6 1 1-15,-6-1 1 0,8 4 0 16,-8-4 1-1,2 2-1-15,2 0 0 0,-4-2 0 16,0 0-1 0,1 0-2-16,0 0 0 15,1 0 5-15,1 0-2 0,2 0-2 16,0-6 4 0,2-3-5-16,2-1 4 15,1-2-1-15,-4-1 3 16,4-1-3-16,-1 1 1 15,-4-1 0-15,2 1 0 16,-4 1-3-16,4-2 4 16,-4-1-2-16,-1 2-1 0,1-4 2 15,-3 3-2-15,2-2 1 16,-4 4 0 0,-2-1 0-16,0-1-2 0,2-1-3 15,-3 1 11-15,-1 1-9 16,3 1 8-16,-3 1-3 15,2-1-1-15,-2 4-1 16,0 0 2 0,-2 2-1-16,0-1-1 0,2-1 2 15,-2-2-1 1,0 1-1-16,0-3 1 0,2 0-4 16,0-1 3-16,-2 1-1 0,0 0 2 15,2 5-1 1,-2-5 0-16,0 5 1 15,0-2-1-15,0 0 1 16,0-1 0-16,0 0 0 16,0-5 0-16,0 2-1 15,0-1 1-15,0 0-1 16,0 5 2-16,0-1 0 0,0 3 0 16,0-2-1-1,0 4 0-15,-2-1 1 16,-2-4-2-16,2 3-1 15,-2-3 1-15,4 2-2 0,-2 0 3 16,0 3-2 0,0-3 1-16,2 2 1 15,-5-4-1-15,3 3 2 16,-3-5-3-16,1 2 0 0,2-2 1 16,0 3 0-16,-2 2-1 15,2 1 2 1,-1 1-1-16,2-1 1 15,-4 1-1-15,0-1 0 16,1 0 1-16,-2-2 1 0,0 1 0 16,-3-3-2-1,0 0-1-15,1-1 3 0,-3-1-2 16,0 1 0-16,-2-1 0 16,3 2-1-16,-6-1 3 15,4 1-3-15,-2 0 3 16,2 1-3-16,-2-3 1 15,0 0 2-15,1 3-3 16,0-1 2-16,-2 0-1 16,2-2 0-16,-4 3 0 15,-1-2-2-15,2 0 2 0,0 3 2 16,-2-3-1 0,4 4 0-16,-1 0-2 15,0 1 1-15,2 0 1 16,-2 0-2-16,4 1 1 15,-2 3 0-15,2-3 0 16,1 4 1-16,-1-2-1 16,0 1 1-16,1 2 1 15,0 0-4-15,0 0 1 16,0 0 1-16,2 0 3 16,-2 0-2-16,2 0-1 15,1 0 1-15,-4-4 0 0,1 4-1 16,1 0-1-1,-2-2 3-15,0 2-2 16,-2 0 0-16,0-1-1 16,-1-1 1-16,0 2 1 0,0-3 0 15,0 3-1-15,2 0 0 16,0-2-2 0,-2 2 3-16,3 0 0 0,-4 0-3 15,4 0 4 1,-2 0-3-16,5 0 0 0,-1 0 0 15,1 0 1-15,-1 0 0 16,2 0 0-16,-5 0-1 16,-2 2-3-16,-6 12-1 0,-6 8-2 15,-7-5-63 1,-4 0-241 0</inkml:trace>
  <inkml:trace contextRef="#ctx0" brushRef="#br0" timeOffset="-3375.42">16448 3029 702 0,'0'0'28'0,"0"0"-20"15,0 0-6-15,0 0-11 0,0 0-4 16,0 10-37 0,3-10-301-16</inkml:trace>
  <inkml:trace contextRef="#ctx0" brushRef="#br2" timeOffset="17655.96">1660 4518 238 0,'0'0'66'0,"0"0"7"16,0 0 1-16,0 0-27 15,0 2-11-15,0-2-13 0,0 0-3 16,0 0-4 0,0 2-5-16,0-2 1 0,0 0 0 15,0 0-2 1,0 0-1-16,0 2 0 15,0-2-1-15,3 0-1 16,-3 0-1-16,0 0 1 16,0 0 0-16,0 0-1 15,0 0-4-15,0 0-1 0,0 2 1 16,0-2-1-16,0 0 0 16,0 0 0-16,0 0 1 15,0 0 1-15,0 0 1 16,0 0 1-1,0 0 4-15,0 0 0 0,0 0-3 16,0 0-4 0,0 0-3-16,0 0 2 15,0 0-2-15,0 0 0 16,0 0 1-16,0 0 1 16,0 0 0-16,0 4-2 0,0 0-1 0,2 1-11 15,0-1-161 1,-2-4-381-16</inkml:trace>
  <inkml:trace contextRef="#ctx0" brushRef="#br2" timeOffset="23877.53">3985 3386 400 0,'0'0'50'16,"0"0"3"-16,0 2-8 15,0-2-13-15,0 0-12 16,0 0-2-16,0 0-3 16,0 0-8-16,0 4-6 15,0 2-6-15,2 1-1 16,-2 1 0-16,0 0-459 16</inkml:trace>
  <inkml:trace contextRef="#ctx0" brushRef="#br0" timeOffset="60733.86">1848 3895 401 0,'-5'0'38'0,"3"0"3"16,0 0-9-16,2 0-10 15,-2 0 4-15,-1 0 14 0,3 0 7 0,-1 0 11 16,1 0-12 0,-2 14-19-16,2 11-10 15,0 9-5-15,-5 15-5 16,3 11 4-16,0 11-2 15,-3 5 0-15,3-1-5 16,2-5-2-16,0-5-1 16,0-4 0-16,0-5-2 0,0-4 2 15,0-7-6 1,0-4-111-16,-8-8-525 16</inkml:trace>
  <inkml:trace contextRef="#ctx0" brushRef="#br0" timeOffset="62684.94">1002 3604 209 0,'0'0'91'0,"0"0"32"16,0 0 4-16,-2 0-14 16,0 0-25-16,-3 0-22 15,1 0-22-15,0 0-20 0,-2 0-12 16,-3 5-6 0,0 3-7-16,1 9-1 15,-1 0 0-15,3 8 2 16,-2 4-1-16,7 2 0 15,1 4 2-15,0 4-5 16,0-4 2-16,13-1-4 16,4 0 4-16,6-4 0 15,2-5-3-15,1-7 2 0,2-5-4 16,-5-5 1 0,0-4 5-16,1-4-2 15,-5 0 2-15,1-13-6 0,-5-9 6 16,0-3 0-1,-5-5-3-15,-4 4-3 0,-4 4 7 16,-2 6 2 0,0 1 9-16,-6 11 5 15,-12 0-3-15,-2 4-1 16,-1 0-5-16,-1 0 0 0,1 0-5 16,4 8-3-16,1 10-2 15,2 0-1-15,4 0-4 16,6-1-13-16,4-9-81 15,0-6-128 1,0-2-86-16</inkml:trace>
  <inkml:trace contextRef="#ctx0" brushRef="#br0" timeOffset="63092.24">1452 3617 196 0,'0'0'57'15,"0"0"46"-15,0 0-26 16,0 0-14-16,0 0 7 15,2 10 0-15,-2-10 0 16,0 0-15-16,0 0-33 0,0 0-10 16,0 0 4-1,0 0-13-15,0 0-3 16,0 0-6-16,0 0 4 0,0 0 2 16,0 0-1-1,2 0-7-15,9 0-4 16,0 0 11-16,-1 0 7 15,3 14-8-15,-4 8 14 0,1 4-6 16,-1 2-15 0,-2-5-88-16,-2-6-210 15</inkml:trace>
  <inkml:trace contextRef="#ctx0" brushRef="#br0" timeOffset="63803.93">1743 3277 473 0,'0'0'69'0,"0"0"-8"0,0 0 4 15,0 0-43-15,0 0-14 16,-94 69-1-16,82-41 4 16,1-1-6-16,7 4-1 15,4 0-3-15,0 4-1 16,0 1-1-16,0 1-3 16,15 2 4-16,-3-4 1 0,6-6-5 15,-1-10 1-15,2-9-6 16,-1-8-2-16,1-2-9 15,-4-7 5-15,3-17-10 16,-9-5 26 0,0-6 8-16,-4-2-2 0,-5 3-1 15,0-1 19-15,0 2-10 16,-9 6 12-16,1 6 9 16,0 5 9-16,6 4-5 15,-4 6-12-15,6 6 1 16,-2 0 9-16,2 0 7 0,0 0-15 15,0 0-19 1,0 0-8-16,0 0-7 16,0 0 6-16,0 6-1 15,0 8-6-15,10 7 6 16,8 5 4-16,4 5-3 16,4-2 0-16,2-3 0 15,0-2-4-15,-1-5 0 0,1-3-1 16,5-4-3-1,-7-8-2-15,-5-1-28 0,-4-3-193 16</inkml:trace>
  <inkml:trace contextRef="#ctx0" brushRef="#br0" timeOffset="66490.73">11827 10421 215 0,'0'-2'55'0,"0"1"-8"16,0-2 0-16,0 3-13 0,0 0-5 15,0-2-1 1,0 1 5-16,0-2 3 0,0 3-7 16,0-3-5-16,0 1-5 15,0-1 8 1,0 1-7-16,0 2-3 16,0-3-4-16,0 1 1 15,-2 2-4-15,-2 0-5 0,-5 0 1 16,2 0 7-16,-2 0 0 15,-3 0 3-15,-1 0-5 16,0 0-1-16,3 5-4 16,-6 2 1-16,6 2 2 15,-2 2-3-15,0 3 0 16,3 2 0-16,-2 3-1 16,1 3 2-1,1 1-3-15,0 2 3 0,1 4 1 16,3-4-2-16,-1 4 2 15,4 0-4-15,2-2-2 16,0 4 0-16,0 0-1 16,0 2 0-16,2 0 0 0,9 0 0 15,2-2-1 1,4-6-1-16,0-4 1 16,0-6-2-16,3-8 1 15,0-5-4-15,-4-2 4 16,0 0 1-16,-2 0 0 15,-1-6-2-15,0-6 5 16,-2-5-2-16,-3 2 2 16,3-5-3-16,-4 1 1 15,-1 1 2-15,-4 3-4 16,-2 1 4-16,0 4-2 0,0 3 6 16,0 3-1-16,-8-3-2 15,-7 4-2-15,0 0 3 16,-2 2-5-1,-1 1-1-15,1 0 0 0,0 0 0 16,-1 0 1-16,2 0 0 16,0 6-2-16,6 0 0 15,6 0-3 1,1-5-42-16,3-1-145 0,0 0-154 16</inkml:trace>
  <inkml:trace contextRef="#ctx0" brushRef="#br0" timeOffset="67825.17">12148 10803 301 0,'0'0'28'0,"0"0"-8"0,0 0-17 16,0 0-3-16,0 0-1 15,0 0 1 1,0 0 2-16,0 0 1 16,0 0 1-16,0 0 3 0,0 0 1 15,0 0-5-15,0 0-3 16,0 0 2-16,0 0 2 16,0 0-1-16,0 0 0 15,0 0 4-15,0 0-1 16,0 0-3-16,0 0-4 15,0 0 6-15,0 3-2 16,0 3 2-16,0-2 1 16,0-2-2-16,0-2 1 15,0 0 3-15,0 0 1 16,0 0 0-16,0 0 1 16,0 0-4-16,0 0-2 15,0 0-6-15,0 0 1 0,0 0 5 16,0 0 1-1,0 0-1-15,0 0-3 0,0 0 0 16,0 0-1 0,0 0 5-16,0 0 0 0,0 0 1 15,0 0 4-15,0 0-3 16,0 0-3-16,-5 0-1 16,1 0 1-1,-3 0 5-15,5 0 4 16,0-2-6-16,2-4-6 0,0-4 11 15,0 3-5 1,0 1-4-16,0 0 0 16,0 1-6-16,11 4 3 15,-2 1-2-15,1 0 2 0,3 0 1 16,-2 0 0 0,-1 1-1-16,-1 16 3 0,-2 4 4 15,0 0-2-15,-4 5-1 16,0-5-3-16,-3 0 1 15,2-5-4-15,-2-4-1 16,0-6-100-16</inkml:trace>
  <inkml:trace contextRef="#ctx0" brushRef="#br0" timeOffset="68955.71">12647 10539 226 0,'0'0'63'0,"0"0"-13"16,0 0-18-1,-20-10-8-15,14 7 0 16,0-1 1-16,-2-2-13 16,2 0 8-16,-3 0 10 0,-3 5 13 15,1-2 2-15,-4 3-16 16,0 0-7-1,0 0 3-15,-2 3-8 0,2 8-2 16,-3 3-3-16,8 3-6 16,-3 2 0-1,4 6-2-15,3 3-1 0,2 1-2 16,0 1 1-16,4 3 0 16,0-2 1-1,0 1-3-15,0-5 1 0,0-4-2 16,10-4 0-16,3-3-3 15,4-5 3 1,0-11-5-16,3 0 4 0,1 0 1 16,3-6-2-16,-3-11-5 0,0-6 12 15,-6 0-3 1,3-7-1-16,-10 1 8 16,0 1-7-16,-5-3 2 15,2 1 7-15,-5 7 5 16,0 0 3-16,0 5 2 15,0 5 2-15,0 3 7 0,0 4-5 16,0 3 6 0,0 1-4-16,0 2-7 15,0 0-3-15,0 0-13 16,0 0-4-16,0 11-5 16,0 17 7-16,0 2 4 15,10 11-3-15,8 2 1 16,3-3-5-16,1 1 3 0,6-6-3 15,0-4-2 1,-1-4-5-16,-6-8-31 0,-7-7-263 16</inkml:trace>
  <inkml:trace contextRef="#ctx0" brushRef="#br0" timeOffset="87072">8611 3169 368 0,'0'0'45'0,"-3"0"-4"16,3 0-17-16,0 0 0 15,0 0 12-15,0 0 8 16,-2 0 0-16,2 0-9 15,-3 4-12-15,1 4-7 16,-2 3-3-16,0 9-1 0,0 7-1 16,2 10 0-1,0 8-4-15,2 14 0 16,0 5 0-16,0 5 1 16,0 3-3-16,4 0 1 15,6-5-5-15,2-6-2 0,0-11 1 16,-2-9-3-1,2-8 2-15,-6-13-1 0,-6-4-14 16,0-12-257 0</inkml:trace>
  <inkml:trace contextRef="#ctx0" brushRef="#br0" timeOffset="88383.71">8901 2983 246 0,'0'0'52'16,"0"0"10"-16,0 0-7 0,0-1-15 15,0 1-14-15,0 0 2 16,0 0-5 0,0 0-3-16,0 6-2 0,-9 7-17 15,-1 5 7-15,-2 4-1 16,4 6-2-16,-5-2 4 16,4 7-2-1,-5-2 11-15,2 0 6 0,0-2 8 16,-2-3-6-16,6-5 0 15,-2-2-6 1,5-6-6-16,1-1-4 0,2-3-4 16,2-5-4-16,0-1-2 0,0-2-2 15,0-1-2 1,0 2-1-16,0-2 0 0,11 0 3 16,7 0 0-1,6 0 2-15,4-13-1 16,5-5 5-16,1-1-12 15,3 0 10-15,-5 4 9 16,-3 1-11-16,-9 4-1 16,-8 5 0-16,-2 1-2 15,-6 2 0-15,-4 2-3 0,0-3 0 16,0 2-58 0,0-1-79-16,-12-2-85 0</inkml:trace>
  <inkml:trace contextRef="#ctx0" brushRef="#br0" timeOffset="88840.08">8901 2938 343 0,'0'0'84'0,"0"0"-2"0,0 0-5 0,0 0-8 16,0 0-22 0,-7 0-19-16,7 0-9 15,0 14-11-15,0 7-5 16,0 4 3-16,0 6-1 15,0 3 0-15,2 2-2 16,9 3 2-16,7 4-2 0,-2 1 0 16,4 2-3-16,0 2 0 15,0-4 2 1,0-2-1-16,-7-5 0 0,2-8-2 16,-6-6 1-1,0-5 0-15,-5-9 1 16,0-3-1-16,-2-2-1 15,-2-1 1-15,0-3-3 0,0 0 1 16,0-7-6 0,0-14-56-16,0-4-120 15</inkml:trace>
  <inkml:trace contextRef="#ctx0" brushRef="#br0" timeOffset="92303.06">9572 2919 116 0,'0'0'29'0,"0"0"-5"16,0 0 16-16,0 0 0 0,0 0 14 16,0 0 9-16,0 0-11 15,0 0-12-15,-2-2-9 16,-2-2 2-16,0 0 4 15,-4 1 3 1,-2 0-14-16,0 3 17 16,-6 0-18-16,-1 0-6 15,-2 6-12-15,-1 12 0 16,5 1-5-16,-2 2-1 0,8 6-3 0,-1-2 2 31,6 1 0-31,4 3-1 0,0-1 1 16,0 4 0-16,0-7-3 15,4-2 0-15,11-5 2 16,2-6-4-16,0-8-4 16,5-4 3-16,-5 0-10 15,0-10-15-15,1-9 9 0,-8-11 48 16,-2-3-27 0,-3-2-4-16,-5-2 15 15,0 4-4-15,0-1 0 16,-3 9 6-16,-3 6 5 15,0 7 4-15,2 6 4 16,2 4-3-16,2 2-4 16,0 0-15-16,0 0-4 15,0 10-3-15,0 11 7 16,2 6-2-16,14 7-1 16,2 1 1-16,4 0-1 15,1-1-1-15,3-7-1 0,2-8 0 16,-2-1-2-1,0-11-9-15,-2-3-99 0,-12-4-173 16</inkml:trace>
  <inkml:trace contextRef="#ctx0" brushRef="#br0" timeOffset="93420.82">9264 3234 237 0,'0'0'48'0,"0"0"-12"15,0 0-7-15,0 0-12 0,0 5-6 16,0-2 0-16,0-3-2 16,0 3 3-16,0-3 8 15,0 0 6-15,0 0-12 16,0 0-5-16,0 0-5 15,0 0-8-15,0 0-5 16,0 0-2-16,0 0-5 16,0 0 17-16,0 0 19 0,0 3-22 15,0 9 8 1,-4 1 10-16,0 3-10 16,0-1-3-16,-1 0-2 15,3-8 0-15,2-1-1 0,0-4-1 16,0-2 4-1,0 0-1-15,0 0 2 16,0-11-16-16,0 1 11 16,0-5 15-16,0 5-16 15,0-2 9-15,0 5-6 0,0 2 2 16,0 5 0 0,0 0-12-16,0 0 11 0,0 0 7 15,0 9-2 1,-2 3-3-16,-3-2-3 0,1-3-1 15,2-2 4 1,-2-3-1-16,4-2 3 16,0 0 0-16,0 0 3 15,-2 0-6-15,0 0-2 16,2-2-6-16,0-9 7 0,-2 3 11 16,-1-3-16-16,3 3 9 15,0 2-4 1,0 0-2-16,0 1-7 0,0 5-11 15,5 0 8-15,3 0 9 16,-2 0 6-16,3 8-1 16,4 14-1-16,-2 5 4 15,4 5 3-15,-4 7-8 0,1 4 1 16,-3-3 0 0,-2 3-3-16,-5-4 4 0,-2 1-2 15,0-5-1 1,-2-4-2-16,-18-6-170 15</inkml:trace>
  <inkml:trace contextRef="#ctx0" brushRef="#br0" timeOffset="95903.49">13695 10440 187 0,'0'-2'62'0,"0"1"-14"15,0-2-1-15,0 3 10 16,0 0-15-16,0 0 1 16,0 0 13-16,0 0-13 15,0 0-24-15,-12 10 0 0,0 3-8 16,-8 5 5 0,1 0 4-16,-4 5 3 0,1-4 3 15,-1 3-2 1,-1 1-6-16,4-4-3 0,3-1-4 15,0-1-6 1,4 0-1-16,0-3-1 0,2 2 2 16,0-7-1-1,5 1 0-15,2 2 2 16,2-5 0-16,-1 0 0 16,1-1 1-16,2 2-3 15,0-2-3-15,0-1 0 16,0 0 1-16,0 1-2 15,0-2-2-15,9-2-1 0,10-2 0 16,5 0 5 0,1 0-1-16,8 0-4 0,0 0 3 15,1-6 2-15,0-2-7 16,-6 0 5 0,-3 2-9-16,-9 3-47 0,-6-2-111 15,-7 5 14-15,-3 0-68 16</inkml:trace>
  <inkml:trace contextRef="#ctx0" brushRef="#br0" timeOffset="96403.46">13665 10404 413 0,'0'0'89'0,"0"0"-3"16,0 0-27-16,0 0-36 0,-11 11-10 16,10 8-1-1,-3 6 1-15,2 3 6 16,0 3 1-16,2 4-2 16,0 4-5-16,0-1-2 15,0 6-1-15,0-3 1 16,0 1-3-16,2 0-2 15,9-6-4-15,-2 1 1 16,-3-4-2-16,0-4 1 16,4-1-1-16,-6-9-1 0,-2-1 0 15,0-11 1-15,-2-1-2 16,2-3 0-16,-2-3-2 16,0 0-2-16,0 0-2 15,0 0-28-15,0 0-270 16</inkml:trace>
  <inkml:trace contextRef="#ctx0" brushRef="#br0" timeOffset="97423.79">14017 10789 368 0,'0'0'51'16,"0"0"-2"-16,0 0-13 15,0 0-23-15,-8 0-8 16,8 0-5-16,0 0-5 16,0 0 0-16,0 0 0 15,0 0 0-15,0 0 0 0,0 0 6 16,0 0 10-16,0 0-5 16,0 0-13-16,0 0-3 15,0 0 13 1,0 0 15-16,0 0-17 0,0 0 0 15,-2 0 11 1,2 0-3-16,0 0-4 0,-2 0 1 16,-5 4 1-16,3-3-3 15,1-1 1-15,-3 3 0 16,0-3 1-16,0 0 3 0,3 0 4 31,-1 0 2-31,2 0-7 0,2 0 1 0,0 0-11 16,0-3-2-1,0 2 5-15,0-5 5 16,0 1 4-16,9 4-7 16,9-4 1-16,0 5-12 15,-2 0 4-15,2 0 11 0,-8 17-5 16,2 2 7 0,-6 8-3-16,-6-2-2 15,0 3 4-15,0-1-4 16,-12 0 0-16,-8-2-6 0,-4-3 0 15,0-8-225 1</inkml:trace>
  <inkml:trace contextRef="#ctx0" brushRef="#br0" timeOffset="98513.58">14532 10499 325 0,'0'0'3'0,"0"0"20"16,0 0 0-16,0 0 2 16,-18-34 6-16,12 32 7 15,-5-2 11-15,1 4 5 16,-4 0-5-16,2 0-14 16,-6 0-1-16,2 4-7 15,0 14-15-15,-2 0-4 16,4 5-1-16,-1 6-2 15,2 0 0-15,2 3-1 16,5 3-2-16,-1 5-1 16,5-6 1-16,2 1-2 0,0-6 0 15,0-4-2 1,9-7 0-16,6-7-2 16,2-5 1-16,6-6-5 15,1 0-8-15,0-8 25 16,0-13-16-16,2-8 1 15,-3-2-3-15,-6-7 6 16,-2-2 7-16,-6 2-5 16,-7 3 13-16,-2 4-7 15,0 4 12-15,0 9 10 16,0 5 16-16,0 3 2 0,-2 4-16 16,0 5-7-16,2-1-1 15,-3 2-4-15,3 0-10 16,0 0-6-16,0 13-5 15,0 9 6 1,5 7-1-16,8 5 1 0,1 5-2 16,6-2 2-1,2 1-2-15,-3-1 0 0,2-7 1 16,3 0 0 0,0-7-2-16,-1-7-5 0,-1-8-16 15,-2-8-208-15</inkml:trace>
  <inkml:trace contextRef="#ctx0" brushRef="#br0" timeOffset="106713.57">16265 10463 330 0,'-4'0'12'0,"2"0"-1"15,2 5 7-15,-2 3 12 16,-2 9-1-16,-4 0 1 16,-4 6 7-16,-2 2 2 0,-8 4-7 15,-2 6-8 1,-6-1-4-16,-4 3-11 0,-3-4-4 15,5 1-3 1,2-7-1-16,4-6 0 16,6-7 1-16,5-8-1 0,5-6 9 15,1 0 19 1,2-10-11-16,1-11-6 16,2-8 0-16,4-5-5 15,0 0 2-15,0 3-7 0,0 2 7 16,0 7-4-16,0 9-2 15,6 7 1 1,10 4-4-16,-2 2-1 16,6 0 2-16,8 14 2 15,4 11-2-15,3 8 1 0,1 7 0 16,3 2-1-16,-1 0 0 16,2-6-1-16,-4-7 0 15,-2-11-2-15,3-8 1 16,-7-10-2-16,-2 0 2 15,-4-8-1 1,-8-12-7-16,0 1 12 0,-12 0-10 16,-4 3 11-1,0 6-6-15,-22 9-158 0</inkml:trace>
  <inkml:trace contextRef="#ctx0" brushRef="#br0" timeOffset="107703.58">18061 10468 373 0,'0'0'45'15,"0"0"4"-15,0 0-5 16,-20-11-17-16,12 11-5 16,-6 19-3-16,0 9 2 0,-6 1-2 15,-4 6-5 1,-4-4-6-16,5-2-5 0,-5-4-2 15,4-3 0 1,0-4 0-16,5-8 0 0,6-1 0 16,0-6 2-1,4-3-2-15,9 0 2 0,0-6-16 16,0-10 14-16,0-8 8 16,0 1-10-1,9-1 2-15,-2 7 2 0,-1 4 0 16,-2 4-2-16,3 8 1 15,6 1-7-15,3 0-3 16,4 13 12-16,6 10-2 16,8 10-1-16,3 0 1 15,-1 1-1-15,2-3-2 16,-2-11 1-16,-4-4-2 16,-2-8-1-16,-4-8 2 15,-5 0-6-15,-3 0 8 16,-6-18 0-16,2-1-2 15,-6-3 2-15,-2 3-2 16,-4 4-6-16,-2 5-237 16</inkml:trace>
  <inkml:trace contextRef="#ctx0" brushRef="#br0" timeOffset="108573.41">20083 10533 351 0,'0'0'49'0,"0"0"23"0,0 0 5 15,0 0-34 1,-37 0-29-16,27 24-10 0,-6 6 0 16,-6 5-2-1,4 2 1-15,-8 4 1 16,-6-3-1-16,3-1 1 15,-7-4-1-15,2-2 0 0,-3-8 2 16,5-3-6 0,6-10 2-16,2-9 2 0,12-1-4 15,4-6-3 1,8-17 0-16,0-8 5 0,0-2-3 16,0 2 0-16,5-4-2 15,6 10 8-15,-1 3-3 16,1 10 0-16,0 6-1 15,6 6 1-15,1 2-2 16,1 23 3-16,2 7 2 16,7 8-1-16,2 2-3 15,5-5 1-15,1-4-2 16,3-10-1-16,-2-9-1 16,-1-9-2-16,-4-5 1 15,-3 0-9-15,-6-13 12 0,-4-6-12 16,-5-3-3-1,-8 3-42-15,-6-1-8 16,0 9-69-16,0 3-118 16</inkml:trace>
  <inkml:trace contextRef="#ctx0" brushRef="#br0" timeOffset="109273.69">21641 10572 546 0,'0'0'55'15,"0"0"-4"1,0 0-26-16,0 0-22 0,-35 15 4 16,22 7 2-1,-2 3-4-15,-4 0 0 0,-5-2-3 16,-6 4 1-1,-5-4 0-15,-3-4-3 16,-1-1 2-16,3-8-4 16,8-4 3-16,2-6 0 15,10 0 0-15,6-10-1 16,8-11 0-16,2-7-1 0,0 1-1 16,0-3 3-16,10 7 0 15,4 5 0-15,0 11-2 16,2 7 1-16,5 0 1 15,1 9 0 1,1 14 2-16,5 5-2 0,3-2 0 16,-1 4 3-1,0-4-4-15,-2 4 1 0,-3-7-2 16,1-4 2 0,-4-1-3-16,0-7 2 0,-4-5-7 15,4-6-12-15,4 0-230 16</inkml:trace>
  <inkml:trace contextRef="#ctx0" brushRef="#br0" timeOffset="110220.8">23459 10576 386 0,'0'0'54'0,"0"0"-3"0,0 0 17 16,0 0-38-16,-39-8-15 0,26 14-6 15,0 12 5 1,-5 1 3-16,0 6-2 0,-2 2-4 15,-6 0-3 1,-2 1 0-16,-6 0-4 0,-2 0 1 16,-1-3-1-1,3-6 0-15,6-4 3 16,6-7 1-16,6-4-3 0,8-4 0 16,2 0-1-1,4-12-3-15,2-9-8 16,0-4 4-16,0-5 14 0,2 4-8 15,10 4-5-15,2 6 2 16,-2 10 2-16,4 6-7 16,0 0 3-16,4 7 4 15,6 14 0 1,0 4 1-16,4 3-3 0,-3-3 1 16,1-4 2-16,1-3-4 15,-1-5 1-15,1-7 1 16,0-6-4-16,1 0 1 15,0 0 3-15,-2-8-1 16,0-7-3-16,-6-3-1 16,-5 1-22-1,-13-1-181-15,-4 3-214 0</inkml:trace>
  <inkml:trace contextRef="#ctx0" brushRef="#br0" timeOffset="141876.25">14258 8845 16 0</inkml:trace>
  <inkml:trace contextRef="#ctx0" brushRef="#br0" timeOffset="147653.42">7223 11590 158 0,'0'0'15'0,"0"0"18"16,0 0 7-16,0 0-12 15,0 0-1-15,0-3 10 16,0 3 3-16,0 0 3 0,0 0-7 15,0 0-18 1,0 0-13-16,0 0-4 16,0 2-3-16,0 2 1 0,0-4 0 15,0 0-3 1,0 0 8-16,0 0-3 0,0 0 2 16,0 1 1-1,0 2 2-15,0 0-4 0,0 0 1 16,0 0-3-1,0 3-1-15,0-3 0 0,0 1 0 16,0 2 2 0,4-2 0-16,-2 0 0 15,0 0-1-15,2-2 0 0,0-2-2 16,1 0-9-16,2 0 11 16,1 0 1-16,1-4 3 15,-5-5 0 1,-2 2-1-16,-2 0 6 0,0-2 7 15,0 3 26-15,-4 3 6 16,-7 2-8-16,-6 1-12 16,2 0-7-16,-1 0-5 15,0 0-6-15,2 4-3 16,0 14 2-16,-2 6-2 16,4 7 1-16,1 6-3 15,0 7 5-15,5 5 1 16,3-3 2-16,3-5 0 15,0-3-8-15,7-7-2 16,12-8-3-16,5-5 2 16,1-7-2-16,3-5 2 15,3-6-2-15,3 0 1 16,1 0 0-16,-3-13 2 16,-1-1-3-16,-4-3-9 0,-10 5-19 15,-8-2-69 1,-9 5-183-16</inkml:trace>
  <inkml:trace contextRef="#ctx0" brushRef="#br0" timeOffset="148513.57">7748 11379 277 0,'0'0'64'0,"0"0"5"15,0 0-25-15,-40 0-4 16,30 6-9-16,2 7-6 16,-4 7-5-16,6 4-5 15,2 8-1-15,-2 9 7 16,-1 6 5-16,2 6 3 0,3 2 4 15,2 3 5 1,0 0-7-16,0-7-15 0,16-1-5 16,7-8-4-16,8-1-4 15,5-8-1 1,9-6-4-16,3-5-1 0,0-13-8 16,4-6-30-1,-8-3-182-15,-8-9-269 16</inkml:trace>
  <inkml:trace contextRef="#ctx0" brushRef="#br0" timeOffset="149087.08">8189 11484 307 0,'0'0'13'0,"0"0"6"16,0 0-8-16,0 0-1 15,0 0-1-15,-73 50 11 16,51-22 15-16,2 3 17 16,-1-1-15-16,-3 5 3 0,3-6-7 15,-1 1-2 1,1-2 1-16,3-5-4 15,6 0-1-15,6-2-3 16,4-7-10-16,2-1-8 16,0-6-4-16,0 0-3 0,0-2-3 15,10-4 4-15,7 2 1 16,4-3-3 0,10 0 2-16,3 0 6 15,4-4 0-15,6-8-5 16,-1 0 1-16,-5 4-3 15,-8 3-19-15,-8-1-63 16,-11 3-106-16,-4 0-23 16</inkml:trace>
  <inkml:trace contextRef="#ctx0" brushRef="#br0" timeOffset="149454.05">8137 11445 502 0,'0'0'51'16,"0"0"-8"-1,0 0-23-15,0 0-10 0,0 0 3 16,-11 64 5-1,11-33 0-15,0 4 7 16,0 2 4-16,6 4-4 16,6 1-4-16,-6 5-1 15,1 1-5-15,3 3 1 16,-6 1 0-16,1-1-2 16,-1-6-5-16,-1-4-2 15,5-6-3-15,-2-9-4 16,3-2 0-16,0-8-2 0,-1-7 0 15,-4-3-7 1,0-6-22-16,-2 0-117 16,-2-7-297-16</inkml:trace>
  <inkml:trace contextRef="#ctx0" brushRef="#br0" timeOffset="149919.93">8462 11923 290 0,'0'0'14'15,"0"0"2"-15,0 0 2 16,0 0 3-16,0 0-13 16,-28 5 0-16,28-5 14 15,-2 0 27-15,2-5-9 16,0-2-9-16,0 1-11 15,0 0 4-15,0 2 6 16,0 2-10-16,0 2-8 16,0 0-16-16,6 0 3 15,8 18 7-15,0 1 4 16,-1 6 10-16,0 2-13 16,-5-2 1-16,-1 3-8 0,-3-4 2 15,-1-1-1-15,-3-7-4 16,0-3-11-1,0-8-295-15</inkml:trace>
  <inkml:trace contextRef="#ctx0" brushRef="#br0" timeOffset="150843.61">8896 11581 337 0,'0'0'29'15,"0"0"4"1,0 0-11-16,0 0-1 0,-64-22-5 15,50 22 1-15,6 0 2 16,-4 0 10-16,0 0-2 16,-4 0-4-16,2 6-5 0,0 10-3 31,1 0-2-31,0 8 2 0,4 2-4 0,-1 3-4 31,3 2-2-31,2 4-1 0,5 3 3 16,0-3-5-16,0-4 1 15,0-6 1-15,3-3-4 16,12-11-1-16,0-3-3 16,4-4 1-16,3-4 4 15,-1 0-7-15,1-12 12 16,0-8 1-16,-6-5-6 16,0-6 4-16,-4-6-4 0,-3-1 1 15,-4-3 1 1,-1 5 0-16,-4 1 3 0,0 9 12 15,0 5 28 1,0 8 3-16,0 3-5 0,-7 4-13 16,3 5-2-1,2 1-6-15,-1 0-8 0,3 0-9 16,0 8-7-16,0 17 3 16,0 4 1-1,0 7-1-15,3 1-4 0,10 1 4 16,2-3-4-1,6-1 1-15,3-6-2 16,-1-3 2-16,3-8-4 0,0-4-9 16,0-9-29-1,-6-4-46-15,-3 0-145 0</inkml:trace>
  <inkml:trace contextRef="#ctx0" brushRef="#br0" timeOffset="151269.45">8808 11356 481 0,'0'0'5'0,"0"0"11"15,0 0 14-15,0 0-3 16,108 56-9-16,-74-17-7 16,-1 10-3-16,-3 2-2 0,-4 4 3 15,-5 3 1-15,-6 6 3 16,-4-1-4-1,-5 5 3-15,-4 1-4 16,-2 2 0-16,0-4-1 16,-4 0-4-16,-13-6 0 15,-1-2-3-15,-3-5 1 16,0-8-2-16,1-3-1 16,-2-11-3-16,4-10-28 0,2-14-371 15</inkml:trace>
  <inkml:trace contextRef="#ctx0" brushRef="#br0" timeOffset="153033.02">14228 11522 377 0,'0'-7'28'0,"0"1"30"0,0 0 14 16,0 3-2-16,0 3-15 15,0 0-19-15,-6 0-17 16,-12 15 2-16,-2 9-9 16,0 6 5-16,-6 10-1 0,-6 7-4 15,3 2-4 1,-1 5-4 0,0-1-2-16,4-3-2 0,7-6-1 15,6-7-3-15,1-10-3 16,7-14-36-16,3-9-251 15</inkml:trace>
  <inkml:trace contextRef="#ctx0" brushRef="#br0" timeOffset="153353.29">13981 11540 317 0,'0'0'47'15,"0"0"20"-15,0 0 0 0,0 0-3 16,72 128-7-16,-48-85-26 0,5-3-12 31,3 0-13-31,-2 2-6 16,0-3 2-16,-6 3-3 0,-8-3-2 15,-2-7-56 1</inkml:trace>
  <inkml:trace contextRef="#ctx0" brushRef="#br0" timeOffset="154503.11">10422 11609 441 0,'0'0'28'15,"0"0"23"-15,0 0 3 0,-37 6-26 16,25 18-11-16,1 7-2 15,-4 4-3-15,4-1 2 16,-4 3-3-16,2-1-6 16,-2-2-4-16,0-2 0 15,-3-4-2-15,2-5-3 16,0-8-29-16,1-6-161 0</inkml:trace>
  <inkml:trace contextRef="#ctx0" brushRef="#br0" timeOffset="154765.26">10079 11626 565 0,'0'0'3'16,"0"0"21"-1,0 0 5-15,0 0 5 0,121 85-13 16,-82-53-5-16,4 5-6 16,0 2-8-1,-4-5 0-15,-2-3-1 0,-5-3 0 16,-6-7-1-16,-10-4-1 16,-2-3 0-16,-8-5-5 15,-6-6-84-15</inkml:trace>
  <inkml:trace contextRef="#ctx0" brushRef="#br3" timeOffset="165052.52">8462 3713 300 0,'-6'0'65'0,"2"0"14"15,0 0-7-15,0 0-23 0,2 0-18 16,-2 0-13-1,-2 0-2-15,2 0-1 16,-4 0 1-16,4 0 3 16,-2 0 4-16,-2-2 2 0,3-4-2 15,-3 2-2 1,3 1-3-16,-3-3-8 0,-1 2 5 16,3 2-6-16,-1-2-1 15,-1-1 2-15,1 4 0 16,1-1 2-16,-1-2-1 15,-3 2-4-15,5-2 0 16,-1 3 0-16,-2-2-2 16,-2 2 1-16,0 1-1 0,-1 0 1 31,0 0 1-31,-1 0 2 0,0 0-2 16,2 0-4-16,-3 0 3 15,2 0-3-15,-4 0 1 16,2 0 1-16,0 0 0 15,5 1-2-15,-3 2 1 16,0 0 0-16,5-1-1 16,-5 4 2-16,2-4-3 15,1 4 0-15,-6 1 3 0,4 3-1 16,-3 0-1 0,-2 4-2-16,2-1 2 15,2 1-2-15,3 1 1 16,-3 1-3-16,5-1 3 15,-1 1 1-15,-2 0-4 16,5 1 1-16,-2 1-2 16,2-2 2-16,-3 1 0 15,0 1 4-15,2 2-5 16,0-3 3-16,3 2-2 16,-2 1 3-16,0-3-3 15,0 3-2-15,2-3 4 0,2 2-2 16,0-1-2-1,0 1 2-15,0-2 2 16,0 3-2-16,0-3 1 16,0 2 0-16,0-1 0 0,0-2-1 15,0-2 0 1,0 4-1-16,0-4 0 0,0 1 0 16,6-1 1-16,0 2 1 15,0-3-1-15,2 1-3 16,4 1 3-16,-6 2 2 15,4 4-1-15,-1-3 2 16,0 2 2-16,-4 0-1 16,5 1 2-16,-2-5-3 15,0 0-1-15,8-1-2 16,-1 1-5-16,4 0 4 16,3 1 2-16,2 3 2 15,0-1-3-15,-1-2 4 0,-4 1-2 16,3-1-2-16,-1-1 1 15,3-1 0 1,-2 1-1-16,2-3-1 16,-1-1 1-16,1-6-1 15,-3 0 0-15,3-2 2 16,-1-2-1-16,-3 0 4 16,0 3 0-16,-2 1-3 15,0 0 1-15,-3 0-1 16,4-4-1-16,3 1 0 0,1-3-2 15,3 0-6 1,2 0 7-16,2 0 1 0,-2-5 0 16,0-6 7-16,-2 2-6 15,-2-2 0 1,-1-3-3-16,1-2 1 0,-2 2 4 16,4-4-4-16,-3 0 1 15,-4 2 1-15,1 3 0 16,-7 3-1-1,-3 4 1-15,-3 1-1 0,-3 1 1 16,3-2-1 0,1-2 1-16,0-7-3 15,2-2 1-15,4-3 3 0,-2-5 0 0,0 1-1 16,-3 2 1 0,0-1-2-16,-1-1 2 15,-4 0-1-15,-4-1 0 16,2-4 1-16,-2 0-2 0,0 0 1 15,0 0 0 1,0 0-1-16,0 4 0 0,0 1 1 16,0 3 1-16,0 3-1 15,-4-6 0 1,-8-1 0-16,2-4 0 0,2-2 0 16,-4-2-3-1,2-2 3-15,2 1-2 0,0 6 1 16,0 5 1-1,2 3 0-15,-4 6 3 0,-1-1 2 16,-2 4-1 0,2-3 1-16,-6-1-4 15,4 0 1-15,-2-3-3 0,2 1 0 16,1 1 0 0,0-2 1-16,0 5 0 0,2 1 1 15,0-1-1-15,0 1 1 16,0 1 1-16,0-4-2 15,-5 5 0-15,0-5 1 16,0 5 1-16,-6-5 2 16,6 5 1-16,-5-2-2 0,-2 2 1 15,4 2-3 1,-4-2 1 0,2 5-3-16,-1-1 8 0,0 2-1 15,3 0-3-15,-1 0 0 16,-1 0-2-16,3 1 0 15,-2-2-1-15,-1 4 1 16,0-5-3-16,4 4 2 16,-4-2 1-16,3-2-2 15,0 2 0-15,2 1 2 0,-5 3-2 16,4 0 1 0,-8 0-5-16,0 0 1 0,-6 11 2 15,-2 6 3 1,-1 3 1-16,1-3-3 15,2-1 1-15,4-2 0 16,2-2 0-16,4-2-2 16,4-1 1-16,-1 0 0 0,1-2 0 15,4 2 0 1,-2-2 0-16,0 2 0 16,0 3-2-16,0 2 4 15,-3 0-4-15,6 3 1 0,-4-2-1 16,6 3 1-1,1-1 1-15,-1-1-3 16,4 1 3-16,1 1-3 16,2 3-2-16,0 0 5 15,-2 2 2-15,1 2-2 16,-1 2 3-16,2-4-6 0,-1 1 3 16,2-5-1-1,1 3 0-15,0-5 0 0,0 1 0 16,0 1 0-16,0 0 1 15,0 3-1-15,1 1 2 16,4-1-1-16,2 0 1 16,-3 1-1-16,0-2 0 0,0 0 1 15,1-4-2 1,4-2 0-16,-3-1-1 0,-2 0 1 16,2-1 3-1,1 3-2-15,0-1 1 16,-1 4 0-16,0 1-1 15,0-3 0-15,4-1-1 16,-6-1 1-16,3 1 0 0,6-1 0 16,-5 1 0-16,0-1 1 15,6 3-1 1,-5-1-1-16,5 0 3 16,1 1-3-16,0-1 1 15,0-2 0-15,2 3 0 16,-1-4 1-16,-4-3 0 15,6 1-1-15,-7-3 2 16,8 3-2-16,0 0 0 16,-2-1 2-16,3 3-1 15,-1 0-1-15,-5 0 1 16,2-3-1-16,-3-2 0 16,0-3 0-16,-4 1 0 0,4-1 0 15,-1 0-2-15,2 0 4 16,0 0 0-1,4 0-4-15,-3 0 1 0,4 1-4 16,0-1 4-16,-1-2 1 16,-2 2 1-16,4 0 0 15,-6 0 0 1,0-1-1-16,-1-1 0 0,4 0 2 16,1-4-8-16,3 0 0 15,1 0 6-15,6 0 2 16,-2-6-1-16,2-1 1 15,-3-1-1-15,-4 0-1 16,1 0 1-16,-3 1-1 16,-1-5-2-16,-1 1 2 0,0-1 0 15,-1-1 0 1,0 1 1-16,0-3-1 16,-2 3 0-16,-2-2 0 15,2-4 0-15,-1 3 0 16,2-5-2-16,5-2 4 15,-5-2-3-15,4 3 1 16,-6-1 0-16,2-1 0 16,-6 4-1-16,-1 1 1 15,-4 0 1-15,0 4 0 16,0-4-1-16,-2 3 1 16,2-3-1-16,0 1 0 0,2-5-1 15,-4 3 2 1,0 0-2-16,0 2 2 0,-2 1 0 15,0-2 1 1,0 7 0-16,0-5-2 0,0 3 1 16,0-2-1-16,-4-2 0 15,-6 0 1 1,4-2 0-16,0 4-1 0,-2-2 1 16,2 1-1-1,0 2 1-15,1 3-2 0,0-3 1 16,-1-2 1-1,-2-1-2-15,1 0 0 0,1-3 2 16,-1 3-2-16,-1-2 2 16,1 3 0-16,-1 0 0 15,-5 2 1-15,0 2 1 0,-2-2-1 16,2 1-1 0,-5-3 0-16,8-2 0 0,-6 2-1 15,8-4 0 1,-4 2 0-16,0 1 0 0,0 2 0 15,-1 1 2 1,0 2 1-16,-2 0-2 16,0 1 0-16,-2 1 2 15,-1-1-3-15,-6-1 2 16,6 0-2-16,-4 1 2 16,2-1-1-16,-3 2-1 15,2 1 0-15,3 0 0 16,1 5 0-16,-5 0 0 15,1-3 1-15,4 6 1 16,-3-4-2-16,0 0 0 16,2 3 1-16,-2-2 0 0,1 1 0 15,0-2-2 1,6 4 3-16,-5-2-2 16,-2 1 1-16,4 2-9 0,-4 0 9 15,-4 0 1 1,1 0-1-16,-2 6 0 0,2 5-1 15,2-4 2-15,0-1-1 16,1 2 0-16,0-4 0 16,4 0 1-1,-4 0-4-15,2 2 2 16,2 1 0-16,-1 2-2 0,-1-1 2 0,1 4 0 16,0-1-1-1,-1 1 0 1,2-3 3-16,-4 1-3 0,3 0 3 15,2-1-3-15,0-1 3 16,4-2-3-16,5 0-2 16,-3 0-4-16,5 0 7 15,2 0-2-15,0 5 0 16,-1 4 0-16,-1 7 6 16,2 3-6-16,-5 3 4 15,2 0-2-15,4-2-1 16,-3 2 2-16,0 0-3 0,4-5 3 15,-5-2-2 1,3 0 2-16,-1 0-4 0,1-1 4 16,2 1-1-1,0 0-1-15,0 4 1 0,0 0-2 16,0 2 2-16,2 3-1 16,8-1 1-1,-1-4-1-15,7 2 0 0,-1 0 1 16,4-2-1-1,3 0-1-15,0-1 2 16,2 0 0-16,-4-1 0 0,1-1 1 16,0 0 0-1,-4-1-1-15,-2-1 1 16,0-1 0-16,-2-3-1 0,4 1-1 16,-2 0 4-16,5 3-3 0,5-1 0 15,-1 3 0 1,2 1-1-16,0-2-1 15,-1-2 3-15,-1 0 1 16,-6-3-2-16,-2-1 0 16,4-3 0-16,-5-2-2 0,2-1-3 15,-2-1 4 1,0-2-1-16,0-2 4 16,-3 0-5-16,2-4-1 15,-2 0 6-15,6 0-3 16,4 0 1-16,6-10-15 15,-2-11-89-15,-5-7-188 0</inkml:trace>
  <inkml:trace contextRef="#ctx0" brushRef="#br3" timeOffset="189100.57">1171 4171 229 0,'0'0'79'0,"0"0"-36"0,3-4-13 16,3-3-17-16,1-5-8 15,3-1-4-15,3-2 2 16,0-1-2-16,-2-1 0 16,-1 5 1-16,-2 0 2 15,-4 5 0-15,0 3 2 16,-2 0 4-16,-2 2 2 16,0 2 1-1,0 0-9-15,0 0-6 0,0 0 3 0,0 0-2 16,0 0 0-1,0 0 2-15,0 10 8 0,0 1 5 16,-6 4-7 0,-4 3-2-16,0-1 9 15,-3 1-11-15,6-2-1 16,-5-1 2-16,5-2-2 16,2-6-2-16,-2 5 2 15,7-12-3 1,0 0-5-16,0 0 5 15,0 0-5-15,0 0 2 16,0 0 9-16,0-12 0 0,9-3-2 16,3-3-3-16,4-1 0 15,-2 1 0-15,-1 0-4 16,0 5 2 0,-4 1-4-16,-2 8-1 0,-5 0 5 15,-2 4 1-15,0 0 0 16,0 0 1-1,0 0 5-15,0 0 1 0,0 0-3 16,0 10-4 0,-9 9 2-16,-10 8-6 0,-5 6 9 15,-4-2-38-15,-2-3-383 16</inkml:trace>
  <inkml:trace contextRef="#ctx0" brushRef="#br3" timeOffset="203063.32">1801 3246 183 0,'0'0'37'16,"0"0"20"-16,0 0 32 0,0 0-23 16,0 0-18-16,0 0-8 15,0 0-5-15,0 0-7 16,0 0-1-16,0 0-5 15,-12 0-1-15,-2 8 1 16,-10 15-19-16,-4 10-6 16,-6 11 8-16,-7 9 14 15,-3 7-10-15,-2 2 10 16,-2 4-4-16,-6 7 1 16,-4 7-7-16,-5 6-3 15,-1 0-6-15,-3 5-2 0,5-4 7 16,10-15-14-1,11-16-31-15,9-18-78 16,8-20-433-16</inkml:trace>
  <inkml:trace contextRef="#ctx0" brushRef="#br3" timeOffset="203964.79">959 2927 498 0,'0'0'72'0,"0"0"11"16,0 0-17-16,0 0-29 0,0 0-17 15,0 0-16 1,0 0-1-16,0 0 2 0,0 2-9 15,0 10 0-15,0 1 8 16,0 4 0 0,0 3 2-16,0-1 6 0,0 0-9 15,4-2-1 1,3 0-3-16,2-6 2 0,-1-3-5 0,3-1 2 16,2-2-5-1,3-5 4 1,4 1 4-16,2-1-4 0,-1 0 4 15,3 1 3-15,-2 4-3 16,-1 1-5-16,-4 4 6 16,-1 1-1-16,-6 5-2 15,-2-1 4-15,-4 3-3 0,0 1 5 16,-4 1-2 0,0 1-3-16,0-1 8 15,0 0-10-15,0-1 9 16,-6-1-6-16,0-5-3 15,-1-6-4-15,0-7-28 16,-7 0-74-16,4-8-182 0</inkml:trace>
  <inkml:trace contextRef="#ctx0" brushRef="#br3" timeOffset="204294.87">1002 2944 412 0,'0'0'48'16,"0"0"-12"-16,0 0-11 15,0 0-36-15,0 0 8 16,13-23 15-16,5 11-3 16,2-3 0-16,4-1-4 0,2 1 2 31,-4 0-6-31,-3 3 1 0,-2 2-2 0,-4 3 0 16,-2 2-1-1,-4 5-4 1,-3 0-15-16,-3 0-52 0,-1 6-194 15</inkml:trace>
  <inkml:trace contextRef="#ctx0" brushRef="#br3" timeOffset="204783.31">1461 3159 217 0,'0'0'74'0,"0"0"-2"16,0 0-10-16,0 0-35 16,0 0-10-16,0 2 7 15,0-2 6-15,0 0 19 0,0 0 13 32,0 0-4-32,0 0-18 0,0 0-14 15,0 0-6 1,0-2-11-16,0-2-7 0,0 2 11 15,0-2-2-15,0 4-9 16,0-1-6-16,6 1-2 16,2 0-7-16,3 0-4 0,4 0 2 15,-2 1 8 1,2 11-4-16,-4 4 19 16,-3 1-6-16,-1 5 4 15,-4 3-4-15,-3 0 2 16,0 0-27-16,-3-2-199 15</inkml:trace>
  <inkml:trace contextRef="#ctx0" brushRef="#br3" timeOffset="208813.43">1735 2840 248 0,'0'2'43'0,"0"0"3"15,0 0 4-15,0 0-12 16,0-2-14-16,0 1-3 16,0-1 2-16,0 0-4 0,0 0-2 15,0 3-2 1,0-3-3-16,0 1-7 0,0-1-3 16,0 2 0-1,0 0-2-15,0-2 0 16,0 0 3-16,0 2-5 15,0-2 4-15,0 0-1 16,0 0-1-16,3 0 1 16,-1 0 0-16,-2 0-1 15,0 0 1-15,0 0-2 16,0 0-1-16,0 0 4 16,0 0-1-16,0 0 0 15,0 0 0-15,0 0-1 16,0 0 0-16,0 0 0 15,0 0-1-15,3 0 1 16,-1 0-1-16,-2 0 1 0,4 0 1 16,-2 0-5-16,0 0 5 15,0 0 2-15,0 0-2 16,0 0 7-16,0 0-1 16,0 0 1-16,-2-4 9 15,0-2 2-15,0-1 14 16,0 1 4-1,0-2-4-15,0 3 0 0,0 1-15 16,-4-2-7 0,0 4 0-16,2-1 4 0,-2 2-4 15,0 1-4-15,2 0-4 0,-1 0 0 16,-2 0 2 0,3 0-2-16,-2 0-2 0,0 1-2 15,0 14-3 1,0 4 9-16,2 6-2 15,-3 6-4-15,5 3-1 16,0 1-2-16,2 0 3 16,15-2-2-16,5-5-5 0,8-6-1 15,4-6 1 1,3-9 9-16,4-7-1 0,2 0 0 16,-3-3-4-1,-2-17 10-15,-9-1-5 16,-7 1 2-16,-14-1-3 15,-7 8-11-15,-1 5 6 16,-9 7-79-16,-13 1-232 16</inkml:trace>
  <inkml:trace contextRef="#ctx0" brushRef="#br3" timeOffset="213599.76">11724 11483 341 0,'0'-3'63'0,"0"-1"-4"16,0 2-6-16,0 2-16 16,0 0-12-16,0 0-2 15,0 0-4-15,0 0 2 16,0 0 0-16,0 0-2 15,0 0-3-15,0 0-5 16,0 0-5-16,0 9-3 0,0 8 8 16,0 5-4-16,0 2 4 15,0-1 2-15,0 1-4 16,0-2 0-16,0-4-3 16,0-4 3-16,0-3-1 15,0 1-1-15,0-6-3 16,0-4-2-16,0 2-1 0,0-4-1 15,0 0 0 1,0 0 1-16,0 0 0 16,2 0 3-1,2 0 6-15,6 0 2 16,0 0-1-16,4-6-5 16,6-2-3-16,-1 2-3 0,7 2 1 15,-2 4-2-15,2 0 3 16,-2 0-4-16,-6 0 2 15,0 12 1-15,-5 3-2 16,-7-1 0-16,-1 1 1 16,-5 1 2-16,0 3-1 15,0 0 2-15,-5 4-2 16,-10 1 3-16,-2-2-3 16,0-1 1-16,-3-4 0 15,5-3 0-15,0-5-1 0,3-3 1 16,0-4 1-1,-1-2 0-15,1 0-2 16,-2 0 1-16,2 0-2 16,3 0-3-16,0-5-4 15,1-3-76-15,6-9-223 0</inkml:trace>
  <inkml:trace contextRef="#ctx0" brushRef="#br3" timeOffset="214048.12">11700 11506 478 0,'0'0'74'0,"0"0"-5"0,0 0-38 16,0 0-28-16,2-12 0 15,22 4 2-15,8 2 2 16,6-3 3-16,6-1-2 16,1 0-6-16,-2 1 0 0,-6 0-1 15,-9 4 1 1,-7 1-1-16,-8 2-2 0,-7 2 1 16,-6 0 10-1,0 0-1-15,0 0-5 0,0 0-2 16,-13 11-4-1,0 3-30-15,-1 1-230 0</inkml:trace>
  <inkml:trace contextRef="#ctx0" brushRef="#br3" timeOffset="-214495.71">12265 11840 225 0,'0'0'60'16,"0"0"-18"-16,0 0-10 16,0 0-14-16,0 0-7 0,-17 0-4 15,16 0-4-15,1 0-2 16,0 0 7 0,0 0 2-16,-2 0 1 0,2 0 4 15,0 0-4-15,0 0-5 16,0 0-1-1,0 0-5-15,0 0 1 0,0 0 0 16,-2 0 0 0,0 0 2-16,2 0-2 0,0 0 0 15,0 0-1-15,-4 0 2 0,2 0-2 32,0 0 0-32,-2 0-2 0,0 0 4 15,2 0-1-15,-3 4-2 16,5-2 1-16,-1-2 2 15,1 0 0-15,0 0-2 16,0 0 7-16,0 0 24 16,0 0-23-16,0 0-3 0,0 0-3 15,-2 0 3 1,2 0 1-16,0 0-4 16,-3 0-2-16,3 0 4 15,-4 0-4-15,1 0 6 0,1 0-3 16,0 0 0-1,0 0-1-15,0 0 1 0,2 0 2 16,0 0 1 0,-2 0 3-16,-1 0-2 15,3-5 2-15,0-2-5 16,0-1-1-16,0-2-1 16,0 6-1-16,3 0 0 0,7 2 1 15,3 2-3 1,-2 0 5-16,5 0 2 15,-4 0-1-15,-4 9 0 16,1 4 1-16,-4 6-4 16,-5 5 2-16,0-1-3 15,0 1 2-15,0-1-3 0,-6-4-4 16,-2-9-108 0</inkml:trace>
  <inkml:trace contextRef="#ctx0" brushRef="#br3" timeOffset="-213532.99">12647 11603 266 0,'0'0'42'0,"0"0"-20"16,0 0 6-16,-3 0-19 16,3 0-2-16,0 0-1 15,0 0-2-15,0 0 0 16,0 0 2-16,0 0 5 16,0 0 5-16,0 0 0 15,0 0-8-15,0 0-2 16,0 0-3-16,0 0 0 15,0 0-1-15,0 0-1 16,0-3 16-16,7-4 0 0,1-3-3 16,-1 2-3-1,0-3-2-15,-5 0 5 0,-2 4 12 16,0-2 24 0,0 0-15-16,0 2-8 15,-13 1-9-15,-2 3-4 0,-3-1-3 16,4 4 1-1,-2 0-1-15,2 0-3 0,2 4-4 16,4 15 1 0,2 8-1-16,1 8-2 0,5 3 4 15,0 4 2 1,0 2 1-16,0-6 4 0,12-3-4 16,9-9 0-16,3-5-5 15,6-7-1-15,6-9-2 16,3-5 0-16,3 0 2 15,3-22 4 1,-8-3-6-16,-7-4-7 0,-16 2-48 16,-10 2-185-16</inkml:trace>
  <inkml:trace contextRef="#ctx0" brushRef="#br3" timeOffset="-200545.99">13629 3108 441 0,'0'0'60'0,"3"0"13"16,-1 0-24-16,-2 0-8 0,0 0-1 15,0 0 0 1,-17 11-6-16,-13 14-16 0,-11 12 3 16,-7 11 9-16,-5 8 4 15,-4 10-13-15,2 2-8 16,5 1-10-16,8 3-4 15,4-3-1-15,9-6-12 16,9-9-20-16,6-15-278 16</inkml:trace>
  <inkml:trace contextRef="#ctx0" brushRef="#br3" timeOffset="-197267.54">13068 2826 60 0,'0'-3'43'16,"1"-1"18"-16,-1 2 12 0,0 2-2 15,0-3 0-15,0 3-10 16,0 0-20 0,0 0-18-16,0 0-9 0,0-1-3 15,0 1 6 1,0-5 6-16,0 4-5 0,0-1-3 15,0-2-4-15,0-1-3 16,0 3 0-16,0-4-4 16,0 0 3-16,-3 1-4 0,-3-1 8 15,-1 1-4 1,-3 2 0-16,-3-3 17 0,1 3 3 16,0 1-11-1,1 1-2-15,-1 1-4 0,2-2-2 16,2 2-1-1,-2 0-4 1,3 0-1-16,-2 0 3 0,-1 0-1 16,3 8-1-16,-2 1 0 15,-1 2-2-15,3 3 2 16,-1 0-1-16,-1 1-1 16,3 1 0-16,1 1 1 15,1 3-2-15,2-1 1 16,2-2 0-16,0-1-2 15,0 0 0-15,0-1-1 16,2-1 1-16,7-1-1 0,6-1 1 16,-4-3-1-1,3 0 0-15,-2-3-1 16,2-4-1-16,2-2 2 0,0 0-3 16,-2 0 3-16,2 0 4 15,1-1-1-15,-3-11 0 16,1-2 2-1,-2-4-4-15,-4-4 7 0,3-1 0 16,-7-2-3-16,1 0 0 16,-4-1 3-1,-2 5-1-15,0 4 0 16,0 5 6-16,0 2 3 16,0 6 7-16,0 1 6 15,0 3-1-15,0-3-3 0,0 3-7 16,0 0-7-16,0 0-8 15,0 0-5-15,0 0 1 16,0 0 3-16,1 0-3 16,2 4 2-16,2 8 2 15,2 1 0-15,-1 5 1 16,2 2 0-16,-2 1-2 16,2 0 1-16,-2 2 0 15,0 1 0-15,-4 1-1 16,-2-2-1-1,0-2 2-15,0 2 1 0,0 1-1 16,0 1-1-16,-12-2 1 16,0 4-2-16,-2-2 2 15,1-1 0-15,-2-3 0 0,2-6-1 16,0-3 2 0,2-6 0-16,-2-4 3 15,0-2 1-15,-1 0-4 16,0 0 0-16,2 0-1 0,2-3-1 15,2-4-1 1,2 1 1-16,4 2-4 16,-2 3-1-16,4 1-21 15,0 0-103-15,0 0-203 0</inkml:trace>
  <inkml:trace contextRef="#ctx0" brushRef="#br3" timeOffset="-196281.61">13387 2964 260 0,'0'0'49'15,"0"0"-22"-15,0 0 1 16,0 0-19-16,0 0-6 0,0 0 0 15,0 0-1 1,0 0 1-16,0 0-2 0,0 0-1 16,0 0 0-1,0 0 0-15,0 0 2 0,0 0 0 16,0 0 2-16,0 0 1 16,0 0-2-16,0 0-3 15,0 0 1-15,0 0-1 16,0 2 0-16,0-1 0 15,0 2 0-15,0-2 0 16,-2-1 1-16,0 0-1 16,-2 0 3-1,4 0 1-15,-5 0 2 0,0 0 14 16,3 0 11-16,2 0 7 16,-2 0-18-16,2-1-7 0,0-5-6 15,0 0-9 1,0 0 5-16,0 0-10 15,0 2 14-15,0 4-8 16,0 0-7-16,0 0-1 16,0 0 7-16,-4 8 6 15,-2 4 2-15,2-3 0 16,-4 2 0-16,4-5-1 0,4-5 1 16,0-1 3-1,0 0 12-15,-3 0 18 0,3 0 1 16,0 0-6-1,0 0-28-15,0-7-2 0,0-2-2 16,0 3-2 0,0 1-1-16,0 1-1 0,0 2-2 15,7 2-1 1,1 0 1-16,-2 0-2 16,4 0 0-16,-1 6 6 0,-2 8 0 15,-2 4 1 1,-2 1 1-16,-3 1 0 0,0-1 2 15,0 3-3 1,0-1 1-16,-10 3-1 0,-6-3 0 16,-6-2-9-1,4-3-182-15</inkml:trace>
  <inkml:trace contextRef="#ctx0" brushRef="#br3" timeOffset="-194623.09">13787 2814 382 0,'0'0'24'16,"0"0"-7"-16,0 0-8 16,1 0-3-16,2 5-4 15,-3-1-1-15,3-3 2 16,1 1-1-16,-2 0 1 16,-2-2 0-16,2 0 2 0,-2 0 1 15,0 0 0 1,0 0-2-16,2 0 2 15,-2 0 1-15,0 0 2 16,0 0 0-16,2 0 5 16,-2 0 5-16,0 0 6 0,0 0-2 15,0 0-11 1,0 0-7-16,0 0-3 16,0 0-2-16,0 0-1 0,0 0 1 15,0 0 0-15,0 0-1 16,2 0 0-16,1 0-2 15,3 0 2-15,-1 0 4 16,3 0-2 0,0 0 2-16,4 0 2 0,-6-5-3 15,0-1 2-15,-3-3 4 16,0 2-1-16,-3 1 11 16,0-1 36-16,0 1-11 15,-6-2-19-15,-4 3-9 16,-6-1 1-16,2 1-2 15,-2 5-5-15,1 0-4 16,0 0-4-16,-2 0 2 0,2 8-2 16,-2 8-1-1,4 3 2-15,0 4 0 0,7 5-1 16,4 4-1-16,2 1 0 16,0 2 1-1,4-2-1-15,20-4 0 0,1-4 1 16,8-7-1-1,1-6 0-15,9-7 0 16,0-5 0-16,-2 0 3 16,0-4-3-16,-5-12 1 15,-6 0-2-15,-6-2 0 0,-8 2-6 16,-10 6-22-16,-6-2-138 16,0 3-345-1</inkml:trace>
  <inkml:trace contextRef="#ctx0" brushRef="#br3" timeOffset="-190125.8">21189 11389 260 0,'0'0'50'16,"-3"0"-2"-16,3-2-6 0,0 2-19 15,-2-4-8 1,0 2 5-16,2 0 8 0,-2-2 8 15,0 1-1 1,-4-1-4-16,4-2-3 0,-3 0 6 16,-4 0-7-16,3 0-3 15,-4 1 2-15,-2 1-11 16,0 0-8 0,0 2 0-16,0 2-3 0,1 0 0 15,-6 0-1-15,4 0-1 16,-2 3 1-16,2 9 0 15,-2 0 0 1,2 1 0-16,3 1 1 16,3 1 0-16,0 3 0 0,1-1 1 15,0 1 1-15,4-1-3 0,0-1 0 16,2 3-2 0,0-1 0-1,0 1 0-15,0 0-1 0,0 3-1 16,12-7 3-16,1-2-3 15,2-4-1-15,0-6 2 16,7-3-2-16,1 0 5 16,3-2-1-16,3-16-1 15,-4-2-1-15,-2-8 0 16,-3-3-1-16,-7 1 1 16,-5-3 2-16,-1 2-1 15,-5 1 0-15,0 1 1 0,-2 10 0 16,2 4 3-1,-2 6-5-15,3 4 3 0,-3 2 5 16,0 3 11 0,2 0 8-16,-2 0 5 15,0 0-12-15,0 0-11 16,2 0-6-16,0 0-5 16,2 0 2-16,3 11 1 15,-1 7-1-15,1-1 1 16,-3 6 1-16,2 0 0 0,-4 0-1 15,0 5 0 1,-2 0-1-16,0 1 0 16,0-1 2-16,0-2-2 15,0 2 0-15,0-5 0 0,-8 1 0 16,2-5 1-16,-7 0-2 16,0-1 2-16,-7-3 0 15,1 1 1-15,-3-5-1 16,1-1-2-16,0-3 2 15,1-2 0-15,0-1 1 16,4-4-3-16,0 1 0 16,6-1 1-16,1 0-3 15,5 0-9-15,4 0-48 0,0 0-58 16,0 0-127 0,0 0-266-16</inkml:trace>
  <inkml:trace contextRef="#ctx0" brushRef="#br3" timeOffset="-188950.78">21526 11699 364 0,'0'0'39'0,"0"0"8"16,0 0-13-16,-6-4-14 0,4 4-16 15,0 0-4-15,2 0 1 16,0 0 5-16,0 0-3 16,0 0-1-16,0 0-2 15,-2 0 1 1,2 0 1-16,0 0 1 0,0 0 1 15,0 0-2-15,0 0 0 16,0 0 0 0,-2 0-2-16,2 0 1 0,-5 0 3 15,1 0-1 1,-3 0-2-16,-1 4 1 16,2 0 0-16,-2-2-1 0,4 1 0 15,2 0-4-15,2-3 1 16,0 0 2-16,0 0 1 15,0 0 3-15,0 0 7 16,0 0 5-16,0 0-12 16,0 0-3-16,4-4-1 15,2 2-1-15,-6 2 1 16,0 0-2-16,0 0 1 0,0 0-1 16,0 0-2-1,0 0 7-15,0 0-3 0,0 6 4 16,-6 3-2-16,2 1 0 15,-2-4-1 1,4-3-1-16,2 0 0 16,0-3 1-16,0 0 4 0,0 0 6 15,0 0 11 1,0-6-14-16,0-4-1 16,0 1-3-16,0 0-1 15,0 0-1-15,0 3-2 16,4 2 1-16,2 2-1 15,2 2-2-15,-2 0 1 16,0 0-2-16,2 0 0 0,-1 10 5 16,-2 4 2-1,-1 1 2-15,-2 2 2 0,0 1-6 16,-2-1 4-16,0-1-4 16,0-1 1-16,0-3-1 15,0 0 0-15,-8-5-2 16,-6-6-3-16,6-1-138 15</inkml:trace>
  <inkml:trace contextRef="#ctx0" brushRef="#br3" timeOffset="-151734.6">8810 7459 225 0,'0'-6'54'16,"0"5"9"-16,0-4 1 16,0 4-8-16,0-3-17 0,0 4-11 15,0-2-1-15,0 2 1 0,0 0 1 16,0 0 0 0,0 0-5-16,0 0 0 15,0 0-4 1,0 0-8-16,-2 19-1 0,-10 12-2 15,-2 11 2-15,-5 14-6 16,-5 10 4 0,-3 10 0-16,3 1-5 0,0-3 4 15,5-8-2-15,1-4-4 16,4-8-1-16,4-7-3 16,4-7 0-16,-6-8-41 15,-2-8-630-15</inkml:trace>
  <inkml:trace contextRef="#ctx0" brushRef="#br3" timeOffset="-149593.41">8886 8119 274 0,'0'0'84'16,"-7"0"-23"-16,7 0-7 0,0 0-7 16,0 0-6-1,0-1-2-15,0-6-21 0,0 3 7 16,0-3-14-1,3 0-4-15,5-2 3 16,3 1 0-16,2 3-3 16,4-1 1-16,2 4-7 0,4 2 2 15,5 0-4-15,-2 0 4 16,-4 0-2 0,-4 12-2-16,-6 3 2 15,-10 5 6-15,-2 2-3 16,0 2 1-16,0 1-2 15,-10 0 1-15,-6-2 0 16,4-3-2-16,-1-1-1 16,2-1 1-16,-1-3-1 15,4-1 0-15,2-5 3 0,0 1-2 16,4-4 0-16,2-4-1 16,0-2 1-16,0 0 1 15,0 0-1-15,0 0 2 16,14 0 4-1,10 0 1-15,4 0 0 0,7 0-1 16,10-12-4 0,-2-1-2-16,5-1 0 0,-8 0-5 15,-5 5 6-15,-11-1-2 16,-10 7-1 0,-8 3-2-16,-6 0 4 0,0 0 3 15,0 0-4-15,-6 7-13 16,-6 1-79-16,0-2-204 15</inkml:trace>
  <inkml:trace contextRef="#ctx0" brushRef="#br3" timeOffset="-149072.26">9570 8100 468 0,'0'0'79'0,"0"0"-7"15,0 0-15-15,0 0-23 16,-4-7-6-16,4 7-8 16,0 0-6-16,0 0-9 15,0 13-1-15,0 7 2 16,0 4-3-16,0 1 0 16,0-1-2-16,0 1 0 15,0-4-1-15,0-3-1 16,0-3-2-16,0-5-43 15,0-5-345-15</inkml:trace>
  <inkml:trace contextRef="#ctx0" brushRef="#br3" timeOffset="-148067.19">9705 7911 253 0,'0'0'64'0,"0"0"-7"0,0 0-11 16,0 0-17-1,0 0-16-15,0 0 3 0,0 0 0 16,0 0-2-16,0 0 0 16,0 0-1-16,0 0-6 15,0 5-2-15,0-5-1 16,0 0-2-1,0 0 1-15,0 0-4 0,0 0 7 16,0 0-2-16,0 0 0 16,0 0-1-16,0 0-1 15,0 0 2-15,0 0 2 0,0 0-3 16,0 0-1 0,0 0-1-1,0 0-2-15,0 0 0 0,0 0 0 16,4 0 2-16,4 0 0 15,-4 0 2-15,2-9-1 16,2 1 1-16,2-6-1 16,-6 1 0-16,0 1 1 15,-2 2 4-15,-2 3 3 16,0-1 23-16,0 5 15 16,-6 3-3-16,-12 0-21 15,4 0-15-15,-6 0-1 16,2 6-7-16,6 12 4 15,-3 7-5-15,8 7 0 0,3 8 3 16,2 6 0 0,2 1 2-16,0-3 0 0,19-8-1 15,12-8-3-15,5-13-1 16,14-9 1 0,-1-6 1-16,1 0 0 15,-4-21-2-15,-2-1 2 16,-10-3-7-16,-10 2-25 0,-11 2-117 15,-11 4-269 1</inkml:trace>
  <inkml:trace contextRef="#ctx0" brushRef="#br3" timeOffset="-135791.31">21868 11556 87 0,'0'0'30'0,"0"0"5"0,0 0 4 15,0 0-7 1,0 0-9-16,0 0 0 16,0 0 6-16,0 0 1 0,0 0-9 15,0 0-4 1,0 0-7-16,0 0 5 0,0 0 4 16,0 0 2-16,0 0 2 15,0 2-4-15,0-2-3 16,0 0-9-16,0 1-4 15,0-1-1 1,0 3-1-16,0-3 1 0,0 0-2 16,0 0 11-16,2 0 3 15,1 0 4-15,-1 0-1 16,-2 0 4-16,0 0 7 16,0 0 2-1,0 0-2-15,0 0-9 0,0 0-5 16,0 0-7-16,0 0-3 0,0 0-1 15,0 0-3 1,0 0-1-16,0 0 1 16,0 0-1-16,0 2 1 15,0-1 0-15,2 2-1 16,1-2 1-16,-1 1-1 0,0-2 1 16,2 0-3-1,-4 0 6-15,2 0-1 0,0 0-1 16,0 0 2-1,-2 0 3-15,0 0-4 16,0 0 0-16,0-2 1 0,0 2-1 16,0 0 3-1,0 0 2-15,0 0-2 0,0 0-1 16,0 0-4 0,0 0 0-16,0 0-2 0,0 0 1 15,0 0-1 1,0 0-1-16,0 0 1 15,2 0-2-15,3-5 2 16,1 0-2-16,3-1 6 16,0-3 1-16,-3-1-2 15,-2-3 1-15,-2 4-1 0,-2-3 1 16,0 1 3 0,0 2 1-16,-8 0 8 0,-7 3-2 15,0 3-1-15,-2 0 2 16,-1 3-4-16,4 0 0 15,0 0-5-15,2 12 0 16,0 7-1-16,4 6-3 16,2 6 2-16,4 4-2 15,2 2 1-15,0 7 0 0,0-5 0 16,4-1 1 0,16-5-2-16,2-5-2 0,9-12 2 15,6-6 2 1,4-10-5-16,-1 0 7 0,-4-1-5 15,0-15-1-15,-15-2-26 16,-10 1-58 0,-11 5-230-16</inkml:trace>
  <inkml:trace contextRef="#ctx0" brushRef="#br3" timeOffset="-133971.74">19211 11468 189 0,'0'0'82'16,"0"0"-11"-1,-2 0 0-15,2 0-20 0,0 0-9 16,0 0 2-16,0 0-2 16,0 0-8-16,0 0-7 15,0 0-5-15,0 0-6 16,0 0-5-16,5-1 1 16,9 1-5-16,4 0 4 15,1 0-5-15,1 0 0 16,3 0-4-1,-1 0 0-15,2 0 1 16,3 9-3-16,-1 4 1 0,0-1 1 16,-2 5-2-16,-5-1 0 15,-8 3 0-15,-9 3 3 16,-2 0-1-16,0 4 6 16,-24 1-1-16,-4 1-5 15,-2-3 2-15,-2 0-3 16,-1-2 0-16,2-3 0 15,4-1-1-15,2-3 2 16,10-3-3-16,-1-4 5 16,8-4-3-16,4-4 6 15,2-1 10-15,2 0 23 16,0 0-12-16,0 0-18 16,0 0 3-16,0 0-9 0,6 0 1 15,16 0-3 1,6 0 0-16,6 0-1 0,6 6 0 15,4 7 1 1,1 5-1-16,-8 0 0 16,-3-1-2-16,-8-1 0 0,-11-5 1 15,-4-1 0 1,-5-5-2-16,-4-3 1 0,0-2-6 16,1 0-24-1,-1-3-109-15,2-13-90 0,-1-5-206 16</inkml:trace>
  <inkml:trace contextRef="#ctx0" brushRef="#br3" timeOffset="-133335.74">19835 11806 417 0,'0'0'53'16,"0"0"1"-16,0 0-17 0,0 0-28 16,-6-3-6-1,2 3-1-15,2 0 3 0,0 0 13 16,-3 0 13-1,0 0 11-15,1 0-17 0,2 0-13 16,0 0-5-16,0 0-4 16,2 0-1-1,0-2-9-15,0 1 11 0,0 1-4 16,0-3 1-16,0 3-1 16,0 0-1-16,0 0-1 15,0 0-1 1,0 0 1-16,0 0-1 15,0 0 0-15,0 0-1 16,-2 0 5-16,0 3 3 16,-6 3-3-16,5 0 4 0,-2-2 0 15,1 2-3-15,2-6 0 16,2 0-1 0,0 0 1-16,0 0-2 0,0 0 4 15,0-6-5-15,0 2 1 16,0-2-3-16,0 0 5 15,0 3-1-15,0 3 1 16,0 0 1-16,0 0 0 16,2 0-4-16,2 0 0 15,3 9 7-15,0 1 1 16,-1 7-2 0,-4-4 3-16,-2 0-5 0,0 3-2 15,0-4-1-15,0-3-6 16,0-4-102-16</inkml:trace>
  <inkml:trace contextRef="#ctx0" brushRef="#br3" timeOffset="-132773.17">20169 11583 271 0,'0'0'11'0,"0"0"0"0,0 0-2 16,0 0-4-16,8-37 2 15,-4 28 3-15,1-2 5 16,-5 3 23-16,0-2 13 16,0 2 10-16,0-2 2 15,-7 4 0-15,-7 2-14 16,-4 4-15-16,1 0-7 15,2 0-9-15,-2 9-9 16,4 10-2-16,2 7-2 16,3 4 0-16,1 3 3 15,5 1 4-15,2-1 1 0,0-4 5 16,0-4-7 0,15-6-8-16,5-5 2 15,7-6-3-15,3-5-1 16,4-3 1-16,8 0 1 15,-4 0-2-15,1-5-1 16,-5-5-3-16,-4 2-10 16,-10 3-52-16,-6-1-120 15,-12 6-196-15</inkml:trace>
  <inkml:trace contextRef="#ctx0" brushRef="#br3" timeOffset="-125535.53">16311 11492 382 0,'0'-3'41'0,"-2"-3"8"0,2 3 0 15,-2-1-17-15,2 2-12 16,0 0-9-16,0 1-2 0,0 1 4 16,-2 0 4-1,-5 0 1-15,-2 3 5 0,-1 15 2 16,-6 5-6-1,-2 5 2-15,-6 4-3 16,-2 2-4-16,0 4-9 16,-2-2 0-16,2-2-7 15,1-6 5-15,3-6-2 0,4-6 1 16,6-8 0 0,1-2 1-16,2-6 4 0,1 0 1 15,2 0 14 1,-1-3 0-16,4-13-13 0,1-7-1 15,2-2-3 1,0-4-2-16,0 0-2 16,0 4-1-16,2-1 1 15,5 6-1-15,0 6-1 16,1 2 1-16,0 6-1 0,4 1 0 16,0 5-1-16,8 0 0 15,2 4 0-15,1 17 0 16,5 8 3-1,2 7-1-15,-2 3 0 0,4-4 2 16,-2-4-4 0,0-4 2-16,-4-7-1 0,0-7-1 15,-2-6 1 1,-3-5-2-16,-3-2 2 0,-4 0-3 16,4 0-2-16,-8-13 8 0,4-1-2 15,-4 3 0 1,-6 1 3-16,1 4-2 15,-3 3 0-15,0 3-2 16,0 0-10-16,1 0-75 16,-3 0-221-16</inkml:trace>
  <inkml:trace contextRef="#ctx0" brushRef="#br3" timeOffset="-124392.95">18035 11492 388 0,'0'0'59'0,"0"0"16"16,0 0 3-16,-10-12-26 15,8 10-16 1,0 2-7-16,-2 0-5 0,-4 0-4 16,-8 14 0-16,2 12-7 0,-6-1 1 15,-1 4 0 1,-1 2-7-16,-2-1-2 16,2 1-2-16,-2-2-3 15,-2 0 3-15,-3-4-1 16,1 2-3-16,2-7 3 15,7-2-2-15,0-8 0 0,8 1 1 16,2-10-1 0,5-1 2-16,0 0 2 15,2 0-1-15,0-13-4 16,2-11 2-16,0-2-6 16,0 0 9-16,0-1-3 15,4 4-1-15,4 7 2 16,4 5-1-16,-6 5-4 15,0 2 7-15,5 4-5 16,2 0 0-16,4 0-3 16,2 10 1-16,5 9 2 0,6 8 2 15,1 4-3-15,0-2 3 16,0 0-1 0,-1-4-1-16,-5-7 1 15,3-2 1-15,-6-9-3 0,0-7 1 16,-3 0 0-1,-2 0-3-15,-4 0 3 16,-2-10 2-16,-7 2 0 16,0 3 0-16,-2 0 0 0,1 5-3 15,-1 0-11 1,-2 0-68-16,0 0-291 16</inkml:trace>
  <inkml:trace contextRef="#ctx0" brushRef="#br3" timeOffset="-122873.1">23517 11512 269 0,'0'0'49'15,"0"0"2"-15,0-6 0 16,0 3-7-16,0 1 0 16,0 2 3-16,0 0-11 0,-2 0-13 15,-7 0-6 1,-2 13-7-16,-1 4-4 16,-4 3 5-16,2 5-3 15,-4 5-4-15,-2 3-2 16,1 1 1-16,-2-2 0 15,-1-1 2-15,1-5-1 0,5-5-1 16,2-7 0 0,5-3 2-16,0-7 0 0,1-2 6 15,0-2 7-15,-2 0 7 16,2 0-6 0,1-8-7-16,1-7 1 0,4-5-3 15,2-2-3 1,0-3-4-16,0 0-1 0,0 2-1 15,0 3-1 1,0 7 1-16,4 3-1 0,3 6-1 16,-1 4 2-16,4 0-4 15,4 0 1-15,3 0 2 16,4 15 1-16,3 3-4 16,0 3 3-16,4 3-1 15,0 1 2-15,-1 0 1 16,3-2-4-16,1-6 1 15,-3-5 0-15,-4-5 0 16,-3-2-1-16,-4-5-2 16,-1 0-4-16,-6 0-2 15,-4 0-3-15,-4-6-20 16,-2-1-80-16,0-4-212 16</inkml:trace>
  <inkml:trace contextRef="#ctx0" brushRef="#br3" timeOffset="-117203.6">20244 11894 114 0,'-4'0'5'0,"1"0"1"15,1 0 4-15,2 0-4 16,0 0-3-16,0 0-16 15,7-5 48-15,4-1-23 0,1-1-5 16,0 2 2 0,-4-1-6-16,-4 5 0 0,-2-4 0 15,-2 5 0-15,0 0 6 16,0 0 21-16,-8 0 5 16,-10 3-6-16,0 6-22 15,-2 3-2 1,0-1-1-16,6 1-3 15,0 0 2-15,8-1-2 0,2-1-2 16,4-5 1-16,0 1-5 16,0-3-3-16,0-2 0 0,0-1 7 15,6 0-11 1,8 0 5-16,-2 0 24 16,4-6-15-16,-4-3-2 15,-1-1-3-15,-2 4 4 16,-5 1 1-16,-4 3 1 15,0 2 3-15,0 0-7 16,-9 0-7-16,-8 2 28 16,-3 9-12-16,6-1-4 15,-2 1-2-15,6-3 4 0,3-2-5 16,5-6-2 0,2 2 1-16,0-2-1 0,0 0-8 15,0 0-15 1,13 0 20-16,-1 0 12 15,6-2-2-15,-2-8-6 16,-4 3 1-16,-6 1-1 16,-1 0-1-16,-5 4 6 15,0 2 5-15,0 0-5 16,-5 0-13-16,-5 0 33 16,-4 0-19-16,4 0-3 0,-2 6-1 15,0-1-1-15,0 1-6 16,-2-3-67-1</inkml:trace>
  <inkml:trace contextRef="#ctx0" brushRef="#br3" timeOffset="-112916.69">7155 12934 299 0,'0'0'27'16,"0"0"-17"-1,5 0-9-15,0 0 0 0,1 0 9 16,2-4 16-16,-4 2 11 15,4 1 11-15,-4-4-3 16,2 4 2-16,0-4-5 16,-2 0-17-1,6-1-12-15,0-4-4 0,3-1-5 0,2-5-1 16,4-5 0 0,3-3 0-1,2-2-1-15,0-6-1 0,-4 1 0 16,-1-6-1-16,-2 4 1 15,-8-4 0-15,-2 1 1 16,-7 2 0-16,0 0 5 16,0 5 6-16,0 4 5 15,0 8 9-15,-4 1 1 16,-2 7-2-16,2 1-4 16,2 4-6-16,-1 0-2 15,1 4 3-15,2 0-2 0,-5 0-5 16,1 4-8-1,0 15 3-15,-2 6-5 0,2 9 3 16,2 4-1 0,-2 5 3-16,4-1-4 15,0 6-1-15,0-3 3 16,8 2-2-16,1 1 0 16,8-1 0-16,-3-1-2 0,1-3 1 15,0-2 0 1,-2-6 0-16,2-5 0 15,-2-4-1-15,0-7 1 16,-2-6 0-16,4-1-1 0,-4-10-3 16,3-2 3-1,2 0-6-15,-4 0 5 0,2-10-1 16,1-9 2 0,-4-1-4-16,-5-3 0 0,0 2 2 15,-3-1 1-15,-3 5 2 16,0 0 1-16,-7 4 1 15,-10-2-3-15,-4 4 1 16,-5 2 2-16,2 0-2 16,-2 4 2-16,1 1 1 15,5 2-3-15,0 2 2 16,1 0-2-16,4 0 2 16,0 0-1-16,6 0 1 15,1 0 0-15,2 0 0 16,2 0 2-16,4 0 1 0,0 0-2 15,0 0-2 1,0-2 1-16,0-10 1 0,8-3-2 16,16-6-1-16,9-2-1 15,9-7 1 1,0 3 0-16,0 6-3 0,-9 2 3 16,-7 4 0-1,-8 10 0-15,-12 3-1 0,-6 2 4 16,0 0-1-1,0 0-2-15,-4 0 0 0,-7 7-2 16,-1 5-2 0,1-1-29-16,-1-6-216 15</inkml:trace>
  <inkml:trace contextRef="#ctx0" brushRef="#br3" timeOffset="-112369.6">7954 12481 519 0,'0'0'67'0,"0"0"8"16,0 0-24-16,-45-10-15 15,39 14-17-15,-7 19-8 16,6 8 4 0,-1 8 7-16,-4 5 3 15,6 8 7-15,0-1-9 0,4 3-6 16,2 0 0-16,0-1-6 15,2-7 1-15,20-3-10 16,8-5-2 0,2-8 0-16,4-9 0 0,5-7 1 15,-4-7-5 1,2-7-16-16,-9 0-101 16,-9-9-345-16</inkml:trace>
  <inkml:trace contextRef="#ctx0" brushRef="#br3" timeOffset="-111422.98">8112 12636 329 0,'0'0'81'0,"0"0"-12"16,0 0-4-16,0 0-6 15,-40-25-14-15,36 19-8 16,2 0-5-16,2-2-7 16,0 0-2-16,0 1-3 0,0-3-3 15,2 2 8 1,11-2-19-16,4 3 0 16,3 1-2-16,1 4-2 15,-3 2-1-15,8 0-4 0,0 0 0 16,0 14 2-1,-4 9 2-15,0 0-7 0,-12 2 7 16,0 3 4-16,-10-2 1 16,0 2-3-1,0 0 1-15,-10-3 1 0,-4 1-1 16,-6-2 2 0,5-4 5-16,2 0 5 0,-2-5-4 15,6 1 1-15,3-6-7 16,2-1-1-1,4-3-2-15,0 0-2 16,0 0-1-16,0-5 1 16,0 5-3-16,10-2 1 0,14-2-3 15,6-2 5-15,4 0-2 16,6 0 2 0,-6-3 5-16,-2-7-3 0,-9 0-3 15,-5 2 1-15,-10 6-2 16,-6 2-1-16,-2 0-5 15,0 0-8-15,0 0-27 16,-2 2-43-16,-6 8-172 16,-2-6-248-16</inkml:trace>
  <inkml:trace contextRef="#ctx0" brushRef="#br3" timeOffset="-110721.35">8681 12762 483 0,'0'0'15'16,"0"0"5"-16,0 0 1 0,0 0-3 16,0 0-9-16,0 0 1 15,0 0-3 1,0 0-3-16,0 0 2 0,0 0-1 15,0 2-2-15,0-2 3 16,0 1-1-16,0 2-4 16,0-2-1-16,0-1 0 15,0 0-1-15,0 0 1 16,0 0-5-16,0 0 11 0,2 2-4 16,-2 0 1-1,2 0 4-15,1 0-5 16,-3 2 3-16,0-4-1 15,0 2 1-15,0-2 0 0,0 2 4 16,0-2 6 0,0 0 11-16,0 0 7 15,0 0-4-15,0 0-6 0,0 0 2 16,0 0-5 0,0-4-12-16,0-2-4 15,0 0-3-15,0 5 1 16,0-3 0-16,0 4-3 15,6 0 0-15,7 0 0 16,-2 0-2-16,4 11 3 0,-6 7 1 16,-1 5 1-1,-4 0 1-15,-2 2-1 16,-2-2-1-16,0-3 1 16,0-3-2-16,0-2-2 0,0-8-40 15,0-7-371-15</inkml:trace>
  <inkml:trace contextRef="#ctx0" brushRef="#br3" timeOffset="-110169.65">8993 12641 412 0,'0'0'34'16,"0"0"1"-16,0 0-10 16,0 0-19-16,-4-30 0 0,4 18-5 15,4 0 0-15,0 1 1 16,-4-1 1-16,0 5 27 16,0-2 38-16,0 6-20 15,-10 1-1 1,-6 2-4-16,-2 0-10 0,-6 0-12 15,0 8-3 1,-2 9-2-16,7 6 3 0,-3 2 0 16,6 5 0-1,6 1-3-15,6 0-4 16,4 0-5-16,0-5-1 0,0 0-5 16,18-5 2-16,12-5-3 15,6-5 0-15,3-5 0 16,6-6-5-1,2 0 4-15,-6-13-3 0,-2-9-25 16,-9-3-46-16,-9-2-77 0,-14 2-155 31</inkml:trace>
  <inkml:trace contextRef="#ctx0" brushRef="#br3" timeOffset="-109803.78">8969 12301 635 0,'0'0'28'0,"0"0"-11"16,0 0 4-16,0 0 3 15,0 0-9-15,121 68-7 0,-85-26-3 16,-1 6-1 0,-2 7-3-16,-8 1-1 0,-3 2 1 15,-9 3-1-15,-7 3 2 16,-6 5 1-16,0 2 0 16,-8 0 5-16,-10-2-3 15,-4-4-2 1,0-5-3-16,-2-4-1 0,-4-11-2 15,-3-4-43 1,1-13-376-16</inkml:trace>
  <inkml:trace contextRef="#ctx0" brushRef="#br4" timeOffset="-98867.85">8664 6423 113 0,'0'0'33'0,"0"0"3"16,0-1 15-16,0-2-4 16,0 0 0-16,0 1 5 15,0-2 6-15,0 4-5 16,0-4 1-16,-2 2 4 15,-3 1-8-15,1-2-5 0,-2 3-13 16,-2-2-12-16,2 2-8 16,0 0-2-16,0 0-3 15,0-4-2-15,-1 2 2 16,0 2-2 0,-1-4 2-16,0 2 1 15,-3 1 2-15,-2-3-1 16,2 0 1-16,-2 2-1 0,0-4 3 15,3 2 2 1,-3-2-3-16,6 3 2 0,-3-1 0 16,0 0-3-1,0 0-2-15,-2 2-1 16,0 0-2-16,0 0-1 0,-2 0 1 16,4 0-2-16,-3 0 1 15,6 2-1-15,-3-1-1 16,1 1 0-16,3-3 0 15,-5 3 1 1,2 0 0-16,1 0 0 16,-3 0-1-16,0 0 0 0,1 0 0 15,-4 0 0-15,6 4 1 0,-6 2-2 16,4-2 0 0,-3 2 2-16,2 2-1 15,1-3 1-15,-1 3 0 16,2 0-1-16,-1 0 0 15,-1 1 1-15,2 1-1 16,-4 2 2-16,3-3-1 16,-4 2 2-16,4 1 1 15,-6 0-2-15,4 0 0 16,-1 2-1-16,2 1-1 16,1 0-2-16,-4-1 1 15,4 1 0-15,-2 1 0 16,2-3 1-16,2 5-2 15,-3-5 2-15,2 1-1 0,1-1 0 16,1 1 0 0,-1 0-1-16,4-2 0 0,-3 1 0 15,0 0 0-15,-1 0 0 16,4 4 2 0,-2-7-2-16,-5 8 2 15,8-7 0-15,-3 3-1 16,2 0 0-16,-1-2-1 15,0-1-1-15,-1 1 1 16,2 3 0-16,0-3 1 16,0 3 0-16,-3-1-1 0,0 2 2 15,3-1 0-15,0 0-1 16,2 1 0-16,0 3-1 16,2 0-1-16,0-1 2 15,0 0 0-15,0 2-1 16,0-1 1-16,0-1 0 15,0-2 2-15,0 2-3 16,2-3 1-16,2 2-1 16,-2-1 1-16,0 1 2 15,2 2-1 1,3-1 1-16,0 3 1 0,-3 1-2 16,4 3 2-16,4-2 0 0,-2 2 0 15,0 0 0 1,4-3-1-16,-4-1-2 0,4-2 2 15,-2-1-2 1,1-2-1-16,0-3 1 16,4 3 0-16,-2-5-1 15,0 3 0-15,3 1 0 16,-5-1 1-16,6 0 0 0,-4-2-1 16,2 2-1-1,1-3 2-15,1 2-1 0,1-2 0 16,3-3 0-1,2 2-1-15,1-3 0 16,2 1 0-16,-2-4 1 16,0 0-2-16,-2 2 3 0,-3-3-1 15,-1 1-2-15,-4 2 4 16,4-2-1-16,-2 2-2 16,0-4 1-16,4 2 1 15,2-4-2 1,4 0-1-16,-2 0-3 15,1 0 5-15,1 0 3 16,-2 0-2-16,-2-4-1 0,-4 2 3 16,-3-2-3-1,-2 0-1-15,2 0 2 0,-2-1-3 16,6-4 2 0,-1 0-1-16,2-3 1 0,-4 1 1 15,4-5 2-15,-6 2-6 16,-2 1 4-16,1-3 0 15,-4 3 1-15,-2-2-2 16,4 1-1-16,-4-3 1 16,1 3 2-16,0-1-4 15,0 3 3-15,2-2-1 0,-6 1 0 16,4 1 0 0,0-4 0-16,-4 3 0 0,4-4 0 15,0-1 0 1,-2 0 0-16,1-2 1 15,0 2-1-15,-1 0-1 16,-3 1 1-16,-1 1 1 16,-2-2 0-16,-2 0 0 0,2 1-1 15,-2-1 0 1,0 1 1-16,0-1-1 16,0-1 0-16,0 2 1 0,0-3-1 15,0-1 0 1,0 1 0-16,0-2 1 15,-4 3 0-15,-2-5-1 0,-3 2 0 16,1-3 1 0,-4 2-1-16,6 0 1 0,-6-1-1 15,0 1 0 1,-2 0 1-16,0 2-1 0,-2-1 1 16,-4 4 0-16,3 1 1 15,-2 4 0-15,1-1 0 16,1 1 2-16,2 1 0 15,0 1-1-15,-1-4 0 16,4-3-1-16,-2 2 1 16,4-1-2-16,-4 1 1 0,4 3-1 31,-2-1 0-31,-1 3 1 0,-2 1 1 0,2-2-1 16,-2 3 2-1,0-3-2-15,-5 1 2 16,3 1-2-16,2-2 0 15,-3 2 2-15,0 1-1 0,0 2 0 16,-1-2-1 0,2 3 1-16,2-2-2 15,-3 1 1-15,6 1-2 16,-6-1 1-16,8 1 0 16,-8-1 0-16,6-2-1 0,-4 3 2 15,4-1 0 1,-2 3-1-16,2-2 2 0,-1 4-2 15,-2-2 0 1,0 2 0-16,-2 2 0 0,4 0 0 16,-5 0 0-16,-2 0 1 15,2 0-1 1,-4 0-1-16,-2 0 1 0,0 0 0 16,1 0-1-16,0 0 1 15,5 8-1 1,-1 2-1-16,-1-3 1 0,1 5 0 15,0-2-1-15,-3 2 1 16,3 0 0-16,-5-2 0 16,2 2 0-1,3-1 0-15,-2 1 0 0,2 0 0 0,6 1 0 32,-3-1 0-32,4 2 0 0,-4 1-1 15,4-1 1-15,-6 5-1 16,-2 0 1-16,3 1 0 15,1 1 0-15,0 4 1 16,4-2-4-16,0 2 3 16,6 2-2-16,2-2 0 0,2 3 2 15,2-3 0 1,0 1-1-16,0 0 2 0,0-6-1 16,0 1 1-1,0-2-1-15,0 1 1 16,0-2-1-16,0 1 0 15,0 0 0-15,0 1 0 0,0-2-2 16,0 1 2 0,4-2 0-16,-1 0 0 15,4-1 1-15,-1 1 0 0,-2 0 0 16,0 1-2-16,1-1 2 16,5 3 0-16,-3-3-1 15,-1-2 2 1,2 2-2-16,1-3 0 0,-2-2 1 15,-2-1-1 1,2 2 1-16,0-2 0 0,-3 3 2 16,-2-3-1-1,2 1 1-15,1-1-2 0,1 1-2 16,3 0 1-16,-3-1 1 16,5 3-1-16,0 1 0 15,1-3 2-15,0 1-1 16,-2 3 0-16,4-4-1 15,-4-1 0-15,3 2 0 16,-2-3 1-16,1 2-1 16,2-2-1-16,-2 0 2 15,1-1-1-15,0-2 0 16,0 2 0-16,0-1 0 16,2-1 0-16,-5 0 0 15,6 4 0-15,-4-4 0 16,4 3 0-16,-4-2-1 15,4 1 2-15,-1 1-2 16,0-2 2-16,-2-1-1 16,2 3-1-16,-2-4 1 0,-1-2-1 15,2 0 1 1,-4 2-2-16,6-2 2 0,-6 1 2 16,4 1-2-1,-2-1 1-15,-1 1-3 0,4-2 3 16,-2 0-1-1,2-4-4-15,4 0 2 0,-1 0 3 16,0 0 0-16,2 0 0 16,-2 0 0-1,-4 0 1-15,2 0-2 0,-4 0-1 16,4 0 2 0,-6 0-2-16,5 0 1 0,-1-5 0 15,7 2 2-15,-6 0-3 16,2-3 0-1,0 0 2-15,1-1-4 16,-4-2 3-16,4 2 1 16,-6-1 0-16,4 3 1 0,-6-1-3 0,1 0 1 15,2 0 0 1,-2 0 0-16,2 0 2 16,-2 1-3-16,3-5 1 15,0 3-1-15,-2 2 4 16,-4-2-5-16,2 2 4 15,0-1-3-15,-4 0 0 0,4-1 1 16,0 1 1 0,-1-3-3-16,0-1 3 15,1 2-2-15,-3 1 1 0,1-1 2 16,-1 0-4 0,-1 0 2-16,-1 1 1 15,3-3-1-15,0 2-1 16,1-3 2-16,-2-1-2 0,1 1 1 15,-2-1 0-15,-1 2 0 16,0 0 1-16,-1 1-1 16,0 1 1-16,0-4-1 15,0 0 0 1,-2-3 1-16,0 0-2 0,4-5 2 16,-2 2-2-1,-2 1 1-15,2 4 0 16,-2-1 1-16,0 3-2 0,0 2 2 15,0-2-1 1,-2 2 0-16,2-1 1 16,1-1-1-16,-1-3-1 0,3-1 0 15,-1 1 1 1,0 2 0-16,-4 0 0 0,0 3 1 16,0 1 0-1,0-1 0-15,0-1 0 0,0 0 0 16,0-4-1-16,0-1-1 15,0-2 1-15,-2 1 1 16,0 1-1-16,0-2 0 16,0 3-1-16,-5-2 2 15,2 3-1-15,1-5 1 16,-4 1-1-16,0-1 0 0,0-3 0 31,2 4-1-31,0-1 2 0,-3 5-1 16,4 1 1-16,-3 4-1 15,2 1 1-15,-3-2-1 0,2 3 2 16,-3 0-1 0,1-2-1-16,1-1 0 15,-5 0 1-15,2-1-1 0,-4-4 1 16,2 0-1 0,-5 1 0-16,2-4 1 15,-2 3-2-15,2-1 2 16,0 0-1-16,-1 1 1 15,2 1 0-15,2 1 0 16,-4 0-1-16,4 1-1 16,-5 1 1-16,6 2 0 15,-6-1 0-15,4 3-3 0,-4 0 3 16,1 2 1 0,-2 0 0-16,-1 3 0 0,3-1 0 15,0 0 1-15,4 2-1 16,-2-4 0-16,4 2 0 15,1 2-1-15,-2-4 1 16,2 2 0 0,-4-2 0-16,2 2-1 0,-4 2 1 15,6-3-1-15,-7 0 1 16,4 2 0-16,0-1-1 16,2-1 1-16,-3 2 0 0,7-1 0 31,-4-1 0-31,0 3 1 0,3 0-1 0,-6 0 0 15,4 0-1 1,2 0 1-16,-5 0 0 16,6 0 0-16,-3 0-1 0,-2 0 2 15,4 0-3 1,-3 0 1-16,0 0 0 0,1 0 0 16,-3 0-1-1,2 0 1-15,-2 3 0 16,5 3 0-16,-4-3 0 15,4 1 0-15,0 0 0 0,-1 0 0 16,0 0-1 0,1 0 1-16,-6 2-1 15,4 0 1-15,0-1 0 16,-4 1 1-16,4 0-2 0,-3-2 1 16,2 1 1-16,-4 1-1 15,4 0 0 1,-2-2 0-16,3 0 0 0,-4 1 0 15,4 1 0 1,2 0-1-16,-5 0 1 16,6 2-1-16,1-2 1 0,-4-3 0 15,4 3 1-15,0 0-2 16,0 0 2-16,-5 0-2 0,6 2 0 16,-3 1 1-1,-5 3 0-15,4-1 1 16,-2 1-2-16,1 0 0 15,1 0 1-15,-2 1 0 16,3-1 0-16,2-2 0 16,-1 2 0-16,0-1-3 15,4 1 2-15,2 0 1 16,-1-2-1-16,2 4 1 16,0-3 0-16,0 3 0 15,0 1 0-15,0-1-1 16,0 1 0-16,0-1 2 15,0 0-2-15,0-3 2 16,0 1-1-16,0 0 1 0,0-3-1 16,0 2 0-1,0 2 0-15,0-2 0 16,0 3-1-16,0 0 2 16,0 1-1-16,0-4-1 0,0 1 2 15,0 0-1-15,0-1 0 16,0 1 0-1,0-1-1-15,0 6 1 0,0-3 1 16,6 7-2 0,3-3 0-16,0 3 2 0,1 1-3 15,1-1 3-15,-1 1 0 16,2-1-1 0,-2-1 1-16,-1-1-2 0,2 1 2 15,-3-2-1-15,6-1 0 16,-6 1 2-1,1-5-4-15,6 3 1 16,-5-3 1-16,6 1 1 16,-6-3 0-16,5 3-1 0,0-2-1 15,3-1 1-15,-3 1-2 16,-1 2 4-16,6-2-1 0,-9-2-1 16,8 1 0-1,-6-4-1-15,2 0 0 16,-2-1 1-16,2 0-1 15,0 0 1-15,0-1 0 16,2 6 0-16,1-5 0 16,-1-1 0-16,2 5-1 15,-1-2 0-15,-1-2-2 0,4-5-1 16,-8-1-89 0,-4 0-281-16</inkml:trace>
  <inkml:trace contextRef="#ctx0" brushRef="#br4" timeOffset="-85570.47">19895 12500 261 0,'0'-7'54'16,"0"-1"31"-16,0 0-6 0,0 0-23 15,0 3-3-15,0-1 5 16,0 1 4-16,0 4-3 15,0 1-1-15,0 0-3 16,-10 0-11 0,-10 16-16-16,-4 10-14 0,-8 13-6 15,-2 10-3-15,-4 9 2 0,3 8 0 16,3-4-3 0,6-4 0-16,6-8-4 0,10-15 0 15,3-12-2 1,7-11-6-16,0-12-18 15,-3-2-69-15,3-24-229 16</inkml:trace>
  <inkml:trace contextRef="#ctx0" brushRef="#br4" timeOffset="-85260.94">19541 12489 486 0,'0'0'82'16,"0"0"9"-16,0 0-29 0,0 0-32 15,0 0-13 1,8 30 16-16,14 8 6 0,3 4-6 15,9 11-8-15,0 3-12 0,0 1-7 16,0 4-5 0,-3-5 0-16,1-4-2 15,-9-9-10-15,-8-11-53 16,-5-13-496-16</inkml:trace>
  <inkml:trace contextRef="#ctx0" brushRef="#br4" timeOffset="-83971.99">14256 12516 394 0,'0'0'32'16,"0"0"31"-16,0 0 11 0,0-8-27 15,0 8-23-15,0 14-3 16,-6 9-1-16,-8 10 2 15,2 5 1 1,-6 10-2-16,-4-3-9 0,2 4-5 16,-2-3-4-1,5-3-2-15,-2-4 0 0,10-9-2 16,3-5 0 0,4-7-5-16,0-8-10 0,-1-10-39 15,-4 0-270-15</inkml:trace>
  <inkml:trace contextRef="#ctx0" brushRef="#br4" timeOffset="-83687.25">13989 12621 551 0,'0'0'-4'0,"0"0"12"0,0 0 22 16,0 0 14-1,0 0-3-15,121 107-15 16,-82-60-11-16,4 4-10 16,-3 1-3-16,6-2-1 0,-7-1-1 15,1-5-2-15,-4-7-14 16,-10-8-91-1</inkml:trace>
  <inkml:trace contextRef="#ctx0" brushRef="#br4" timeOffset="-82843.2">10525 12522 330 0,'0'0'43'0,"0"0"31"15,0 0 5-15,0 0-8 0,-10-41-19 16,7 39-10-1,-5 2 0-15,-1 0-13 0,1 10-13 16,-6 19-9 0,0 7 0-16,-6 13-4 15,-2 6-2-15,4 2-1 0,0-3 0 16,3-1-1-16,6-11 2 16,3-9-7-16,2-12-8 15,-1-6-29-15,1-12-103 16,-7-3-246-1</inkml:trace>
  <inkml:trace contextRef="#ctx0" brushRef="#br4" timeOffset="-82563.27">10177 12578 519 0,'0'0'30'0,"0"0"0"0,0 0-4 16,0 0 0-16,0 0 0 0,45 50-7 15,-11-13-5 1,14 7-5-16,1 5-7 0,3 3-1 15,-2 2 0 1,-6-3-8-16,-11-2-103 0</inkml:trace>
  <inkml:trace contextRef="#ctx0" brushRef="#br4" timeOffset="-52706.59">14383 6928 375 0,'-10'-3'70'0,"1"-1"1"0,4 4-14 16,1 0-25-16,0 0-18 0,-4 2-8 15,3 15 1 1,-2 6 7-16,-3 5 7 15,-1 5 5-15,-2 4 4 16,-6 7-7-16,-1 4-4 0,-4 8-1 16,-4 4-4-16,1 3-1 15,-3 4-3 1,2-3-5-16,2-3-2 16,6-6-3-16,10-9-1 15,6-8-5-15,2-12-15 16,-4-4-158-16</inkml:trace>
  <inkml:trace contextRef="#ctx0" brushRef="#br4" timeOffset="-51958.01">14861 7034 519 0,'0'0'90'15,"0"0"-10"-15,0 0-37 0,0 0-26 16,-15-10-9-16,15 10-4 16,0 5 2-16,0 16 14 15,0 5 4-15,-3 5 7 16,3 1-5-1,-2 3-6-15,0 0-5 0,-2-2-3 16,2-3-6 0,0-2-2-16,2-3-2 0,0-3-3 0,0-2 1 15,0-5-1 1,0-6-2-16,6-3-4 16,7-4-8-16,2-2-24 15,0-4-71-15,2-19-94 16,0-8-143-16</inkml:trace>
  <inkml:trace contextRef="#ctx0" brushRef="#br4" timeOffset="-51623.48">15057 7050 512 0,'0'0'100'0,"0"0"-25"16,0 0-37-16,0 0-21 0,0 0-3 15,-35 67-3 1,31-45-2-16,2 2-6 0,2-1-2 16,0 0 1-1,2-7-2-15,11 1 1 0,6 1-1 16,0-3-1-16,3-2 1 16,-2 2-1-16,-2-1 1 15,-6 1 0-15,-6 3 1 16,-4 6 0-1,-2-1 0-15,0 2 6 16,-8 0-2-16,-8 0-3 16,-1-3 4-16,2-5-4 15,5-4-2-15,-1-6-1 16,4-6-2-16,3-1-2 0,4 0-23 16,0-21-265-16</inkml:trace>
  <inkml:trace contextRef="#ctx0" brushRef="#br4" timeOffset="-51323.17">15080 7034 300 0,'0'0'34'16,"0"0"4"-16,0 0-9 16,0 0-1-1,0 0 2-15,101-56 0 0,-79 51-10 16,-3 1-9 0,-4 1 0-16,-4 0 0 0,0 3-2 15,-7 0-8 1,-4 0-3-16,0 9-1 0,0 7-210 15</inkml:trace>
  <inkml:trace contextRef="#ctx0" brushRef="#br4" timeOffset="-50263.94">15401 7328 284 0,'0'0'63'16,"0"0"0"-16,0 0-19 0,0 0-27 16,0 0-7-1,-9-3-1-15,3 3-4 16,0 3-1-16,1 0 2 16,0-2 1-16,3 2 2 15,0-3 1-15,2 0-6 0,-2 0-2 16,2 0 0-1,0 0 1-15,0 0-3 16,0 0-3-16,-2 0 2 16,0 0 4-16,2 0 0 15,-2 0 0-15,-2 3-1 0,2 3 2 16,-3-3-1-16,0 0-3 16,1 3 2-16,2-6-1 15,2 2-5-15,-2-2-2 16,2 0 6-16,0 0-2 15,0 0-7 1,0 0 15-16,0 0-3 0,0 0 0 16,0 0-2-1,0 0-1-15,0 0 0 0,0 0-2 16,0 0 2 0,0 0 1-16,0 0-2 0,0 0 0 15,0 0 2-15,0 0-2 16,0 0 1-16,0 0-1 15,0 0-1-15,0 0 2 16,0 0 1-16,0 0 0 16,0 0 0-16,0 0-1 15,0 0 1-15,0 0 1 0,0 0 0 16,0 0 2 0,0 0 0-16,0 0-4 0,0 0 0 15,0 0 0 1,0 0 1-16,0 0 0 15,0 0 0-15,0 0 1 16,0 0-3-16,0 0 5 16,0 0-3-16,0 0-1 15,0 0 0-15,0 0-4 0,0 0 0 16,0 0 3 0,0 0 1-16,0 0 3 15,0 0-3-15,0 0 5 16,0 0-1-16,0 0 3 15,0 0 0-15,0 0-3 0,0 0 1 16,0 0 1 0,0-4 6-16,0 0 1 0,0-2-2 15,0 3-3 1,0 0 1-16,4 0-7 0,8 0 0 16,0 3-1-16,1 0-1 15,0 0 0-15,-2 3 0 16,-5 11 1-16,-2 1-1 15,-4 6 2-15,0 1 4 16,0 1-4 0,0-1-1-16,-2 1 1 0,-11-4-2 0,-1 0 1 15,-2-3-3 1,-1-1-19-16,2-6-406 0</inkml:trace>
  <inkml:trace contextRef="#ctx0" brushRef="#br4" timeOffset="-48793.73">15829 7283 261 0,'0'0'9'0,"0"0"14"0,0 0-8 16,0 0-9-16,0-2 31 16,0-10 2-16,2-3-3 15,4-8-9-15,6-6-3 16,-4-10-6-16,4-7 9 0,-2-4-4 15,-4-1-12 1,-6 1-4-16,0 3 3 16,0 8 13-16,0 6 20 0,-2 8 6 15,-6 7-15 1,0 6-11-16,2 6-2 16,2 6-5-16,-2 0 10 15,-1 5-19-15,0 18 0 0,3 8-4 16,2 10 0-1,2 9 2-15,0 8 1 0,0 8-3 16,0 8-1 0,0 1 1-16,6 1-3 0,4-3 2 15,-4-3 0 1,2-6-2-16,4-14 1 0,-2-6-1 16,0-11-1-16,4-7 1 15,-2-13-2 1,-1-3 0-16,2-8-6 0,2-2 11 15,0 0 4 1,4-21-3-16,1-6 1 16,-5-9-3-16,0 0-4 0,-9-1 2 15,-6 2 2 1,0 6-2-16,-2 4 1 0,-22 4-3 16,-4 3-2-16,-2 7 9 15,5-2 0-15,-1 6-4 16,6 3 1-16,10 1-1 15,2 0-1-15,2 3 0 16,6 0 0-16,0 0 0 16,0 0-2-16,0-3-9 15,18-6 4-15,14 1 11 0,7-6-1 16,4-4-2 0,0 1 0-16,-2 2-2 0,-6 2 0 15,-10 2-3 1,-5 6 2-16,-6-1 0 15,-7 6-3-15,-2 0-6 16,-5 0-13-16,0 0-63 0,0 2-21 16,0 6-172-16</inkml:trace>
  <inkml:trace contextRef="#ctx0" brushRef="#br4" timeOffset="-47093.43">22981 12465 66 0,'0'-3'44'16,"0"-1"8"-16,0-1-1 0,0 4-2 16,0 1-8-16,0-5 3 15,0 5 3-15,0 0 6 16,0 0 7-16,0 0-5 15,0 0-3 1,0 0-5-16,0 0 4 0,0 0 6 16,0 0-19-1,0 0-14-15,-2 11-10 0,-1 6 3 16,1 2-1-16,-2 5 2 0,2 5 1 16,-2 0 0-1,0 2 0-15,2 2-3 0,0 2-2 16,-1-4-7-1,3-3 0-15,0 2-2 16,0-7-3-16,0-4-2 16,0-2 1-16,0-5-1 15,0-2 1-15,0-4-1 16,0-4-1-16,0-2-5 16,0 0-9-16,0 0-35 15,3-8-49-15,11-14-104 16,6-1-204-16</inkml:trace>
  <inkml:trace contextRef="#ctx0" brushRef="#br4" timeOffset="-46706.08">23149 12576 317 0,'0'0'32'0,"0"0"16"16,0 0 9-1,0 0-4-15,0 0-17 16,4 4 8-16,-8 13 0 16,-2 2-6-16,1 1-15 0,5 2-15 15,0-3-4-15,0 1-3 16,0-2 0-16,0 0 1 16,7-5-2-16,5 0 2 15,1 3-2 1,2-4-2-16,3-2 2 0,-4-1 0 15,1 3 2-15,-4-1-1 16,-4 1-1-16,-7 4 0 16,0-3 2-16,0 3 1 15,-2-3 2-15,-14-1 0 16,1-1-2-16,1 0-2 0,-1-4-1 16,2-6-1-1,2-1-3-15,2 0-13 16,5 0-127-16,2-13-163 15</inkml:trace>
  <inkml:trace contextRef="#ctx0" brushRef="#br4" timeOffset="-46427.14">23220 12545 358 0,'0'0'28'0,"0"0"13"0,0 0-12 16,0 0-12-16,0 0-8 0,108-58-2 16,-87 54-4-1,-4 2 1-15,-4-2-1 16,-7 4 1-16,-1 0-1 15,-3 0-3-15,-2 0 0 16,0 4 2-16,0 8-34 16</inkml:trace>
  <inkml:trace contextRef="#ctx0" brushRef="#br4" timeOffset="-45721.55">23646 12828 432 0,'0'0'35'15,"0"0"9"-15,0 0-21 0,0 0-24 16,0 0 0-16,-10 0 3 15,6 0 0 1,2 0 0-16,0 0 1 16,-2 0-1-16,2 0-2 0,2 0 1 15,-2 0 0 1,2 0-2-16,0 0-1 0,-2 0-6 16,2 0-1-16,0 0 4 15,0 0 4-15,-2 1 3 16,0-1 0-16,0 4 0 0,-3-4 5 15,3 2-4 1,-3 0-1-16,1 0 0 16,2-2 2-16,0 0-1 15,-3 0 0-15,4 0 0 16,-1 0 2-16,2 0 0 16,0-2 1-16,0-2 1 15,0-1 2-15,0 0-1 16,3 4-4-16,6 1-3 15,0 0 2-15,-2 0-3 16,-3 0 1-16,-2 0 0 0,-2 15 7 16,0 1 7-1,0 3-2-15,0 0-10 16,-2-3-2-16,-4-5-2 0,1-1-2 16,3-4-10-1,2-6-149-15</inkml:trace>
  <inkml:trace contextRef="#ctx0" brushRef="#br4" timeOffset="-44823.43">23911 12812 313 0,'0'0'25'0,"0"0"15"15,0 0-30 1,0 0 17-16,19 2-4 16,-4-8-17-16,1-11 2 15,3-5-3-15,-3-7 2 16,4-8 7-16,2-5 6 0,-6-8 0 15,-2 1-6 1,-6-1-2-16,-1 6 3 0,-7 9 20 16,0 5 12-1,0 13-13-15,0 6-3 16,0 7 5-16,0 4-20 0,-5 0-10 16,1 4-12-1,-5 21 12-15,-2 9-3 16,1 7 2-16,0 6 0 15,0 1 2-15,4 3 5 0,1-3-1 16,4-1-2-16,-1 2 0 16,0-2-4-16,-2-2 0 15,0-3-1 1,2-5-2-16,0-4-1 0,2-8-1 16,0-5-1-16,0-6 1 0,0-2-3 15,0-6 0 1,12-6-9-16,0 0 22 15,2 0-4-15,-2-3-2 16,3-12-2-16,-6-2 0 16,-3-3-1-16,-4 1 0 15,-2-1 1-15,0 2-2 16,-10 0-1-16,-16 1 2 16,-3 4 7-16,0 3-7 15,1 2 2-15,6 4 1 0,9 1 1 16,7 0-1-1,4 3-4-15,2-3-1 16,0-1-11-16,23 0 15 16,11-4 6-16,8-3-7 0,5-1-1 15,0-4 0-15,-4 3-2 16,-9-1 2 0,-8 5-2-16,-6 4 1 0,-12 4 0 15,-8 1-2 1,0 0-19-16,0 0-7 15,-14 0-135-15,-6 6-416 16</inkml:trace>
  <inkml:trace contextRef="#ctx0" brushRef="#br4" timeOffset="-38024">5671 8791 125 0,'-6'0'13'0,"-3"0"16"0,1 0-10 15,1 0-13-15,0 0 0 16,-1 0 0-16,2 0 12 15,1 0-10-15,3 0-2 16,0 2-3-16,2-2 0 16,-3 0-1-16,3 2-5 15,-2 0-13-15,-2 0-148 16</inkml:trace>
  <inkml:trace contextRef="#ctx0" brushRef="#br4" timeOffset="-34443.57">5902 8760 240 0,'0'0'48'0,"0"0"4"15,0-14 8-15,0 12 0 16,0 2-5-16,0 0 9 15,0 0-1-15,0 0-17 16,0 0-11-16,0 2-12 0,0 15-6 16,-7 7-5-1,-4 11-3-15,0 7 0 0,-2 9 0 16,1 5-1 0,-6 5-3-16,3 4 1 15,-2-1-3-15,-2-1-1 0,1-6-2 16,4-3 0-1,0-7-4-15,6-12-28 0,0-13-312 16</inkml:trace>
  <inkml:trace contextRef="#ctx0" brushRef="#br4" timeOffset="-32992.55">6437 8940 201 0,'0'0'48'0,"0"0"5"0,0 0-18 16,0-15-10 0,0 11-7-16,0 2 2 0,0 0 13 15,0 0 7-15,0-2-10 0,0 0-9 16,0 0-3-1,-2-2-5-15,-5 2 2 16,-3 3 7-16,-1 1 13 16,-4 0-2-16,-2 0-8 15,2 0-7-15,-1 0-5 16,4 5-8-16,-2 9-6 16,6 1 4-16,2 3 0 15,-3 1-1-15,4 5 0 16,5-4 1-16,0 2-2 15,0-1 0-15,3-3-1 16,14 1-1-16,7-3 0 0,2-3 1 16,4-1-2-1,2-1 3-15,1-3-3 16,-5 0 0-16,-5 0 0 0,-6 3-5 16,-8 3 1-1,-7 4 1-15,-2 1 4 16,0 0 2-16,-11 0 1 15,-6-3-1-15,2-2 0 0,-5-6 0 16,6-3 1 0,-2-1-1-16,6-4 2 0,-1 0-2 15,2 0 2-15,0-6-9 16,6-11 10 0,3-7-2-16,0-2-3 15,0-8 4-15,0-1-2 0,2-3-1 16,12 1 0-16,-1 0-1 15,0 2 1-15,-1 7 0 16,-4-2 1-16,-2 7-2 16,-6 5 3-1,0 5-2-15,0 1 1 0,0 7 0 16,0 1-5 0,0 4-2-16,-4 0-14 0,-2 0-243 15</inkml:trace>
  <inkml:trace contextRef="#ctx0" brushRef="#br4" timeOffset="-29283.23">6956 9078 184 0,'0'0'19'16,"0"0"16"-16,0 0-18 0,0 0 13 15,42-12 62 1,-28-4-48-16,2-5-18 0,-2 2-4 15,-2-4 1 1,-5-1-3-16,-2 1 1 16,-3-6-1-16,0-2-2 0,-2-4-4 15,2 0-3-15,-2 3-9 16,0 0 0-16,0 7 0 16,0 8 5-16,0 6-1 15,0 5 9 1,0 1 7-16,0 5 7 15,0 0 0-15,0 0-7 16,0 0-12-16,0 0-7 16,0 11-5-16,0 8 7 0,0 7-3 15,0 10 0 1,0 4 0-16,4 4 0 0,5 7-1 16,6 0 0-16,-2-1 0 15,4-4 0-15,-1-3 0 16,5-9-2-16,1-4 1 15,-6-11-1-15,2-4-1 16,-2-6 1-16,-2-6-3 16,-2-3-2-16,-3 0 4 15,4 0 7-15,-6-15-1 16,-1-3-1-16,-2 1-1 16,-4 0-1-16,0-1 1 15,-4 1-1-15,-17 3 3 16,-1-1-3-16,-6 0-2 15,2 6 2-15,2 1-2 16,5 3 4-16,4 2 2 16,7 2-3-16,3-1 0 15,3-1-1-15,2 0-5 0,0-2-5 16,4-6 11 0,17-3 3-16,5-4-3 0,4-3-2 15,3-1 0 1,1 1 0-16,-1 1-1 15,-6 5 0-15,-5 3-5 16,-6 5 2-16,-6 2-5 0,-10 5-2 16,0 0-20-1,0 0-65-15,-12 3-232 16</inkml:trace>
  <inkml:trace contextRef="#ctx0" brushRef="#br4" timeOffset="-28156.81">6783 9021 275 0,'0'0'58'0,"0"0"-33"16,0 0 10-16,0 0-9 0,0 0-3 16,0 0-7-16,0 0-3 15,0 0-2-15,0 0-5 16,0 0-4-16,0 0 0 15,0 0 0-15,0 0 0 16,0 0 0-16,0 0-4 16,0 0-6-16,0 0 2 15,0 0 7-15,0 0 20 16,0 0-13-16,0 4-10 16,0 3 9-16,-7 5 6 0,4 0-11 15,-1-2 0 1,1-1-1-16,1-3-1 0,0-4 2 15,2-2 3 1,0 0 4-16,0 0 3 0,-2 0 3 16,2 0-5-1,0-2-8-15,0-7 6 16,0-1-2-16,0-1-6 16,0 4-2-16,0 1 2 15,0 3 0-15,2 3-2 16,-2 0-12-16,0 0 8 15,0 0 18-15,0 8-2 16,0-1-1-16,0 0-7 16,-2-1-1-16,-3-3 1 0,3-1 0 15,-2-2 3-15,1 0-3 16,2 0 0-16,-1 0 0 16,0 0-4-16,-1 0-1 15,3-2 7-15,0-2-9 16,0-2 9-1,0 0 0-15,0 0-1 0,0 3-4 16,0 0 0 0,11 3-1-16,2 0-5 0,6 0 1 15,-1 0 8-15,0 0-4 16,0 12 1-16,-7 4 12 16,-3 1-5-16,-1 7 2 15,-7 2 5-15,0 4-5 16,0-1 1-16,-8 4-4 15,-6-2-4-15,0-5-1 16,-2-2-6-16,2-9-324 16</inkml:trace>
  <inkml:trace contextRef="#ctx0" brushRef="#br4" timeOffset="-25341.37">17406 12611 260 0,'0'0'12'0,"0"0"9"15,0 0 3 1,2 0-1-16,-2 0-1 16,2 0 4-16,1 0 4 15,1 0 6-15,-2-10 6 16,0 0 5-16,0-3-10 0,1-3-15 15,-3-5-5 1,0-1-3-16,0 1-2 0,0 4 3 16,-3-2 1-16,-10 3 11 0,0 3-3 31,-4 2 0-31,2 8-3 0,-2 0-5 16,-2 3-4-16,3 0-1 15,2 5-5-15,0 8-2 16,2 5-3-1,6 5 5-15,-1 0-5 0,0 7 0 16,7-1 0-16,0 1 1 0,0 4 0 16,0-3 0-1,7 0-2-15,8-3 1 0,7 1-2 16,4-5 1 0,4-5 0-16,0 2 0 15,2-3 0-15,-5-3 0 16,-3 1-2-16,-4-1 0 0,-12-1 1 15,-6-3-1 1,-2 1 2-16,0-1 1 0,-4 1 1 16,-9 0-1-16,-4-5 0 15,0-1-1 1,2-1 2-16,0-5-1 0,2 0-1 16,4 0 1-1,-1-11-1-15,7-8-7 0,-1-10 7 16,4-6 3-1,0-6-1-15,0-3-2 0,4-1-2 16,7 1 4 0,4 4-2-16,-4 5 1 0,-1 6-2 15,-5 1 2-15,-1 7-1 16,-2 2 0 0,-2 5 1-16,0 3-2 0,0 7-4 15,0 4-16-15,0 0-120 16,0 0-157-16</inkml:trace>
  <inkml:trace contextRef="#ctx0" brushRef="#br4" timeOffset="-24493.17">17731 12758 329 0,'0'0'63'16,"0"0"-14"-16,0 0 7 0,0 0-12 16,0-2-15-16,0 2-10 15,0 0-2 1,-2 0-7-16,0 0-3 16,2 0-5-16,-2 0-1 15,2 0 1-15,-2 0 1 0,2 0 0 16,0 0-1-1,-4 0-4-15,4 0-1 16,0 0 3-16,0 0 0 16,0 0 0-16,-1 0-1 0,1 0 1 15,-4 0-1-15,-1 0 3 0,-1 0 1 16,2 0-3 0,0 2 1-16,0-1-1 0,1-1 0 15,3 0 0 1,0 0 1-16,0 0 1 15,0 0 1-15,0 0-2 16,0 0-2-16,0-6 0 16,0 5 1-16,0-4-1 15,0 4 2-15,0 1-1 16,0 0-1-16,0 0-4 0,0 0-1 16,0 0 5-1,0 0 0-15,0 0 4 0,0 0-2 16,0 0 0-1,0 0 0-15,0 0 2 16,0 0 2-16,0 0 1 16,0 0-3-16,0 0-2 0,0 0-1 15,0-2-1-15,0-2 0 16,0-2-1-16,5 0 1 16,3 5 1-16,0-1 0 15,1 2-2 1,-2 0-1-16,-1 0 4 0,0 3-1 15,1 9 2 1,-1 4 1-16,-3 3 0 16,-3 0 2-16,0 3-1 15,0 1-2-15,0 0 0 0,-5-3-3 16,-8-5-3-16,5-5-66 16</inkml:trace>
  <inkml:trace contextRef="#ctx0" brushRef="#br4" timeOffset="-22043.15">18005 12740 263 0,'0'0'13'0,"0"0"2"0,0 0-5 16,8 0-2-16,2 0 25 16,10 0 20-16,-2-6 1 15,0-6-32-15,6 1-1 0,0-6-8 16,-1-2-3 0,-2-4-3-16,4-2 0 0,-5-9-1 15,-4-2-2 1,-2-7 0-16,-6-2-2 15,-4 3 0-15,-4 1 9 16,0 7 14-16,0 6 11 16,0 7-6-16,-6 5-5 15,0 9-4-15,-2 1 4 16,4 4 2-16,0 2-14 0,-3 0-5 16,0 10-3-1,-3 13 3-15,4 9-4 0,-2 12 1 16,1 3-1-1,5 6 3-15,2 5-2 16,0 2-1-16,0-1 0 16,2-3-1-16,10-5 0 15,-1 2-1-15,3-7-2 0,-4-5 1 16,-1-6-1-16,-2-4 0 16,-1-11 1-16,-2 0-2 15,0-9 0-15,7-5-1 16,-2-6-4-1,4 0-7-15,4-1 17 0,-2-17-3 16,0-2-7-16,-2 0-2 16,-7-3 5-1,-6 1 3-15,0 3 1 0,0-4 0 16,-8 3 2-16,-15-1-1 0,-1 2-1 16,-7 3-3-1,-3 4 6-15,1 5-1 16,3 1 0-16,5 0 2 15,10 6-3-15,4-2 0 16,5 0 2-16,6 2 0 0,0-6-8 16,12 0 6-1,19-6 4-15,2-1-4 0,8-5-2 16,5-1 1 0,-3-1-1-16,-5 4-1 0,-10 2 0 15,-6 7-2 1,-6 1-5-16,-10 6-4 15,-6 0-11-15,0 0-16 16,0 0-92-16,-6 6-170 16</inkml:trace>
  <inkml:trace contextRef="#ctx0" brushRef="#br4" timeOffset="-16191.89">11738 12522 381 0,'0'-6'47'0,"0"0"-3"16,0 0-11-16,0 2-10 0,0 2-13 16,0 1 1-16,0 1 2 15,0 0 11 1,0 0-4-16,0 1 6 0,0 13 8 16,-4 5 4-16,0 3-1 15,0 5-9-15,0-2-12 16,-3 0-5-16,4-3-8 15,1-5 0-15,-2-3-1 16,4-7-1-16,0-1-2 16,0-5-1-16,0-1-2 15,0 0 3-15,0 0 2 16,4 0-3-16,10 0 3 16,2 0 6-16,4 0-4 0,0 0-1 15,-1 0-1 1,-4 0-2-16,0 14 2 0,-2 3 1 15,-2 7-1 1,-5 1 1-16,-2 2-1 0,-4-3 1 16,0 1 1-16,0-2-1 15,-2 0 1 1,-12-6 1-16,-4 1-2 0,1-2-1 16,1-7-1-1,4-2 0-15,3-7 0 0,-2 0-2 16,1 0-5-1,4-14-32-15,-4-10-139 16,2-5-172-16</inkml:trace>
  <inkml:trace contextRef="#ctx0" brushRef="#br4" timeOffset="-15943.38">11730 12570 493 0,'0'0'22'0,"0"0"2"0,0 0-2 15,0 0-14 1,0 0 1-16,114-77 4 0,-69 59-8 16,1 7-2-1,-8 0-3-15,-4 10 2 0,-12 1-6 16,-9 0-2-1,-9 6-13-15,-4 11-156 16</inkml:trace>
  <inkml:trace contextRef="#ctx0" brushRef="#br4" timeOffset="-15625.19">12331 12922 561 0,'0'0'9'0,"0"0"-3"0,0 0 22 16,0 0 15-16,0 0-10 0,-22 62-17 16,18-43-14-1,-7-1 0 1,0-2-4-16,-7-3-28 0,1-5-580 16</inkml:trace>
  <inkml:trace contextRef="#ctx0" brushRef="#br4" timeOffset="-14983.43">12625 12664 347 0,'0'0'1'0,"0"0"-8"16,0 0 15-16,0 0-6 0,0 0-2 15,-7 0-1 1,7 0 0 0,0 0 2-16,0 0-3 0,0-6 6 15,7-5 12-15,-3 4 2 16,-2-5-1-16,0 2 5 15,-2 3 12-15,0-1 6 16,0 2 8-16,0 2-7 16,-4 0-10-16,-4 2-2 15,-6 2-2-15,2 0-3 0,-3 4-9 16,4 16-2 0,-1 8-2-16,3 4 5 15,2 8 6-15,5-1 3 16,2 0-2-16,0-2-9 15,4-5-7-15,18-4-5 16,8-11-4-16,4-4 4 16,10-8-1-16,-1-5-6 15,1 0 6-15,-6-5 3 16,-10-6-6-16,-10-4-10 0,-4 1-14 16,-13-1-79-1,-1-1-148-15</inkml:trace>
  <inkml:trace contextRef="#ctx0" brushRef="#br4" timeOffset="-13812.53">16225 12487 405 0,'0'0'46'0,"0"0"11"16,0 0 3-16,-10-28-28 15,7 27-19-15,3 1-6 0,-5 0 2 16,1 1 0-16,-4 17 12 15,-8 5 4-15,2 6 2 16,-8 4-7 0,-6 0 3-16,-2 2 0 15,-5-1-11-15,1-1-6 0,-2-3-2 16,1-5-1 0,3-2 0-16,10-7-2 0,6-7 1 15,2-3 0 1,10-6 2-16,0 0-1 0,4 0 2 15,0-17-3 1,0-7-1-16,4-5-1 0,12-1 0 16,-2-1 0-16,6 2 0 15,-1 7 1-15,0 7-1 16,7 7-1 0,-3 6 0-16,3 2-1 15,0 0 2-15,-2 22-4 0,-7 3 6 16,-2 1-1-16,0 5-1 15,-2-3 1-15,2-1-1 16,-4-4 0 0,4-6-1-16,-4-3 1 0,2-4-3 15,-1-4 3-15,6-6-1 16,0 0-2-16,0-2 3 16,2-14-1-16,-3-5 2 15,-2 1-1-15,-2 3 0 16,-4 4 0-16,-5 2-1 0,0 8-3 15,-4 3-16 1,0 0-151-16</inkml:trace>
  <inkml:trace contextRef="#ctx0" brushRef="#br4" timeOffset="-12443.56">21305 12545 302 0,'0'0'42'16,"0"0"-1"-16,0 0 15 15,0-41-14-15,0 30 1 16,0-1 4-16,-8 0 14 16,-10 7 0-16,-2-1-19 15,-1 4-12-15,2 2-5 16,-3 0-4-16,1 0-8 16,1 8-7-16,-4 13-7 0,4 4 10 15,-4 4-4 1,6 2-1-16,3 0-2 0,7-4-1 15,5-2-2 1,3-3-2-16,0-6 1 16,3-1 2-16,12-7-1 0,7-8 1 15,4 0-5-15,1 0 9 16,6-18-3 0,-6-3 0-16,1-7 0 15,-6 3 0-15,-5-4 0 0,-4 0-2 16,-1 4 5-1,-2 2-1-15,-4 5-1 16,2 7-2-16,-1 5 1 0,2 6-3 16,1 0-4-16,1 0 4 15,2 13 4-15,0 7 0 16,2 1-1-16,-4 6 2 16,-1 4-2-1,-3 0 0-15,0 3-1 0,-5-1 1 16,-2 3-1-16,0-5 0 15,0 0 2-15,-14 0-3 16,-9-4 3-16,-5 0 0 16,-6-2 0-16,-6-2-3 0,0 1 3 15,1-6-1 1,9-5 0-16,6-4-1 16,10-5 1-16,4-4 2 15,10 0-9-15,0 0 5 0,3-13-4 16,16-5-18-1,5 0-117-15,0 4-209 16</inkml:trace>
  <inkml:trace contextRef="#ctx0" brushRef="#br4" timeOffset="-11663.27">21697 12845 415 0,'0'0'5'0,"0"0"21"15,0 0 9-15,0 0-15 16,0 8-11-16,0-4-3 16,0-4-3-16,0 1-2 15,0-1 0-15,0 0 4 16,0 0 6-16,0 0 8 16,0 0 2-16,0 0 1 15,0 0-4-15,0 0-7 16,0 0-6-16,0 4-4 15,0-2-2-15,0-2-1 16,0 4 1-16,0-2 2 16,-2-2-1-16,-1 4 2 0,-1-2 0 15,-1-2 2-15,3 2-1 16,0-2-1-16,0 2 0 16,2-2 1-1,0 0 0-15,0 0-3 16,0 0-6-16,0 0 21 15,0-4-14-15,0 0-1 0,0 0 1 16,0 4 2 0,0-2 0-16,0 2-2 0,0-2-3 15,0 2 4 1,0 0 2-16,0 0-1 0,0 0 5 16,-2 0 2-16,-2 0-6 15,0 0 1 1,0 0 2-16,-2 0 2 15,4-3 4-15,2 0 0 16,0-4-6-16,0 1 3 0,2 0-10 16,12 0 2-1,-2 1-3-15,4 0 2 16,-6 5-1-16,-1 0-1 0,-2 0-1 16,-3 10 4-1,-4 8 1-15,0 7 6 0,0-2 2 16,0 2-1-16,0-2-7 15,-9-1-3-15,3-8 1 16,1-6-3-16,1-2-13 16,4-6-184-16</inkml:trace>
  <inkml:trace contextRef="#ctx0" brushRef="#br4" timeOffset="-10983.26">22027 12570 107 0,'0'0'75'0,"0"0"-8"15,0 0-21-15,0 0-12 16,-6-2-9-16,4 2-5 15,2 0-6 1,0 0 5-16,0 0 16 0,0 0 4 16,0 0-11-16,0 0-12 0,0 0-5 31,0 0-8-31,0-2-1 0,0 0-1 16,0 2 17-16,0-6-2 15,4 5-3-15,3-5 3 16,0-4 2-16,-3 2-3 15,-2-2-1-15,0 3 4 16,-2 1 2-16,0 0 8 0,0 2 13 16,0 2-10-1,0 2-11-15,-6 0-8 0,-6 0-5 16,-4 6-3-16,-4 15-2 16,-2 12 4-16,1 4 5 15,2 4 10-15,4 1 2 16,8 1 2-16,7-8-7 15,0-4-9 1,11-8-5-16,19-7-3 0,3-9-2 16,3-5 0-16,-4-2 9 15,-4 0-7 1,-6 0-1-16,-9-7-8 0,-13-3-22 16,0 4-119-1,0 0-276-15</inkml:trace>
  <inkml:trace contextRef="#ctx0" brushRef="#br4" timeOffset="-5042.97">11579 12930 120 0,'-2'0'16'16,"2"0"19"-16,0 0-7 16,0 0-21-16,13 0 7 15,11 0-9-15,2 0 7 16,2 0-1-16,0-2-10 15,-2-4 3-15,-8 2 3 0,-4 4-5 16,-6-2-2 0,-4 2-1-16,-4 0-7 15,0 0 38-15,-2 0-6 16,-16 0-16-16,-6 6 5 16,-2 2 12-16,-2 2-4 0,2-3-15 15,7 2-1 1,6-4-2-16,2-2-2 15,9-2-2-15,2-1-18 16,0 0 6-16,0 0 0 0,15 0 12 16,2 0 19-16,0-1-13 15,3-5-4-15,-8 1 0 16,-1 2 0 0,-6-1-1-16,-3 4 3 0,-2 0 6 15,0 0 8-15,0 0 17 16,-4 0 5-1,-10 0-31-15,2 0-1 0,-6 0-1 16,7 1-1-16,1 4-5 16,3-4-1-16,5 4-1 15,2-2 2-15,0 0-5 0,2-3-12 16,20 0 0 0,6 0-13-16,4 0 14 15,2 0-33-15,-1 0-50 16,-10 0 20-16,-5-5 35 0,-10 5 39 15,-8 0-10 1,0 0-37-16,-17 0-13 0</inkml:trace>
  <inkml:trace contextRef="#ctx0" brushRef="#br4" timeOffset="-2691.69">7401 13511 26 0,'0'0'23'16,"0"0"-1"-16,0 0 11 16,0 0-6-16,0 0-13 15,0 4-6-15,0-3 6 16,-2-1 19-16,2 0 19 16,0 0 13-16,0 0 19 0,-3 0 8 15,1 0-19 1,2 0-9-16,-2 0-16 15,2 0-13-15,-2 0-10 16,-1 0-5-16,3 0 2 0,0 0-1 16,0 0-1-16,0 0-6 15,0 0-3 1,0 0-2-16,0 0-5 0,0 11-3 16,0 6 1-1,0 4 2-15,0 8 4 16,0 6 0-16,0 4-1 15,0 3 4-15,5-5-4 16,-1 2 0-16,-1-4-1 16,-3-4-3-16,2-5 0 15,-2-2 2-15,3-5-2 0,-1-1 0 16,-2-5-1-16,0-5 3 16,0-2-2-16,0-2 0 15,2-4-3-15,-2 0 2 16,2 0 0-1,0 0 2-15,4-6 2 0,3-11 4 16,0-7-7-16,1-2-1 16,3 0-1-1,0 1-1-15,-2 1 2 0,2 5-1 16,0-1-1 0,-1 5-1-16,4 0 1 15,-2 1 0-15,-2 7 0 0,2 1 0 16,-2 4-1-16,0 2-2 15,1 0-2-15,0 3 6 16,2 11-2-16,-2 4 2 16,0 0-1-16,-3 2 0 15,2-1 1-15,-8 5-1 16,2-5 0-16,-4 2 1 16,-2-4-2-16,0 4 2 15,0 0 1-15,-8-2-2 16,-12-1 1-16,1-5 0 15,0-3-1-15,-5-2 1 16,3-8 1-16,-1 0 1 16,-1 0-1-16,5-8 1 0,-1-8 2 15,0-1-1-15,5-1 0 16,-1 3-1-16,2 5 3 16,3 2-4-1,1 1-2-15,5 5 0 0,4 2-7 16,0 0-22-1,6 0-110-15,13-3-289 16</inkml:trace>
  <inkml:trace contextRef="#ctx0" brushRef="#br4" timeOffset="6134.47">8038 13533 419 0,'0'-5'27'0,"0"4"20"16,0-1 9-16,0-1-12 15,0 3-11-15,0-1-5 16,0 1-7-16,0 0-3 16,0 0 4-1,-4 0-2-15,-6 9 2 16,2 16 4-16,-2 4 1 16,-3 8-6-16,6 4 7 0,-4 1-13 15,9 5-6-15,2-4-5 16,0 3 3-16,0-6-3 15,9 1-1-15,6-6-3 16,6-8 0-16,3-3-1 16,4-9 0-16,2-3-2 15,-2-9-7-15,1-3-15 0,-3 0-71 16,-3-3-194 0</inkml:trace>
  <inkml:trace contextRef="#ctx0" brushRef="#br4" timeOffset="6606.61">8249 13596 441 0,'0'0'38'0,"0"0"30"0,0 0 12 16,0 0-44 0,0 0-14-16,-22 37-5 15,20-12-11-15,0 2 4 0,0 4-7 16,2-2 18 0,0 3-10-16,0-7-4 0,0-5-3 15,0-6-3-15,2-4-2 16,8-4 2-16,4-5-1 15,-1 1-3 1,6-2 5-16,1 3 1 0,-3-3-2 16,4 0 0-16,-2 3 1 0,-4 5-2 15,-2 0 0 1,-4 9 1 0,-8 4 1-16,-1 3 0 0,0 1 3 15,0 0 7 1,0 0 6-16,-5-5-6 0,0-7-5 15,-3-3-7-15,3-5 0 16,1-2 0-16,-2-3-2 16,1 0-10-16,-3-12-106 15,1-13-301-15</inkml:trace>
  <inkml:trace contextRef="#ctx0" brushRef="#br4" timeOffset="6886.61">8229 13639 673 0,'0'0'12'15,"0"0"14"-15,0 0-30 16,0 0-3-16,0 0 25 15,84-37-9-15,-49 19-8 0,1 3-2 16,-6 1 2 0,-6 5-1-16,-8 3-2 0,-6 2 1 15,-8 4-5 1,-2 0-7-16,0 0-39 0,-10 10-57 16,-6 2-296-16</inkml:trace>
  <inkml:trace contextRef="#ctx0" brushRef="#br4" timeOffset="9073.48">8637 13865 173 0,'0'0'34'0,"0"0"1"0,-8-7 5 16,6 7-13-16,2-3-6 0,-2 1 7 15,0 1 1 1,0 1-2-16,2 0-3 0,0-3-6 15,-2 1 3 1,0 2-6-16,0 0-4 0,2 0-6 16,-2-1-4-16,0 1 1 15,2 0-2 1,-3 0 0-16,3 0 2 0,-2 0-2 16,-1 0 0-1,1 0 0-15,0 1 3 0,0 5-2 16,0-1 0-1,0-2-1-15,-2 0 0 16,4-3 0-16,-2 0-1 16,2 0 2-16,0 0-1 15,0 0-1-15,0 0 1 16,0 0-1-16,0 0 0 0,0 0 1 16,0 0-2-16,0 0 4 15,0 0-1-15,0 0 0 16,0 0 0-16,-2 1 0 15,-3 3 0-15,1-2-1 16,-1 4 1-16,1-3 0 16,0 0 0-16,2-2 0 15,2-1-2-15,0 0 3 16,0 0-1-16,0 0-1 0,0 0 0 16,0-1 0-1,0-4 0-15,0 1 0 16,2 1 0-16,2 1-1 15,-4 2-1-15,0 0-1 0,0 0-1 16,0 0 5-16,0 0 2 16,0 0-1-1,0 0-1-15,0 0 2 0,0 0 1 16,0 0 0 0,0 0 3-16,0 0-1 0,0-5 5 15,0-4 0-15,0 1-2 16,0 2 0-16,0-1-4 15,0 0-4 1,11 1 2-16,4 0-3 16,-2 2 0-16,2 4 0 0,-5 0-2 15,4 0 1 1,-6 10-4-16,-6 9 10 0,0 2 4 16,-2 7 4-16,0 1 1 15,0 0-5-15,0 0-2 16,-6 0-5-1,-4-4-2-15,0-2 0 0,4-5-5 16,0-6-61-16,6-12-510 16</inkml:trace>
  <inkml:trace contextRef="#ctx0" brushRef="#br4" timeOffset="10386.67">8916 13724 248 0,'0'0'32'0,"0"0"0"15,0 0 8-15,-5-6-13 16,3 6-17-16,0 0-4 15,2-2 2-15,-2 2 4 16,2 0 1-16,0-2-5 0,0 0-3 16,0 2-1-16,0-2 1 15,0 2-3 1,0-3 4-16,0 0 4 0,0 0-6 16,0 0 1-1,0 0 1-15,0 1 4 16,0 0 2-16,0 0 3 15,0 2 3-15,0 0 1 16,0 0-10-16,0 0-9 0,0 0 6 0,0 0-4 31,0 0 0-31,0 0 4 0,0 0-3 16,0 0-2-16,0 0 0 16,0 0-2-16,0 0-1 15,0 0-4-15,0 0 2 16,0-2 17-16,2-4-8 15,5 2-1-15,-3-1-2 16,-2 1-1 0,0 0 1-16,-2 0 2 15,0 2 2-15,0 0 4 0,0 2 4 16,0-4 1-16,0 4 5 0,0 0-14 16,0 0-5-1,0 0-1-15,0 0 1 0,-2 0 2 16,0 0-1-1,2 0-1-15,-2 0-1 0,2 0-2 16,0 0-4 0,0 0 1-16,0 0-2 15,0 0-1-15,0-5 12 0,6-1 3 16,1-4-5 0,-1 2 0-16,0-3-1 0,-6 2 2 15,0 2-1-15,0 0 3 16,0-2 0-16,-8 4-1 15,-7 1 2 1,-4 2 10-16,-1 2-1 16,-3 0 6-16,-1 0-5 15,0 0-5-15,2 9-2 0,4 7-1 16,4 5-2-16,6 5-1 16,-1 5-2-16,7 4 1 15,2 3 3 1,0 1 3-16,0-2-3 15,4-6-4-15,18-3-4 0,8-8-1 16,5-2-1-16,3-11 2 16,3-3-8-16,2-4 8 15,-2 0-2-15,-3-6-34 16,-7-11-94-16,-3-6-201 16</inkml:trace>
  <inkml:trace contextRef="#ctx0" brushRef="#br4" timeOffset="10838.07">8914 13286 521 0,'0'0'31'16,"0"0"9"-16,0 0-21 0,32-6 15 16,1 20-1-1,7 13-10-15,3 8-8 0,0 7-2 16,-4 7 2-16,-3 7-5 16,-8 5-1-1,-8 4 0-15,-10 4-3 0,-10 7-1 16,0 2 5-16,-8 3-5 15,-16-6 1-15,-4-3-5 16,-4-11-2-16,6-8 1 16,0-10-10-1,3-14-243-15</inkml:trace>
  <inkml:trace contextRef="#ctx0" brushRef="#br3" timeOffset="21238.7">2879 3541 258 0,'-2'0'33'0,"2"0"2"16,0 0 15-16,0 0-5 16,-3 0 1-16,3 0 2 0,-5 0-2 15,-1 0-17 1,-2 0-2-16,0 0 3 0,0 0 0 16,2 0-10-16,-2 0-4 15,1-2-2 1,0 0 0-16,-1 0-5 0,0 2 3 15,-1-1 0 1,2 1-1-16,-1-3-6 0,0 1 1 16,1 0 5-16,-4 0-2 15,2-2 2-15,1 2-1 16,-3 0-3 0,2 1 4-16,3-2-5 0,-4 0 1 15,0 3 2 1,4-3 1-16,-4 2-1 0,-1-1-3 15,4 2 2-15,-3 0-3 16,0 0 0-16,2 0 0 16,0 0 0-16,0 0 1 15,2 0-1-15,-2 0 2 16,2 0-2-16,-1 0-1 16,1 0 3-16,-5 0-3 15,2 0 1-15,1 0-1 16,-1 0-2-16,1 0 0 15,1 0-2-15,3 0 2 16,-4 2-2-16,0 2 0 16,2-2 1-16,2 2 0 15,-2-3 0-15,-1 1 1 0,1 0 0 16,1 2 0-16,1 0-1 16,-4 1-1-1,-1-2 0-15,4 1 2 0,-3 1 0 16,-1 0-1-1,3-2 1-15,-1 3-1 0,-1-2 3 16,0 2-3 0,3-3 0-16,1 1-1 15,-3 1 0-15,3-2 0 0,-5 1 0 16,5 2 0 0,-2 0 0-16,-4 0-2 0,2 1 3 15,2-1-2-15,0 1 0 16,-2 1 1-16,2 0 1 15,2 0 0-15,2 0-1 16,-4-1-1-16,4 1 1 16,-6 0 0-16,4-1-1 15,0 3 0-15,0-4 2 16,-2 2-2-16,4-4 2 16,-3 2-1-16,1-2 0 15,3-1 1-15,-1-1-1 16,0 2 0-16,-2 0 0 15,2 2 1-15,-4 1-2 16,1-1 2-16,-1 2-1 16,1 0 0-16,1-1-1 15,-2 2 2-15,1-4-1 16,-1 3 0-16,2-2 0 16,-1 0 1-16,1-1-1 0,-1 2 0 15,-1-1-1 1,3 1 1-16,2-3-1 0,-1 2 0 15,-2 0 1 1,2 0 0-16,-1-2 1 0,-1 2 0 16,-1 0 0-16,0-1 2 15,0 0 0 1,3 1-2-16,-2 0 0 0,-4 0-1 16,4 1 1-1,0-1-2-15,0 0 1 0,0 0 0 16,2 1-2-1,-2-1 3-15,-2 4-2 16,1-1 1-16,2 1 0 0,-1 2 1 16,2-5-2-1,0 3 1-15,0-2 0 16,-3 0 0-16,3 1-3 0,0 0 2 16,-2 0 2-16,3-2-1 15,-1 3-1-15,0 0 2 16,0 4-1-16,0-3 2 0,0 3-4 15,-2 3 4 1,-1-1 0-16,3-2-2 16,0 0 0-16,0-1-2 0,2 2 0 15,-3-3 0 1,1-1 3-16,0 0 0 16,2 0 1-16,-2 0-4 15,2 0 5-15,0 1-6 0,0-2 2 16,0-1-1-1,0 1 1-15,0 0 3 0,0-1 0 16,0 1 1 0,0 4-1-16,0-3 2 15,0 4-2-15,0-1-1 0,0 1 0 16,0-2-1-16,0 1-2 16,0-3 4-16,0 3-1 15,0-6-1-15,0 4 1 16,2 0-3-1,0 1 1-15,3-1 0 16,-1 2 1-16,1-1 0 0,1 1 3 16,-4-4-3-1,2 0 1-15,0-1-1 0,-3-3 0 16,5 2-1 0,-1-2-1-16,1-1 0 0,-2 3 1 15,1 0 0-15,6 1 1 16,-3 1 1-16,-2 1 0 15,5 1 0-15,-2 0 1 16,1-1-4-16,-1 4 3 16,2-5 1-16,-3 2-3 15,3 0 2-15,-2 0-1 16,-1-1-1-16,3-2-1 16,-2 3 0-16,2-2 4 0,1 2-2 15,2-1 0 1,0 1 1-16,0 0 0 0,0-1-3 15,0 1 4 1,-4-3-1-16,0 3-2 0,4-6 3 16,-6 2-6-16,5-2 3 15,0-1-7 1,2 1 5-16,0 0 10 16,2 0 0-16,1 0-5 15,-5 0 1-15,4 0-1 16,-5-3 0-16,0 3 0 15,-2-2-2-15,-2-3 1 16,4 4-1-16,-6-1 2 16,-1-2-3-16,5-1 3 0,1-1-3 15,0 3 0 1,1-3 2-16,4 0 0 0,-2 0 5 16,6 0 3-1,-2 0-5-15,-2 0-2 16,2 0-2-16,-5-4 3 0,2 2-1 15,-5-2-2 1,3-1 2-16,-2 4-2 0,2-3-2 16,0-2 2-16,-2 0 0 0,3 3 3 31,-2-3-2-31,0 0 1 0,0 0-1 16,-2 2-2-16,-2 0 1 15,4-2 2 1,0 3-2-16,1-5 1 0,0 2-4 15,0-2 1-15,2 1 7 16,-2-2-8-16,0 2 5 16,-2 1 1-16,-3 0-2 15,2 2-1-15,-2-2 0 0,-2 3 0 16,2-1 1 0,-2-2 0-16,4 2-3 15,-2-4 1-15,-2 3 0 16,3-3 1-16,0 2 3 15,-3-1-2-15,3 1 1 16,-3-3-2-16,1 3 1 0,-1 0-2 16,-2-1 0-1,1 0 3-15,1 1 0 0,-4 0-1 16,5 3-1-16,-1-6 1 16,-1 6-1-1,1-6 0-15,0 2 1 0,3-2-1 16,-2-1-1-1,1 3-1-15,-2-2 3 0,-2 3 0 16,2 0 0 0,-2 1 0-16,0-1-1 0,0-2 0 15,2 1-2 1,-2-3 1-16,4-2 3 0,-2 1-1 16,0 1 0-16,0-1-1 15,-1 2-1-15,0 0 2 16,1 1 0-16,-2 0 0 15,0-1-1-15,0-3 1 16,1-1-1-16,2-1-1 16,-1 1 1-16,2 1 1 0,-3 1-1 15,-1 3 1 1,-2-1-2-16,2 6 0 0,-1-7 4 16,1 2-5-1,0-2 1-15,1 3 0 16,-1-5 3-16,-2 4-1 15,2-1-2-15,-2 1-2 16,-2 2 3-16,2 1-2 16,1-3 8-16,-1 2-5 15,0-2 0-15,0-1 0 16,-2-1 1-16,0 2-3 16,5-1 1-16,-3-1 1 15,0 2 0-15,-2 2-1 16,2 0 0-16,0-3 1 0,-2 3 1 15,0-2-2 1,2-2 1-16,-2-1 0 0,0 0-1 16,0 1-4-16,2-2 8 15,-2 3-4 1,0-3 1-16,0 4-1 0,0 0 1 16,0 0 1-16,0 1-2 15,0 2 2 1,0-6-1-16,0 4 1 15,0-3-2-15,0 0 1 0,0 1-1 16,0-1 2 0,0 2 0-16,-2 1-2 0,0-3 0 15,-2 0 1-15,2 0-1 16,0-1 1-16,-3 1-2 16,3-2 2-16,-2 1 0 15,-1 3 1-15,1-4 1 16,0 5-2-16,0-3 1 15,-1 0-1-15,-3-2 1 16,1 0 0-16,1 2-1 16,-1-2 0-16,-1 1-1 0,1-2 5 15,1 6-1 1,-1 0 0-16,1-2 3 0,2 3 0 16,-5 3 2-1,4-2-4-15,-3-1 2 0,0-1-1 16,-2 2-3-1,0-1-1-15,0 0-1 0,-2 0 3 16,2 0 0-16,-1-1-1 16,0 1 4-1,1 0-6-15,1 0-1 0,-4 2 3 16,2-2-3 0,-1 1 0-16,-2-1 0 15,2-2 3-15,-4 2-1 0,4 1-2 16,-2-1 3-1,0 0-5-15,2 0-3 0,0 2 2 16,-1 0 5-16,2 1 2 16,1-2-2-1,1 4 1-15,-2-2-3 0,0 2 3 16,1-1-3 0,-1 0 0-16,-2 0 2 0,0 2-2 15,2-2 3 1,-1 2-3-16,0 0 1 0,2 0-1 15,2-3 1-15,-2 2-1 16,0 1 0-16,1 0 0 16,1 0-1-16,-3 0 1 15,1 0 0-15,5 0 0 0,-4 0 0 16,3 0-2 0,-1 0 3-16,3 0 1 0,0 0-1 15,-5 0-2 1,0 0 1-16,3 0-2 0,-6 4 6 15,2 2-8 1,4-4 6-16,0-1-4 0,2 2-1 16,2-2 1-1,-7 5-9-15,2-2-72 0,-13-4-218 16</inkml:trace>
  <inkml:trace contextRef="#ctx0" brushRef="#br3" timeOffset="51898.42">2708 3552 171 0,'0'0'75'0,"0"0"-17"16,0 0-15-16,0 0-18 15,0 0-12-15,0 0-6 16,0 0-6-1,0 0 0-15,0 0 15 0,0 0-3 16,0 0-9 0,0 0 2-16,0 0 5 0,0 0 4 15,0 0 14 1,0 0-1-16,0 0 0 16,0 0-4-16,0 0-3 0,0 0 0 15,0 0-5 1,0 0-2-16,0 0 1 0,0 0-1 15,0 0 1-15,0 0-4 16,0 0-3-16,0 0 2 16,0 0-3-16,0 0-1 0,0 0-1 15,2 0-3 1,-2 0-2-16,0 0 1 0,0 0-1 16,1 0 2-1,-1 0 0-15,0 0 0 16,4 0 2-16,-4 0-3 15,0 0 1-15,0 0-1 0,0 0 0 16,0 0-2-16,0 0 1 16,0 0-1-1,2 0-1-15,2-1 1 16,3-2 0-16,1 0-1 16,3 0 3-16,0 2 0 15,-3-3 1-15,1 2-2 16,-3 2 0-16,-6 0 0 15,3-1 0-15,-3 1 1 16,0 0-2-16,4 0 2 16,0 0-3-16,3 0 1 0,-1 0 1 15,2 0 0-15,4 0 1 16,-4 0-2 0,0 0 1-16,2 0 0 0,-2 0-1 15,-2 0-1-15,3 0 0 16,-2 0 1-1,1 0 4-15,-2 0-6 16,3 0 3-16,0 1 0 16,-1 3-1-16,3-1 1 0,2 1 2 15,-4 2-2-15,1-1 0 16,1-2-1-16,-2 0 2 16,-3 0-2-16,2 1 2 0,0-3-2 15,-4 4 1 1,2-2 0-16,0 0 0 15,0 0-2-15,2 1 3 16,0-1-1-16,2 1-1 16,2 2 2-16,0 1 0 0,-1-2 2 15,0 1-5 1,0 0 2-16,-1 0 0 0,1 0 0 16,-2 1 0-1,4-1 0-15,-2 2-1 0,1 1 4 16,2-1-5-1,-2 2 5-15,2-1-4 16,-2 1 1-16,1-2 2 16,-4 0-2-16,3-2 0 0,-3 1-1 15,2-1 1 1,-3 2-1-16,1-3 3 16,4 4-2-16,-7-4 0 15,3-1 1-15,-3 2-1 16,1-4 1-16,-3 1-1 0,-1 0 0 15,-1-1 0 1,0-1 0-16,0 3 0 0,0 0 0 16,0 2-4-16,0 2 2 15,2 3 1-15,-2 2 2 16,1-2 1 0,-1-2-1-16,-2 1 0 15,0-4-1-15,0 0 1 0,3-4 0 16,-3-1 0-1,0-1-1-15,0 0 2 0,2 3-2 16,-2-3 2-16,0 0 2 16,0 0-1-16,0 0 1 15,0 0-4-15,0 0 2 16,0 0-1-16,0 0 0 16,2 0-4-16,-2 3-1 0,0 3-20 15,0-2-220 1</inkml:trace>
  <inkml:trace contextRef="#ctx0" brushRef="#br3" timeOffset="59487.24">3348 4182 6 0,'23'-3'8'16,"-4"2"-7"-16,-1-1-1 16,-1 2 1-16,0 0-1 15,3 0-16-15</inkml:trace>
  <inkml:trace contextRef="#ctx0" brushRef="#br3" timeOffset="59556.92">3679 4170 0 0,'0'0'3'0,"0"0"-4"15,0 0-1-15</inkml:trace>
  <inkml:trace contextRef="#ctx0" brushRef="#br3" timeOffset="68582.8">2045 5881 138 0,'5'0'14'16,"-1"0"-3"0,7 0-1-16,-3-3-4 0,8-3-1 15,-2 0 5 1,4 0-7-16,6 0-2 15,-3 2 0-15,3 1 0 16,-1-2-1-16,-2 2 1 0,-1-1-1 16,0 3 1-1,-4-4-1-15,-2 4 0 16,-4 1-1-16,-2 0 1 0,-6 0-3 16,-2 0 0-16,0 0-3 15,0 0 12-15,-13 0 9 16,-8 0-5-1,-6 8 16-15,-8 4-18 0,-1 4-36 16,-5 4 36 0,-2-4 22-16,6 1-43 0,5-2 31 15,11-6-11-15,5-5 3 16,10-2 8-16,6-2-10 16,0 0-29-16,0 0 44 0,0 0-10 15,0 0-15 1,0 0-1-16,6 0 5 15,10-2 0-15,3-8-2 16,9 1 1-16,6-3 2 16,3-2-5-16,4 0 3 15,-2 1-1-15,-5 4-5 16,-6 1-2-16,-10 5-3 16,-10 3-7-16,-8 0-29 15,0 0 21-15,0 0 3 16,-20 0 25-16,-5 7 31 15,3 3-15-15,-4-1 27 0,2 3-35 16,-1-3-4 0,4 2-11-16,-1 0 53 0,3-4-42 15,10-1-1 1,5-2 3-16,2-4-1 16,2 0-26-16,0 0-7 0,0 0 15 15,8 0 15 1,16 0 3-16,6-4 0 0,6-5-6 15,5-3 2-15,-6 1-8 16,-6 0-9 0,-9 5-16-16,-10 5 17 0,-6 1 7 15,-4 0 6 1,0 0-3-16,-11 0 7 0,-7 0 23 16,-1 6-16-16,-3 3 27 15,4 0-30-15,8-2 0 16,-1-1-5-16,5 0-6 15,4 4-4-15,0-1-32 16,2 1-71-16,-2-4-58 16</inkml:trace>
  <inkml:trace contextRef="#ctx0" brushRef="#br3" timeOffset="70168.83">1984 7053 399 0,'0'0'32'0,"0"0"-9"16,0 0-8-1,0 0-16-15,0 7-9 0,0 9 11 16,0 7 2-16,0 6 0 15,0 8 11-15,0 5 3 16,0 4 5 0,-10 1 4-16,2 0 2 15,0 1-7-15,-4 0 4 0,2 1-16 16,2-3 0 0,-6-2-7-16,4 2 3 15,-1-4-6-15,-2 1 3 0,4-9-5 16,-4-3-21-1,5-7-399-15</inkml:trace>
  <inkml:trace contextRef="#ctx0" brushRef="#br3" timeOffset="71134.72">1712 8022 151 0,'0'0'26'15,"0"0"48"1,0 0 19-16,0 0-22 0,-13-19-24 15,11 19-13 1,2-2-7-16,0 2 1 0,0 0-6 16,-2 0-3-16,2 0-1 15,0 0-7-15,0 0-8 16,0 16 3-16,0 7 2 16,0 2 0-1,0 9 1-15,0-1-7 16,0 4 1-16,4 4-3 0,3 0 2 15,4 0-1 1,-7-5 2-16,1-7 0 16,0-5-3-16,-3-11 1 0,-2-6-1 15,0-2 0-15,0-5-2 0,0 0 1 16,2-12-63 0,-2-11-90-16,5-8-124 15</inkml:trace>
  <inkml:trace contextRef="#ctx0" brushRef="#br3" timeOffset="71602.41">2011 8028 94 0,'0'0'52'16,"0"0"8"0,0 0 1-16,0 0-6 0,0 0-15 15,-18 37 2-15,6-14 3 16,-7 5-19-16,1 0 6 15,2 0-5 1,-2-1-3-16,5-4-12 0,1-4-9 16,7-2-6-16,1-5 5 15,2-4 2-15,2-4-15 16,0-3 9 0,0-1 5-16,0 0-1 0,0 0-6 15,4 0 1-15,15-1 7 16,14-11 1-16,3-1-6 15,7-5 14-15,0 3-13 16,-4-1-2 0,-9 5-4-16,-6 2-85 0,-14 6-54 15,-8 0-6-15,-2 2-1 0</inkml:trace>
  <inkml:trace contextRef="#ctx0" brushRef="#br3" timeOffset="71996.58">1981 8011 546 0,'0'0'33'15,"0"0"4"-15,0 0-3 0,0 0-28 16,0 0-9 0,-7-6-6-16,7 14 1 0,0 13 18 15,7 10-1 1,4 5 2-16,-1 7-1 16,2 6 0-16,-4-3-1 0,3 3-5 15,-3-1 1 1,1-3-3-16,-2-8-1 0,1-5-2 15,0-6 3-15,1-5-5 16,0-8 3-16,-3-7-2 16,-3-4 3-16,0-2-1 0,-1 0-47 15,-2-8-205 1,0-14-153-16</inkml:trace>
  <inkml:trace contextRef="#ctx0" brushRef="#br3" timeOffset="73052.16">2342 8186 320 0,'0'0'28'16,"0"0"10"-16,0 0-24 16,0 0-8-16,-8 0-4 15,8 0 0-15,0 0 2 16,0 0-3-16,0 0 0 15,0 0-1-15,0 0 1 16,0 0 1-16,0 0 0 16,0 0 2-16,0 0 5 15,0 0 3-15,0 0 2 16,0 0-7-16,-2 0-5 16,0 0-9-16,0 8-6 0,0 2 26 15,0-3-8 1,0 4-4-16,2-7 1 15,0-2 0-15,0-2-2 16,0 0 4-16,0 0-3 0,0 0-10 16,0 0-4-1,0-2-2-15,0-8 8 0,4 4-9 16,2 0-15-16,-4 2 6 16,-2 3 49-16,0 1-18 15,0 0-20-15,0 0 1 16,0 0 11-16,0 0 13 15,0 1-9-15,0 3 3 16,0-4 2 0,0 0 3-16,0 0 4 0,0 0 13 15,0 0 11-15,0 0-8 0,0 0-14 16,0-1 1 0,0-3-14-16,0-1 8 15,0 4 1-15,0 1-2 16,0 0 3-16,0 0 0 15,0 0-4-15,0 0-7 16,0 0-10-16,0 0-3 16,0 0 2-16,2 0 3 0,6 0 2 15,6 6 0 1,-2 11 6-16,-1 6 1 16,-2 6-3-16,-6 4 18 15,0 6-9-15,-3-4-8 0,0 0 6 16,0-7-8-1,-6-10-184-15</inkml:trace>
  <inkml:trace contextRef="#ctx0" brushRef="#br3" timeOffset="75868.87">2493 7899 475 0,'0'-5'81'0,"0"4"-28"16,-2-4-13-16,2 3-30 15,0 2-14-15,0 0-5 16,0 0-8-16,0 7 15 15,0 11 0-15,5 10 2 16,6 1 1-16,1 4 3 16,-2 2 1-16,6-2 1 0,-6-2-5 15,1-5-1 1,-2-8 1-16,-3-2-1 0,1-7 0 16,-5-3 0-1,0-6 1-15,-2 0-1 0,0 0 2 16,2 0 8-1,-2 0 15-15,2-6-1 0,3-13 7 16,1-2-10 0,1 2-14-16,1-3-7 15,-2 9 1-15,-1 1 0 16,0 6 0-16,-1 2-1 16,2 2 0-16,4-2-3 15,4 3-2-15,-1 1 2 16,10 0-4-16,1 0 4 0,0 5 1 15,-3 13 0 1,-1 1-2-16,-6 6 0 0,-2 0 2 16,-8 0 5-1,-4-2-15-15,0 1 11 0,0-6-3 16,-6-5 11-16,-10-1-13 16,-5-2 22-16,-1-9 0 15,-3 2 2-15,3-3-3 16,-4 0 17-1,3 0 5-15,3-4-23 16,2-2-4-16,6 0-2 16,3 0-4-16,3 6-6 0,3-4 0 15,3 2 1-15,-2 2-20 0,2 0-102 16,0 0-164 0</inkml:trace>
  <inkml:trace contextRef="#ctx0" brushRef="#br3" timeOffset="77922.99">15511 13476 341 0,'-10'0'59'0,"6"-2"-19"16,2-2-8-16,0 4 9 15,0-2 4 1,0 2-9-16,0 0-9 0,-2 0-8 16,0 0-3-1,-1 6 1-15,-2 13-4 16,3 4-2-16,2 7-3 15,2 4 2-15,0 5 0 16,0 2 1-16,0 0 7 16,0-3 8-16,0 0 4 15,0-4-22-15,0-6 2 0,0-8-6 16,0-2-1 0,2-6 0-16,4-5-2 0,-1-6-1 15,2-1 1 1,-1 0-15-16,0-23-149 0,0-5-285 15</inkml:trace>
  <inkml:trace contextRef="#ctx0" brushRef="#br3" timeOffset="78316.12">15786 13528 322 0,'0'0'41'0,"0"0"20"15,0 0-15 1,0 0-14-16,0 0-11 0,-100 103 4 15,82-80 17 1,-4-2-1-16,7-1-10 0,0-3-9 16,2-2-8-1,4-3-7-15,7-4-5 16,0-2 1-16,2 0-5 0,0-3 0 16,0 0 0-16,9-3 2 15,16 0 6-15,10 0-1 16,4 0-2-1,4 0-1-15,-2-6-12 0,-5-6-126 16,-7 1-86 0</inkml:trace>
  <inkml:trace contextRef="#ctx0" brushRef="#br3" timeOffset="78696.65">15809 13497 560 0,'0'0'52'16,"0"0"34"-1,0 0-22-15,0 0-36 0,0 0-18 16,-4-6-11-16,4 23-2 15,0 9 3-15,0 5 11 16,0 6-3 0,0 8 1-16,0 1-2 15,0 0 2-15,0 1-2 0,0-5 9 16,0 1-4 0,0-5-9-16,0-6 1 15,0-3-4-15,2-10 3 16,7-1-4-16,-2-9-3 15,-1-1-80-15,0-8-228 16</inkml:trace>
  <inkml:trace contextRef="#ctx0" brushRef="#br3" timeOffset="79170.57">16143 13809 403 0,'0'0'8'0,"0"0"24"16,0 0-2-16,0 0-6 16,0 0-10-16,-75 32-8 0,59-32-2 15,10 0-1 1,2 0 4-16,2 0 10 0,2-1 19 16,0-6-8-1,0-4-8-15,0 3-7 16,12-1-5-16,4 1-2 15,-1 2-4-15,0 5-1 0,-2 1-2 16,-2 0-4 0,-3 0-1-16,1 13 2 0,-3 3 4 15,-1-1 7-15,-3 0-5 16,0 1 0 0,-2-1 0-16,0-4-3 0,0-2-2 15,0-6-40 1,0-3-197-16</inkml:trace>
  <inkml:trace contextRef="#ctx0" brushRef="#br3" timeOffset="79819.5">16341 13497 629 0,'0'0'11'0,"0"0"-5"15,0 0 17-15,0 0 25 16,0 0-9-16,0-17-21 16,0 17-17-16,0 10-8 0,0 11 8 15,0 4 2 1,-2 8 5-16,-2 4-3 15,-3 1 4-15,-4-1-3 16,5-2 6-16,0-4-4 16,-3-7 1-16,2-6-4 0,5-8-4 15,2-4 2 1,0-6-3-16,0 0 1 16,0 0 6-16,0 0 3 15,7-9-1-15,10-7-6 0,0 1 1 16,3-3-3-16,-4 4-1 15,0 5 0-15,-4 1 1 16,2 4-1-16,-2-1-1 16,6-1 1-1,-3 3 1-15,0-2-1 0,-5 5 0 16,1 0-1 0,-4 0-4-16,-5 0-1 15,-2 11 4-15,0 9 3 0,0 1-1 16,0 5 1-16,-13-1 0 15,-6 1 0-15,-5-1-1 16,-2 2 2-16,-2-4-3 16,0-1 2-1,5-6 0-15,1-10 1 0,3-3 2 16,2-3 6-16,-1-1 33 16,-1-19 0-16,4 0-17 15,-3-3-16-15,6 1-6 16,-1 4-3-1,4 2-4-15,-6 8-20 0,-4 3-225 0</inkml:trace>
  <inkml:trace contextRef="#ctx0" brushRef="#br3" timeOffset="90319.04">4866 6332 286 0,'7'-10'16'15,"4"1"-5"-15,4-5 0 16,6 3-7-16,5-5-2 16,2 1 1-16,3-3-2 15,1 2 0-15,-4 3-1 16,-3 0 0-16,-1 1 1 0,-2 2-2 15,-1 1 2 1,-4-3-1-16,1 2 2 0,-2 1-1 16,-4 2 1-16,-4 1 0 15,0 1 1-15,-3 4-2 16,-3 1 1-16,-2 0-1 16,0 0 0-1,0 0 3-15,0 0 7 0,0 0-1 16,0 7-10-16,-5 11 23 15,-9 2 6-15,-6 5-38 16,-2 5 29-16,-3-1-10 16,-1 0-21-1,0-4 29-15,0 1-11 16,5-5 18-16,0-4-32 0,5-5 23 16,4-5-1-16,5-1-1 0,2-2 11 15,5-4-16 1,0 0 7-16,0 0 0 15,0 0-12-15,0 0-7 16,0 0 10-16,8-11-6 16,12-7 5-16,8-5-3 15,5-4-7-15,-1 0 4 16,-2 4 1-16,-4 1-2 16,-6 9-1-16,-6 2 0 15,-7 5 0-15,-2 6-1 0,-5-1 2 16,0 1-4-1,0 0-13-15,0 6-42 16,-12 12-68-16,-12 1-167 16</inkml:trace>
  <inkml:trace contextRef="#ctx0" brushRef="#br3" timeOffset="98935.26">6493 9391 277 0,'0'0'14'0,"0"0"2"15,0 0-16-15,0 0-9 0,0 0-23 16,0 0-22 0,0 0 32-16,0 0 5 0,0 0-5 15,0 0 21 1,0 0 4-16,0 0-2 15,0 0-58-15</inkml:trace>
  <inkml:trace contextRef="#ctx0" brushRef="#br3" timeOffset="114598.46">12446 13589 358 0,'0'-3'84'16,"0"0"3"-16,0 0-6 15,0 1-29-15,0 1-17 16,0-1-2-16,0 2-7 16,0 0-7-16,-4 0-4 15,-10 0-5-15,-4 2-6 0,-6 15-1 16,1 10-2 0,-5 4-1-16,-2 10-3 15,2 7 0-15,-1 2 5 0,4-1-4 16,5-3 0-1,3-5 1-15,6-10 0 0,11-7-1 16,0-11 1 0,0-9-21-16,0-4-162 15,0 0-140-15</inkml:trace>
  <inkml:trace contextRef="#ctx0" brushRef="#br3" timeOffset="114933.01">12124 13497 580 0,'0'0'72'16,"0"0"8"-16,0 0-7 15,0 0-48-15,0 0-15 16,-10 2-19-16,16 20-2 16,13 7 15-16,2 12 1 15,10 11-2-15,1 6 2 16,4 9-2-16,1 1 1 0,2-4-3 15,-7-8-210 1</inkml:trace>
  <inkml:trace contextRef="#ctx0" brushRef="#br3" timeOffset="116026.79">10588 13578 404 0,'0'0'35'15,"0"0"-4"1,0 0-2-16,-56 55-3 16,41-30-12-16,-3 0-7 0,8 4-5 15,-6 2 0-15,6 0-1 16,-4-2 0-16,4-4-1 16,0 2-1-16,-2-4-3 15,4-4-12-15,-2-7-118 16,0-9-180-16</inkml:trace>
  <inkml:trace contextRef="#ctx0" brushRef="#br3" timeOffset="116313.84">10353 13553 485 0,'0'0'3'0,"0"0"-2"0,0 0 1 16,0 0 8-1,0 0 5-15,94 94-3 0,-66-54-7 16,3 6-1-1,-3 10-2-15,-2-5 5 16,-2-5-6-16,-1-3-417 0</inkml:trace>
  <inkml:trace contextRef="#ctx0" brushRef="#br3" timeOffset="117216.92">14232 13666 347 0,'0'0'39'16,"0"0"33"-16,0 0 17 15,0 0-22-15,0-16-28 16,0 14-11-16,0 2-6 16,-10 0-5-16,-8 6-10 0,-5 17-3 15,-3 8-1 1,-2 8 3-16,-2 5-4 15,4-1-1-15,2 0-1 16,8-2 1-16,2-7-4 0,6-10-3 16,-3-7-117-1,2-11-288-15</inkml:trace>
  <inkml:trace contextRef="#ctx0" brushRef="#br3" timeOffset="117516.84">13964 13577 619 0,'0'0'-8'0,"0"0"-1"15,0 0 17-15,0 0 0 16,97 114 6-16,-67-72-6 16,0 11-2-16,-2 2-3 0,-1 4 1 15,1-1-3-15,2-5 1 16,0-11 0 0,3-6-10-16,-3-20-351 15</inkml:trace>
  <inkml:trace contextRef="#ctx0" brushRef="#br3" timeOffset="119314.04">17546 13648 287 0,'2'-15'26'15,"2"0"8"-15,-4 0 5 16,0-2-6 0,0 0 10-16,0 0 6 0,0-2-3 15,-8 1-1-15,-3 2-4 16,-6 3-8-16,-3 3-5 15,-4 4-4-15,-3 6-17 16,-5 0 0-16,2 0-2 16,4 0 0-16,2 12-3 15,8 5-3-15,4 6-1 16,6 1 2-16,6 1-2 16,0 1 2-16,0 2-1 15,20-1 1-15,12-2 0 16,2 0 1-16,8 0 0 15,1 1-1-15,-3-2 0 16,-6-2 0-16,-8-5-1 16,-13 6 1-16,-11-4-3 15,-2 0 3-15,-11-2 0 0,-15 1 2 16,0-3-2 0,2-7 0-16,5-2 1 0,2-6 1 15,4 0 3 1,2-6-2-16,5-14 1 0,4-5-1 15,2-6-2 1,0 0-1-16,0-7 1 16,15-1 0-16,2-2-1 15,5 0 4-15,-3 7-4 16,0 2 0-16,-1 4 1 0,-6 6-2 16,-1 3 1-1,-4 4 1-15,-1 5-2 0,-4 3 0 16,-2 4-2-16,0 3 0 15,0 0-32-15,0 9-179 16,0 5-129-16</inkml:trace>
  <inkml:trace contextRef="#ctx0" brushRef="#br3" timeOffset="119600.76">17912 13821 577 0,'0'0'64'15,"0"0"-38"-15,0 0-10 16,0 0 6-16,-8 56-7 15,3-39-2-15,-4 4-6 0,3 1-7 16,-5-1 2-16,-2-3-2 16,-1-5-25-1,0-3-404-15</inkml:trace>
  <inkml:trace contextRef="#ctx0" brushRef="#br3" timeOffset="120626.65">18077 13853 269 0,'0'0'55'0,"0"0"-3"16,0 0-11-16,0 0-18 15,0 0-9-15,35-54 1 16,-11 29 0-16,-3-4 10 16,5-8-9-16,-5-3-3 0,-5-5-3 15,-8-1 0 1,-8 2 9-16,0-2 18 0,0 10-3 16,-5 3 0-16,-10 8-2 15,4 7 10 1,4 5-18-16,-3 3-7 0,8 4-1 15,-2 3-1-15,1 3-8 16,-2 0-5-16,-2 5-16 16,1 20 16-1,-1 9 1-15,2 10-2 0,5 4 2 16,0 6 0-16,0 8-4 16,5 2 4-16,4 2-3 15,6 4 0-15,-5-5-3 16,4-4 3-16,-2-9-2 15,4-8 0-15,0-10-2 16,4-11-6-16,0-12-19 0,-5-5-25 16,2-6 16-1,-2 0 19-15,0-17 6 16,0-5 5-16,-5-3 0 16,-2 0 2-16,-6 0 4 15,-2 1 4-15,0-1 1 16,-19 0 1-16,-7-1 0 15,-1 3 2-15,-1 1 2 16,1 0-1-16,1 7 3 0,8 2 3 16,4 2 1-1,4 9-1-15,6-4-1 0,2 3-2 16,2 0 4-16,0-3-4 16,20-3-8-16,12 0-5 15,4 1 0-15,8-1 2 16,-1 0 1-1,-3 4 0-15,-6-1-3 0,-5 2 2 16,-8 2 3-16,-6 2-4 16,-6-2 2-1,-7 2 0-15,-2 0-4 0,0 0-18 16,-4 2-105 0,-13 6-205-16</inkml:trace>
  <inkml:trace contextRef="#ctx0" brushRef="#br3" timeOffset="121566.36">19827 13623 440 0,'0'0'75'15,"0"0"9"1,0-5-31-16,-4 5-21 16,-1 0-20-16,-6 0-7 0,1 9 2 0,-10 11 4 15,-3 5-2 1,-3 7 1 0,-2 5-1-16,-2 5-3 0,2-3-1 15,2 3-2-15,4-6-4 16,9-3 1-16,3-8 0 15,5-4-4-15,3-7-8 16,0-8-264 0</inkml:trace>
  <inkml:trace contextRef="#ctx0" brushRef="#br3" timeOffset="121916.89">19603 13609 546 0,'0'0'29'0,"0"0"-1"16,0 0-17-16,0 0-7 16,0 0 12-16,35 76 5 0,-21-39 4 15,8 3-12 1,2 3-3-16,-1 4-8 0,1 1 0 16,0 0 1-16,-7-1-2 15,-2-6-2 1,-7-9-46-16,-4-11-604 0</inkml:trace>
  <inkml:trace contextRef="#ctx0" brushRef="#br3" timeOffset="123146.81">21225 13664 322 0,'0'0'68'16,"0"0"7"-16,0 0-9 0,0 0 1 16,-30-41-23-1,24 36-6-15,-5 2-17 0,-4 2-7 16,-2 1 1-16,-5 0-4 16,-2 0-8-16,-2 7 0 15,1 7-1-15,1 3 5 16,5 3-7-1,6 1 1-15,2-4-4 0,11 3 0 16,0-3 2 0,0-2 0-16,0-5-1 0,17-5 2 15,5-5 2-15,6 0-1 16,4-3-1-16,3-18 1 16,-5-2-7-16,-4-6-3 15,-5 1 13-15,-8-1-2 16,-9 3 4-16,-4 2 2 0,0 7 2 15,0 5 17 1,0 6 21-16,0 5-11 16,0 1-28-16,0 0-8 0,2 0-10 15,7 6-2 1,4 10 12-16,2 7 0 16,5 5 1-16,-4 5-5 15,0 4 6-15,-4 1-5 16,-3 3 5-16,-6 0-4 15,-3-4-1-15,0-5 1 16,-16-1 4-16,-8-5-3 16,-4-3 4-16,0-6-5 15,3-3 3-15,5-4-2 16,6-5-1-16,5-5-5 0,2 0-11 16,7 0-51-16,0-11-46 15,0-7-112 1</inkml:trace>
  <inkml:trace contextRef="#ctx0" brushRef="#br3" timeOffset="123746.56">21725 13864 380 0,'0'0'7'0,"0"0"-5"15,0 0 10-15,0 0-5 16,-14 25-3-16,12-23-2 0,2-2-3 15,-4 3 3 1,2-3 0-16,2 0 0 16,0 0 3-16,0 0-9 15,0 0-1-15,0-3 18 16,0 1-9-16,0-1-3 0,0 0 3 16,0 0 1-16,0 3 7 15,0 0-4-15,0 0-3 16,-4 0 6-16,-7 0-7 15,0 0 0-15,5 0 2 16,0 0 1 0,0 0 18-16,4 0 35 15,2 0-31-15,0-6-21 16,0-4-5-16,0-1 4 0,0 4-4 16,0 1 7-1,6 2 4-15,0 2-4 0,0 2-8 16,2 0-1-16,1 7-1 15,-2 16 2-15,-3 2 0 16,-4 1 4-16,0 3-6 16,0-3 2-16,0-7-1 0,-8-3-3 15,-2-10-97 1,6-6-249-16</inkml:trace>
  <inkml:trace contextRef="#ctx0" brushRef="#br3" timeOffset="124226.8">22067 13633 164 0,'0'0'6'16,"0"0"3"0,0 0 24-16,0 0 15 0,0 0-8 15,38-27 7-15,-33 15 27 16,-5 2 7-16,0-2-13 15,0 4 1-15,-7 2-31 16,-12 1 1 0,-5 5-25-16,-1 0-8 0,-3 0 6 15,0 16-7-15,4 6 1 0,4 10-1 32,5 7-3-32,7 1 0 0,6 3 3 0,2 1-3 15,0-6 0 1,19-6-1-16,11-5-1 15,6-7-1-15,4-7 3 16,0-7-3-16,-5-4 3 16,-7-2-5-16,-9 0-27 0,-8 0-113 15,-11-12-203 1</inkml:trace>
  <inkml:trace contextRef="#ctx0" brushRef="#br3" timeOffset="124983.18">23073 13541 423 0,'0'0'83'16,"0"0"8"-16,0 0-28 0,0 0-43 15,-10 18-12-15,5 0 17 16,1 5-2 0,-3 6 1-16,1 4-4 0,0 3 1 15,-3 5 2-15,5 0-5 16,-3 0-4-16,5-3-7 15,0-3-4 1,2-6-1-16,0-2-1 0,0-7-1 16,0-7 0-16,13-7 0 0,0-6-17 15,2 0-280 1</inkml:trace>
  <inkml:trace contextRef="#ctx0" brushRef="#br3" timeOffset="125333.13">23258 13629 589 0,'0'0'63'0,"0"0"4"0,0 0-48 15,0 0-19 1,0 0 2-16,-10 35-4 0,10-10 0 15,2 0 4 1,10 2-3-16,2-3 2 16,0 1-1-16,4-1-1 0,0-4 0 15,-4 4 1 1,-1-2 1-16,-6 4 0 0,-7 5-1 16,0 0 0-16,-7 0 3 15,-16-2 0-15,1-6-2 16,4-3 3-1,4-14-2-15,3-6-1 16,6 0 1-16,5-18 6 16,0-13-89-16,0-14-287 0</inkml:trace>
  <inkml:trace contextRef="#ctx0" brushRef="#br3" timeOffset="125549.32">23302 13540 591 0,'0'0'45'16,"0"0"-18"-16,0 0-17 16,0 0-5-16,0 0-3 15,125-26-4-15,-101 26 2 0,-6 0-2 16,-4 5-7-1,-8 6-160-15</inkml:trace>
  <inkml:trace contextRef="#ctx0" brushRef="#br3" timeOffset="125801.68">23636 13794 672 0,'0'0'29'15,"0"0"-2"-15,0 0-25 0,0 0 4 16,0 0 0 0,-16 106-3-16,8-73 0 15,-1-4-1-15,0-4-2 0,2-1 1 16,4-7 0-1,0-4-8-15,3-7-252 0</inkml:trace>
  <inkml:trace contextRef="#ctx0" brushRef="#br3" timeOffset="126527.02">23835 13939 12 0,'0'0'3'0,"0"0"-3"15,0 0 1-15,0 0 12 16,114-123 77-16,-95 84-3 16,-1-8-10-16,-6 0-5 15,0 1 5-15,-6 3 6 16,-4 13 19-16,-2 2-26 16,0 13-18-16,0 5-9 15,0 4-11-15,0 3-7 16,0 3-12-16,0 0-15 0,0 0-11 15,0 19-11 1,0 12 16-16,0 13 5 0,-6 12-3 16,2 8 1-1,-4 3-1-15,4 3 1 0,2-2-1 16,0-6-1-16,2-5 4 16,0-13-5-16,0-7 4 15,0-12-4-15,0-7 4 16,0-11-2-16,12-7-2 15,-3 0 8-15,2-2-3 16,4-20 1-16,-2-3-5 0,-2-3 0 16,-6-1-2-1,-5 0 3-15,0 1 2 0,0 3-1 16,-14 4 0 0,2 2-2-16,-2 3 4 15,4 4-1-15,4 0-1 16,4 6 5-16,0 0-2 15,2 1-1-15,0-4-3 16,14 1-1-16,21-6 1 16,8 0-1-16,8 0-2 15,5-2 2-15,-2 2-5 16,-5 3-1-16,-7 2-4 16,-14 3-4-16,-12 3-19 15,-8 1-9-15,-8 2-9 0,0 0-143 16</inkml:trace>
  <inkml:trace contextRef="#ctx0" brushRef="#br3" timeOffset="130179.48">17271 14036 160 0,'-3'0'25'0,"3"0"-3"15,0 0 7-15,0 0-2 0,0 0-10 16,0 0-6 0,0 0-4-16,0 0-2 15,11-2 1-15,4-4-3 16,2 2-2-16,-1-2-1 0,-6 4 0 15,-2-2 2 1,-2 3 0-16,-6 1 5 16,0 0 22-16,0 0-1 15,-16 0-20-15,-2 0-6 0,0 0 5 16,2 0-2 0,1 0-3-16,4 0 0 15,3 0-1-15,4 3 1 0,0-1-5 16,4-2-3-16,0 0 0 15,0 2 5-15,0 0 0 16,0-2 3-16,0 0 3 16,6 0-1-1,4 0 0-15,-3 0 0 16,-3 0-2-16,1 0-1 16,-5 0 0-16,0 0-1 0,0 0 1 0,0 0 0 15,-2 2-2 1,-9 4 1-16,2-2-6 15,5-2-121-15</inkml:trace>
  <inkml:trace contextRef="#ctx0" brushRef="#br3" timeOffset="132083.48">7616 14518 116 0,'0'0'61'15,"-6"0"-13"-15,1 0-8 0,1 0-17 16,4 0-7 0,-3 0-2-16,3 0 7 0,0 0 14 15,0 0 18 1,0 0 8-16,-1 0-13 15,1 0-9-15,0 0-23 16,0 0-17-16,0 0-3 0,0 0 2 16,0 1-2-16,0 2 3 15,0-3 1 1,0 0 1-16,0 0 1 0,0 0-1 16,0 0 1-16,0 0-2 15,0 0 1-15,0 0-1 16,0 0-3-16,0 1 0 15,0 1 3-15,0 2 2 16,0-4 0 0,1 0-1-16,6 2 0 0,-5-2-1 15,5 0 2 1,2 0 3-16,4 0 2 0,-5-8-2 16,1-3 0-16,2 1-3 0,-7-2 1 15,-4 3 3 1,0 3 32-16,0 2 31 15,-18 2-45-15,-1 2-16 16,-2 0-1-16,-5 0 0 16,3 12 0-16,-3 9 0 0,4 6-2 15,2 6-2 1,3 4 7-16,6 4 2 16,9-1-4-16,2 1-7 15,0-4 1-15,22-6 0 0,4-4 0 16,6-8 2-1,6-3-1-15,0-9 0 16,2-7-2-16,-1 0-77 0,1-6-246 16</inkml:trace>
  <inkml:trace contextRef="#ctx0" brushRef="#br3" timeOffset="132396.9">8044 14415 433 0,'0'0'78'0,"0"0"10"0,0 0-17 15,0 0-27-15,-115 12-23 16,93 10-6-1,4 6-9-15,8 7-2 0,4 5-2 16,3 1-1 0,3 7 0-16,0 2 3 0,0 3-1 15,7-4 1-15,9 1-3 16,10-4 0-16,7-6-1 16,1-11-2-16,3-8-159 15,0-13-344-15</inkml:trace>
  <inkml:trace contextRef="#ctx0" brushRef="#br3" timeOffset="132927.18">8305 14547 544 0,'0'0'58'0,"0"0"14"16,-112-6-26-16,76 12-19 16,9 13-12-16,9 4-12 0,6 4-5 15,12 3 1 1,0 4 1-16,14 0 1 0,16-2 0 16,4-1-1-1,3 2 0-15,1-4 0 16,-8 0-6-16,-6-4-75 0,-15 4-54 15,-5-5 36-15,-4-8 53 16,0 2 37 0,-9-5 10-16,-8-7 0 15,0-1 4-15,-3-5 0 0,-2 0 24 16,6 0 18-16,-2-5 27 16,3-7-19-16,7-1-30 15,6-3-9-15,2-2-7 0,4-6-5 16,22-5-4-1,6 0 2-15,7-6-3 16,0-1 2-16,-1-1-2 16,-6 3-2-16,-12 7 3 15,-10-1 1-15,-6 7 2 0,-4 3-2 16,0 3 7 0,-8 3 25-16,-7 3-15 15,2 5-11-15,-4 4-6 16,6 0-4-16,1 0-8 15,1 11-48-15,5 3-297 16</inkml:trace>
  <inkml:trace contextRef="#ctx0" brushRef="#br3" timeOffset="133183.73">8631 14798 603 0,'0'0'20'15,"0"0"-22"-15,0 0 10 0,0 0 12 16,0 0 1 0,-8 78-5-16,0-47-3 15,1-2-6-15,0-3-5 16,5-2 0-16,0-8-14 15,2-9-315-15</inkml:trace>
  <inkml:trace contextRef="#ctx0" brushRef="#br3" timeOffset="133898.68">8842 14827 70 0,'0'0'40'16,"0"0"41"-16,0 0-18 16,35-131-7-16,-26 87 6 15,-5-3 18-15,-4 0 2 0,0 7-4 16,0 5-3-16,0 7-22 16,-4 9 12-1,-7 5-19-15,4 8-14 0,7 1-15 16,-4 5-10-1,2 0-7-15,0 17-7 0,0 10-2 16,0 12 10-16,0 8-2 16,2 5 3-1,0 2-2-15,0-2 1 16,0 3-2-16,12-3 2 0,1-4-1 16,2-5 1-1,-2-6 0-15,-2-9-1 0,-4-6 1 16,1-9-1-16,-2-5-1 15,1-8 1-15,2 0 1 16,3 0 2-16,-3-18-6 16,-2-3-12-16,-3 1-20 0,-4-4 25 15,0 6 10 1,-26 0 1-16,-6 6-2 16,-3 2 1-16,3 3 2 15,4 2 1-15,8 1 0 16,8 3-1-16,6 1 1 15,6-2-2-15,0 0-1 0,6-2-1 16,20 0-2 0,10-4 3-16,5-1 0 15,4-3-1-15,2 3 1 0,-7-1 0 16,-4-2-4 0,-10 1-6-16,-5-1-82 0,-5 0-20 15,-4-1-175 1</inkml:trace>
  <inkml:trace contextRef="#ctx0" brushRef="#br3" timeOffset="134249.32">9064 14189 596 0,'0'0'-5'0,"0"0"6"16,0 0 1-16,0 0 5 0,120 61-1 15,-89-12-1 1,-5 10-4-16,-11 4 1 0,-7 3 1 15,-8 1 2 1,0 1-2-16,0 3 6 16,-21 1 0-16,-7 4-3 0,-5-1-3 15,-3 2-1 1,2-8 0-16,6-17-6 0,8-19-320 16</inkml:trace>
  <inkml:trace contextRef="#ctx0" brushRef="#br3" timeOffset="140927.04">7565 14459 360 0,'-4'-1'33'0,"4"-5"7"0,-2 3-10 16,2 0-24 0,0 0-2-16,0 0 9 0,0 3 4 15,0-1 1 1,0 1 6-16,0 0 3 16,0 0-10-16,2 0-8 0,4 0-4 15,6 0-2 1,0 0 2-16,2 1-2 0,-3 5-2 15,2 1 0 1,-2-1 0-16,-3 0-2 0,-1 0 3 16,2 1-4-1,-5 2 4-15,-2-3 0 0,0-1 3 16,-2 3-2-16,2 2-1 16,-2-1 2-16,0 3 3 15,0-1-3-15,0 1-2 16,0 0 4-16,0-2-4 15,0 1 0-15,0 1 1 16,0 1-2-16,-6 1 2 16,2 0 4-16,-5-1-1 15,0 2 0-15,3 0-3 16,2-7 1-16,-5 3-2 16,5-3 1-16,0 0-2 0,-1 2 0 15,-2-3 1 1,1 4 1-16,2 1 1 0,-2-5 2 15,1 1-4 1,0 0 0 0,1-4-1-16,-1-1 3 0,2 3-2 15,-1-2 1-15,0 2-1 0,-4-2 0 16,0 1-1-16,0-1 2 16,2 2-1-1,-6-2 2-15,6-2-2 0,0 2 0 16,4-2 0-16,-3 0-1 15,3 0 0-15,0 0 0 16,2-2-1 0,-3 0 0-16,3 0 1 0,0 0 0 15,0 0 0 1,0 0 1-16,0 0-2 0,0 0 0 16,0 0-2-1,0 0-2-15,0 0 2 0,0 0 2 16,0 0 1-16,0 0 0 15,0 0 0-15,0 0 0 16,0 0 1-16,0-4-3 16,7-2 2-16,0 0-1 15,-1-2 0-15,0 3 1 16,6-1-1-16,-6 0 1 16,0-2-2-16,2 3 1 15,2-1 1-15,-2-6-1 16,2 2 0-16,0 1 0 15,-2-1 2-15,2 0-4 16,-1 1 4-16,-1-2-2 16,1 4 1-16,-2-3-1 15,3 2-1-15,4-3 2 16,-4-1-2-16,3 3-1 0,-2-1 4 16,-4 1-1-16,1 3-1 15,-1-4 2 1,-5 2 2-16,0-3-3 15,0 3 0-15,2-2-1 16,-3-1-1-16,2 3 0 0,1-2 1 16,-1 4 1-1,0-1 0-15,-3-3 0 0,2 0 0 16,0 1-1-16,0-3 0 16,0 1-1-16,0 1 2 15,0 2-1-15,-2-2 2 16,0 3 1-16,0 1-2 15,0 0 1-15,0 0-1 16,0 0 1-16,0-1 0 16,0 1 1-16,0-4 3 15,0 4 1 1,0 3 4-16,0-2-2 0,-4 1 2 16,0 4-3-16,-6 0-2 15,0 0 0-15,2 0-2 16,-8 0 0-16,4 0-3 15,-2 0 1-15,4 0 2 16,-1 0-2-16,0 0 0 16,5 0 0-16,-5 0-2 15,1 0 1-15,-2 0-1 16,0 6-1-16,1 0 1 0,-2 3 0 16,3-2-3-1,-5 0 4-15,8 4 0 0,1-4-2 16,-2-1-1-16,0 3 1 15,2 1 1 1,2 0 1-16,-5 3-2 16,-2 3 2-16,5-1-1 15,-3 1 1-15,0-5 0 0,3 1-1 16,2-4 0 0,1 0-1-16,1-2 0 15,2-1 0-15,-2 3 0 16,2 0-1-16,0 1 1 15,0 4 1-15,0-2-2 16,0 1 1-16,0 0 2 0,0-2 0 16,0 0-1-16,0-1 0 15,4 2 0-15,1-1 0 16,1-2-1 0,1 3 1-16,1-4 0 0,-1 3 0 15,-3-2 0-15,2-2 0 16,1 1 0-16,0-3-1 15,-3 2 2-15,2-2-2 16,5 0 1 0,-4 1 0-16,3-1 0 0,0 2 0 15,2 0 1-15,-2-4-2 16,2 2 1-16,-4 2 1 16,2-3-1-16,-3 1 1 0,0 0 0 15,-1-2 0 1,0 2-1-16,1-2 0 0,-1 2 1 15,1-2 0 1,4 2 0-16,-5-3 0 16,0 4-1-16,3-4 0 15,-2 3 1-15,-3-2 0 16,0 4 0-16,-2-6 0 0,0 4-1 16,-1-2 1-1,2-2 0-15,-3 0 2 0,0 0-1 16,0 0 2-1,2 0-2-15,-2 0 1 16,0 0-1-16,0 0-1 0,0 0 0 16,0 0 0-1,0 0-1-15,0 0 4 16,0 0-2-16,0 0-1 0,0 0 1 16,0 0-2-1,0 0 0-15,0 0 0 16,3 0-3-16,-3 0-5 0,0 0-160 15</inkml:trace>
  <inkml:trace contextRef="#ctx0" brushRef="#br3" timeOffset="145415.97">5775 7618 373 0,'0'-7'44'16,"0"3"4"-16,0 1-9 16,0-2-10-16,-2 0-12 15,-1 2 5-15,-2-2 10 16,-1 0 9-16,0-1 0 0,0 3-10 16,-2-3-4-16,0 1-4 15,2 0 5-15,0 2-13 16,-3-3-2-16,0 1-2 15,1-1 0-15,-3 1-1 16,2 1-2-16,-1 1-2 16,-3 0-3-16,0-1-1 15,0 2-1-15,0 2 1 16,-2-2 2-16,2 0-1 16,-2 0 1-1,1 2 6-15,-2-2 3 0,0 2-2 16,4-1-6-16,-3 1 5 15,2 0-6-15,2 0-2 16,0 0 0-16,3 0-3 16,-7 0 1-16,4 0 1 15,-2 0 2-15,0 0-4 16,-2 0 2-16,-1 0 2 16,4 0-3-16,-1 0 1 15,-2 5-3-15,4-1 0 0,0 2 5 16,1 0-4-1,-3-1 2-15,0 1 2 16,-2 0-3-16,0 3 1 16,0-2-4-16,-1 2 6 15,2-3-3-15,0 4 2 0,2-3 1 16,1 1-4 0,0-2 1-16,1 4 0 0,1-4 1 15,-6 5-4 1,2 1 5-16,-2 0-6 0,-2-1 4 15,1 3 1 1,0-1-4-16,2-1 7 0,0-1-6 16,2-1 3-1,2 2-1-15,-1-3-1 16,2 1 1-16,1 2-2 0,-1 1 1 16,1 3 1-16,-3 0-1 15,2-1 2-15,1 3-2 16,-3-1 1-16,0-2 1 15,3 3-2-15,-1-6 1 16,0 5 1-16,3 0-2 16,-2-4 2-16,0 5-2 15,2-1 1-15,-2-1 0 16,4-1 0-16,-3 1-3 16,0 1-15-16,3 0 25 15,-2-3-3-15,2 8-1 16,0-6-2-16,1 5-1 15,-1 0-1-15,1-3 0 16,3 2 3-16,-4 0 0 16,4-1-1-16,-4-1 2 0,4-1-2 15,-2 0-1 1,0-1 2-16,0 1-2 0,0 0 2 16,-1 1 3-1,3-1-4-15,0 1-1 0,0 0-1 16,0-4 0-1,0 4 1-15,0-5 0 0,0 0 0 16,0 4-1 0,5-4 2-16,1 3 0 15,-2-5 0-15,0 1 0 0,1 0 0 16,2-1-1-16,-1 1 0 16,0 4 1-1,0-3 0-15,2 3-1 16,0-1 2-16,0 2-2 0,-2-3 1 15,2 2 2 1,0-2-2-16,0 1 1 0,-1-2-1 16,2 1-1-16,-1-1 0 0,3-3 1 15,0 2-1 1,-3-3 0-16,3 1 0 16,-2-3 0-16,-1 2 0 15,-1-2 1-15,-1 1-1 16,3-3 0-16,-2 1-1 15,3 0 1-15,0-2 0 16,4 0-1-16,-2 1 2 16,2 0-1-16,-2 0 0 15,2 1 1-15,-4 0 0 0,1 0-1 16,2 0 0 0,0-2 1-16,2 1-1 0,0-1-1 15,4 2 1 1,0-2 0-16,1 0 0 0,0-1 1 15,-2 0 0-15,-2 0 0 16,-1-3-1 0,-2 3 1-16,0-3-1 0,-1 3 0 15,4-3 0 1,1 3 0-16,0 0 1 0,5 1-1 16,-1-2-1-1,2 2 2-15,-3-3-1 0,4 2 0 16,-5-1 0-1,1-1 0-15,-1-1 1 16,0 0-1-16,-1 0 2 16,0 0-2-16,2 0 1 0,2 0-1 15,1-1-1 1,3-4 2-16,0-2 1 0,0 1-2 16,-2 0 3-16,-6 2-4 15,-2 1 4-15,1-1-6 16,-4 2 3-16,0-2 1 15,2 0 1-15,2 0-4 16,7-4 5-16,-5 1-2 16,0-3 0-16,1 2 0 15,-2 2-2-15,-4-1 2 16,-1 1 0-16,0-2-2 16,0 0 3-16,2-3-1 15,2-3-1-15,0 1 0 16,-2-1 2-16,1-1-2 15,-6 3-2-15,-2 3 4 0,0 2-1 16,-2 1 0-16,-2-1-1 16,0 0-1-1,8-4 1-15,-4-2 1 16,2 1-1-16,1-1 0 16,0 0-2-16,-1 0 4 0,-1 4-3 15,-4-3 1 1,1 5 0-16,-1-3 2 15,1-2-2-15,-2 1 2 16,2-1-1-16,1-1-2 0,0-3 0 16,-1 2 3-1,-4-1-3-15,2 1 1 0,-2 3 3 16,3-1-2-16,-5-3 0 16,4-1 0-1,-1-2 0-15,1 2-1 0,0-3 2 16,-2-3-4-16,0 4 4 15,0 1-2-15,-2-2 1 16,2-1 1-16,-2 1-1 16,0 0 0-16,0-3-1 15,0 3 1-15,0-3-1 0,0 4 2 32,0 5-4-32,0 0 5 0,0 1-2 0,0 0 2 15,0 2-1 1,0-5 1-16,-4 2 0 15,0-5-4-15,2 3 3 16,-2-4-3-16,-1 1 1 16,-2 1 1-16,3-2 3 0,-2 1 0 15,-3-1 4 1,1 1 13-16,-1-2-3 16,-1 1-10-16,-3 0-4 15,1-2 0-15,0 2-1 16,1 0 3-16,-2-1-2 15,3 1-1-15,-4-1 0 0,4 3 3 16,-4-1-1 0,2 1 0-16,4 1 0 0,-6 1 0 15,2-1-1-15,-2 3-2 16,2 1-1-16,-5-2 2 16,1 5-2-16,2-1 2 15,-6 4-2 1,5-2 2-16,-2 3 0 0,1-1-2 15,2 0 0 1,-2-2 1-16,4 3 0 16,-1 2-3-16,-2-3 3 15,-2 1-1-15,-1 4-2 16,1-2 0-16,-2 0-2 0,1 0 5 16,2 3-3-1,-2-1 3-15,1 1-2 0,0-2 1 16,1 2-1-16,2 0 1 15,-4 0-2-15,1 0 0 16,0 0 3-16,-2 0-2 16,-1 0-3-16,2 0 2 15,2 0-1-15,0 3 0 16,6 3 2-16,-1 0-4 16,-2 6-2-16,3 7-5 15,-6 10 4-15,1 3-21 16,-4 6-158-16,2-5-309 15</inkml:trace>
  <inkml:trace contextRef="#ctx0" brushRef="#br3" timeOffset="163246.47">3975 7777 45 0,'0'0'24'16,"0"0"-1"-16,0 0 2 0,0 0-1 15,-42 0-23 1,28 0 24-16,2 7-10 16,1-1 13-16,2-2 13 15,1 2-21-15,-1 0-12 16,3-2 6-16,-1 4-14 0,3-1-2 16,-2 3 1-1,-1-1 7-15,-1 3-2 0,3 1-3 16,-1-1 2-1,-1 0 1-15,3 1-4 0,0-1 1 16,2-1-1 0,0 1-7-16,-1 1-3 15,1-3 22-15,0 2-11 0,2-2 1 16,-3 1 7 0,-1-1-2-16,4 0 0 15,0 1 4-15,0 3-10 16,0 0-3-16,0 4-1 15,0 1 15-15,0-2-8 16,0 2 4-16,0-1-3 16,2-2 6-16,0 0 2 15,3 2 0-15,-3-1-3 0,3 4-2 16,-1 1 1-16,2 3 4 16,1-2 4-16,-3 0 0 15,3-4-8-15,-1-3-1 16,5-3-7-16,-3-1-1 15,1-1 4-15,4-4-4 16,-3 3 7-16,6-4-3 16,-4 4-2-16,6-1 2 15,-4-1-1-15,4-1-3 16,0-1 0-16,-2 0-4 16,4-2 2-16,-1-1 4 15,3 1 4-15,-5-2-5 16,2-1 0-16,1-1-3 15,-6 0 1-15,2 0-2 16,-1 0 8-16,2-6-1 16,0-2 0-16,-4-4-3 0,2 3 1 15,-2-1 1 1,0 2-3-16,-7 1 0 16,3 1 0-16,0-4 2 15,-5 1-2-15,4-3 1 0,2-4-5 16,-2 0 11-1,-2 1-5-15,0-1-1 0,-1 3 1 16,0 1-4 0,-5 1 7-16,0 1 0 0,0-2-2 15,0 1 2-15,0-3-2 16,0 1-4 0,2-3 0-16,-2 0 1 0,0 3-2 15,0 1 3 1,0 3 1-16,0-1 1 0,0 1 1 15,0-1 0-15,0-2 5 16,0-1-4-16,-4 0-1 16,-1-5-2-16,2 4-2 0,1 0-2 31,0 3 6-31,0 1 0 0,-2 1 8 16,0 1 9-16,-2-4-7 15,-2 3-6-15,2-3-2 16,0 0-1-16,-2 1 2 15,0 1 13-15,0 0-8 16,0 2-5-16,-3-1-2 0,0-1 2 16,-2-2-2-1,2 0-2-15,-4 2-2 16,3-2 1-16,-2 1 1 16,2 0-5-16,-4 5 5 15,2 2 0-15,-4-2-2 16,-1 2 3-16,2 2-5 15,-3 2 10-15,3-3-6 16,0 1 1-16,-2 2-1 16,-1 0-3-16,-2 0-1 15,-4 0-5-15,-1 11-7 0,-1 5-29 16,-4 6-160 0</inkml:trace>
  <inkml:trace contextRef="#ctx0" brushRef="#br3" timeOffset="167196.85">1667 8634 326 0,'6'0'5'16,"5"-9"25"-16,13-11-6 15,13-9-8-15,9-8-6 16,13-5-3-16,5-5 6 16,3-3-11-16,-5 3 1 15,-5 7-2-15,-5 3 1 16,-5 6-1-16,-12 6-4 15,-4 4 7-15,-8-2-4 0,-3 10-1 16,-4 1-7 0,-4 5 14-16,-6-2 0 0,1 3 0 15,0 3 7-15,-5 1 15 16,-2 0 13-16,0 2 0 16,0 0-16-16,0 0-18 15,0 0-6-15,0 0-2 16,0 0-3-16,0 0-10 15,0-4-41 1,0 2-216-16</inkml:trace>
  <inkml:trace contextRef="#ctx0" brushRef="#br3" timeOffset="168299.06">2115 8299 204 0,'0'0'34'15,"0"0"19"-15,0 0-16 0,54-60-16 16,-24 39-8-1,8 0-6-15,5-2-8 16,5-1 5-16,-3 0-4 16,0 4 3-16,-4-4-1 0,-7 1 1 15,-2 2-2 1,-5 0 8-16,-1 1 13 0,-1 3 7 16,-4 1-12-1,-1 3 0-15,-3 1-1 0,-2 2-5 16,-6 3 0-16,0 3 5 15,-7 2-3-15,0-1 2 16,0 3 4-16,-2 0-1 16,0 0 1-16,0 0 6 15,0 0 1-15,0 0-6 16,0 0-15-16,0 0-4 16,0 0-2-16,4 0-4 15,-2 0-6-15,-2 0 4 16,0 0-72-16,0 0-374 15</inkml:trace>
  <inkml:trace contextRef="#ctx0" brushRef="#br3" timeOffset="169647">1902 8857 349 0,'0'0'95'16,"0"0"-20"-16,0 0-8 0,-2 0-23 16,-1 0-11-1,3 0-1-15,0 0-9 0,0-8-8 16,0-2 6 0,0-1-9-16,9-4-4 0,3 1-4 15,4 2-5 1,-4 3 4-16,2-1 0 0,0 4-6 15,0 1 0 1,0 5-3-16,2 0 1 16,3 0 6-16,-2 0-2 15,0 0-2-15,-1 9 3 16,-8 3 0-16,-4 1-1 0,-3 3-2 16,-1 1 6-16,0 4-1 15,0 1 10-15,-3-3-8 16,-3-2 0-1,0-3-1-15,1-3-3 16,3-5-4-16,2-3 2 16,0-2-2-16,0-1 2 15,0 0 2-15,0 0 0 16,0 0-1-16,0 0 0 16,0 0-5-16,7 0 0 0,7 0 6 15,4 0 3-15,4 2-2 16,-2 4 1-1,2-1-1-15,-2 7-2 0,-5 1 0 16,-3 4 2 0,-3 0 1-16,-2-3 0 0,-3 0 1 15,-4-2-2-15,0-5-1 16,0 5 2-16,0-3 2 16,-4 0 5-16,-12 1-1 15,-1-3 4-15,0-1 1 16,-4-3 13-16,-3-3 17 15,4 0-14-15,-1 0-6 16,4 0-8-16,-1 0-5 16,8 0 1-16,1 0-1 0,5 0 2 15,4 0-10 1,-2 0-1-16,2 0-4 16,0 0-7-16,0 0-28 0,0 0-166 15,9 0-371 1</inkml:trace>
  <inkml:trace contextRef="#ctx0" brushRef="#br3" timeOffset="170597.17">2607 8878 508 0,'0'0'24'0,"0"0"0"16,0 0-19-16,0 0-9 15,-9-8-5-15,7 8 0 16,0 0 7-16,-2 0 6 16,-2 0 0-16,0 6 0 15,1-2 0-15,-2 0 1 16,1 0-3-16,1-2 0 15,1 0 2-15,2-2 2 0,2 0-3 16,0 0-3-16,0 0-2 16,0 0-1-16,0 0 1 15,-2 0 2-15,2 0 0 16,-4 1 2-16,-3 2 2 16,3-2-2-1,-2 5-2-15,3-6 0 16,1 2 1-16,0-2-1 15,2 0 2-15,0 0 5 16,-2 0 9-16,2 0 22 0,-2 0-12 16,2 0-20-16,-2 0-5 15,0 0-1 1,2 0 1-16,0-2 2 0,0 0-5 16,0-2-2-16,0 4 19 15,0 0-12-15,0-1-3 16,0 1 0-1,0 0-1-15,0 0 0 0,0 0 0 16,0 0-3-16,0 0 4 16,0 0-2-16,0 0-1 15,0 0 2-15,0 0 3 0,0 0 3 32,0 0 1-32,0 0 2 0,0 0-2 0,0 0 3 15,0 0-4-15,0-3-5 16,0 2-4-16,0-3-3 15,0 2 14 1,0-2-5-16,0 4-5 16,2-2-4-16,4 2 0 15,4 0 0-15,6 0 5 16,1 0 1-16,2 0 3 16,1 0-4-16,-1 8 2 15,-4 7 4-15,-2-1-5 16,-6 7 3-16,-4 3 2 15,-3 1 2-15,0 4 1 0,0-1-1 16,-6 0-3 0,-8-1-2-16,0-8-44 0,0-4-342 15</inkml:trace>
  <inkml:trace contextRef="#ctx0" brushRef="#br3" timeOffset="172248.74">2786 8863 421 0,'0'0'58'0,"0"0"-4"16,0 0-35-16,2 0-18 15,2 0-5-15,1 0-6 0,1-5 15 16,0-2 11-1,3-5 17-15,2-3 13 0,-1-1 1 16,2-3-12 0,-2-2-21-16,-1 2-4 0,0-1-6 15,-1 1-1-15,-6 3 4 16,-2 3 2-16,0 1 13 16,0 0 16-1,0 1-17-15,-6-1-8 16,-7 0-8-16,6 7 1 15,-1-3 0-15,-4 4-4 16,6 2 1-16,-4 2 5 16,4-2-8-16,-4 2 2 15,0 0 5-15,4 0-3 0,-3 0-4 16,2 0-2-16,-3 2 0 16,1 12 0-16,-4 3 0 15,2 3 2-15,3 2 0 16,-1 3 0-16,5 0-2 15,4 5-7-15,0 1 0 16,0 0 7-16,11 4 2 16,6-2 1-16,3-2-1 15,3-5 0-15,4-6 1 16,3-7-2-16,8-8 0 16,3-5-1-16,8 0 7 0,-4-6-2 15,-2-9 1 1,-6-2-3-16,-9 5-2 0,-11 2 2 15,-4 4 0 1,-11 4 0-16,0 2 2 0,-2 0-2 16,0 0-2-1,5 0-8-15,-3 0-38 16,2 0-128-16,-2 0-169 0</inkml:trace>
  <inkml:trace contextRef="#ctx0" brushRef="#br3" timeOffset="177126.74">15465 14605 510 0,'-6'0'75'16,"2"0"8"-1,-3-4-47-15,5 2-30 16,-2 0-4-16,4-2-1 0,0-2 1 15,0 2-4 1,17-2 20-16,7-1-11 0,2 3-1 16,0 2-5-16,-3 2-3 0,-4 0 2 15,-6 0-2 1,-9 0-2-16,-1 13 1 0,-3 5 5 16,0-1 5-1,0 5-4-15,-5-4-2 16,-3-4 3-16,1 0-3 0,-1-4 0 15,4-4 2 1,1-3-3-16,1 2 2 0,0-5-2 16,2 0 0-1,0 0-1-15,0 0-3 16,4 0-4-16,11 0 11 16,2 0 1-16,3 0-2 15,-3 0-2-15,-2 0 0 16,-2 0-1-16,-4 4 0 15,-3 10 1-15,2 5-1 16,0 4 3-16,-6 0-1 16,-2-4-1-16,0-2 3 15,0-1-3-15,0-4-1 16,-14-5 2-16,-2 1 1 0,-6-2 3 16,-2-2-2-16,0-4 2 15,1 0 0-15,3 0 2 16,3 0 1-1,2-6 1-15,5 0 1 0,-2 0 4 16,6 2 1 0,2 2-6-16,4 1-3 0,0-2-5 15,0 2-4-15,0 1-6 16,0 0-20 0,20 0-80-16,2 0-256 0</inkml:trace>
  <inkml:trace contextRef="#ctx0" brushRef="#br3" timeOffset="177746.98">16078 14798 380 0,'0'0'43'0,"0"0"-9"16,0 0-11-16,0 0-41 0,-40-5 32 16,34 5-10-16,-2 0-4 15,4 0-1-15,2 1-1 16,2-1 3-1,-2 0 5-15,-2 0 6 0,0 0 18 16,-3 0-9-16,0-1-7 16,3-9 4-16,-2 4 4 15,4-2 0-15,0 3 1 0,0 3 7 16,2-2-11 0,0 0-12-16,0 2-1 15,0 2-2-15,8 0-3 16,3 0 1-16,0 0-2 0,-3 0 1 15,0 10 3 1,0 5 2-16,-4 6-2 16,-4 3-2-16,0 1 3 15,0 4-1-15,-2 0-2 16,-14-5 0-16,8-6-14 16,4-6-261-16</inkml:trace>
  <inkml:trace contextRef="#ctx0" brushRef="#br3" timeOffset="178393.94">16307 14779 397 0,'0'0'67'0,"0"0"-2"0,0 0 9 16,0 0-34-16,0 0-27 16,-7-25 6-16,27 11-16 15,3 1 1-15,-2-3-2 0,1-2 0 16,-4 2 3 0,-8-3 11-16,-6 1 6 0,-2-1-1 15,-2-1-5 1,0 2 1-16,0 3 1 0,0 4 2 15,0-1-2 1,-2 6-5-16,-6 0-8 0,-2 6-4 16,-4 0-1-16,-3 0 4 15,0 4-4 1,-5 11 1-16,3 7 3 0,-1 1 2 16,8 1 0-1,1 2 2-15,8 1-3 0,3 1-4 16,0-3 0-1,14-2-1-15,14-4 0 16,6-5 0-16,15-4 3 16,5-9 0-16,0-1-1 0,0 0 1 15,-7 0-4 1,-13 0-2-16,-10 0-31 0,-19-1-67 16,-5 1-110-1,0 0-322-15</inkml:trace>
  <inkml:trace contextRef="#ctx0" brushRef="#br3" timeOffset="183446.6">10588 14547 397 0,'0'0'47'0,"0"0"-7"0,-9 0 10 15,-6 13-23-15,-4 14-12 16,-5 8 7-16,-4 8-2 16,-2 3-2-1,2 1-7-15,4-5-6 0,5-3-5 16,8-12-2-16,7-6-1 15,4-11-2 1,0-10-28-16,0 0-262 16</inkml:trace>
  <inkml:trace contextRef="#ctx0" brushRef="#br3" timeOffset="183660.41">10334 14615 523 0,'0'0'108'0,"0"0"-66"16,0 0-16-16,0 0-22 15,0 0-9-15,0 0 10 16,45 37-2-16,-7-9-1 16,6 8 3-16,-1 6-4 0,2-6-1 15,-2 3-4 1,-5-10-296-16</inkml:trace>
  <inkml:trace contextRef="#ctx0" brushRef="#br3" timeOffset="184078.46">12356 14634 663 0,'0'0'15'0,"0"0"-5"16,0 0-1-16,0 0-2 15,0 0-6-15,-115 116 0 16,99-73 0-16,6-5 0 15,-2-5-1-15,8-4-3 0,-3-11-69 16,-1-7-168 0</inkml:trace>
  <inkml:trace contextRef="#ctx0" brushRef="#br3" timeOffset="184326.06">12058 14636 689 0,'0'0'14'0,"0"0"5"16,0 0-11-16,0 0-4 16,0 0 3-1,0 0-2-15,98 50-3 0,-53-18-1 16,-5 4 2-16,-7 3-2 15,-8-3 0-15,-11 1-4 16,-7-4-109 0,-7-10-411-16</inkml:trace>
  <inkml:trace contextRef="#ctx0" brushRef="#br3" timeOffset="184928.1">14327 14537 512 0,'0'0'87'0,"0"0"-26"16,0 0-7-16,0 0-36 16,0 0-5-16,-125 25-1 15,102 0-1-15,-1 4 0 0,1 1-7 16,7 1 0 0,-1-4-2-16,2-2-1 0,2-2-1 15,3-2-1-15,0-5-3 16,4-5-66-1,6-7-290-15</inkml:trace>
  <inkml:trace contextRef="#ctx0" brushRef="#br3" timeOffset="185176.53">14069 14547 606 0,'0'0'6'0,"0"0"11"16,0 0 11-16,0 0-11 0,0 0-6 15,22 10 2-15,3 20-5 16,3 7-1-16,2 5-3 16,-2 3 0-16,-2 0-3 15,-4 3 2 1,-5-1-2-16,0-5 0 0,-6-2-3 15,0-12-202 1</inkml:trace>
  <inkml:trace contextRef="#ctx0" brushRef="#br3" timeOffset="186196.87">18136 14535 336 0,'0'0'49'0,"0"0"26"15,0 0-17-15,0 0-43 0,-63 8-7 16,41 13-3 0,-2 12 2-16,-1-1 3 15,2 5-1-15,0 2-5 16,5-3-4-1,2 2 0-15,4-7-2 0,1-6-6 16,2-6-159-16</inkml:trace>
  <inkml:trace contextRef="#ctx0" brushRef="#br3" timeOffset="186462.66">17927 14568 571 0,'0'0'58'0,"0"0"-38"0,0 0-15 16,0 0-4-16,0 0 8 15,26 54-3-15,-9-10-4 16,4 5 0-1,-3 5-1-15,0 0 0 16,2 3-1-16,-3-8-6 16,-2-12-243-16</inkml:trace>
  <inkml:trace contextRef="#ctx0" brushRef="#br3" timeOffset="187208.63">19851 14582 443 0,'0'0'49'0,"0"0"-10"16,0 0-22-16,0 0-3 16,-123 70 2-16,93-36-1 15,2 2-5-15,2 1-6 16,4 1-2-16,7-6 0 15,0-3-1-15,4-1-3 16,3-10-2-16,1-10-32 0,3-4-255 16</inkml:trace>
  <inkml:trace contextRef="#ctx0" brushRef="#br3" timeOffset="187438.51">19592 14605 649 0,'0'0'40'0,"0"0"-11"16,0 0-21-16,0 0-13 0,0 0 13 15,0 0-4-15,52 125-1 16,-26-68-2-16,0 1-1 15,2 2 0 1,-3-3-2-16,-1-8-182 0</inkml:trace>
  <inkml:trace contextRef="#ctx0" brushRef="#br3" timeOffset="188556.85">21295 14548 352 0,'0'0'64'0,"0"0"3"0,0 0-6 16,0 0-8-16,-61-26-14 15,44 26-13 1,-5 0-13-16,1 0-6 0,-1 7 2 15,-2 9 2 1,6 1-5-16,-2 3-1 16,9 3-3-16,0 2-2 0,5-1 1 0,4-1-1 31,2-7-1-31,0 2 0 0,2-11-1 16,17-3 1-16,4-4 0 15,8 0 5-15,-1-11-2 16,-2-10 4-16,-2-4-5 15,-7-3 3-15,-8 2 1 16,-3 2 7-16,-6 1 19 16,0 4 1-16,-2 5 0 15,3 5-11-15,0 3-9 16,-1 2-7-16,2 4-5 16,0 0-4-16,4 0-5 0,2 11 9 15,-2 9 2-15,4 5 0 16,2 2-2-16,-4 7 2 15,1 1 0 1,-4 0-2-16,-1 5 1 0,-4-4-1 16,-2-1 1-16,0-4 0 15,-8-2 0 1,-12-2-1-16,-8-2 2 0,0-4-1 16,-2-3 0-1,2-2-2-15,9-7-5 0,1-4-55 16,12-5-45-1,6 0-53-15,0 0-200 0</inkml:trace>
  <inkml:trace contextRef="#ctx0" brushRef="#br3" timeOffset="188813.23">21522 14887 585 0,'0'0'65'0,"0"0"-19"0,0 0-31 16,0 0-18-16,0 0 8 16,-24 29-4-16,18-9 1 15,4-2-1-15,2-4-2 16,0-3-3-16,0-10-70 15,0-1-265-15</inkml:trace>
  <inkml:trace contextRef="#ctx0" brushRef="#br3" timeOffset="189296.42">21995 14714 407 0,'0'0'37'0,"0"0"35"16,0 0 11-16,0 0-34 15,0 0-34-15,-6-25-17 0,6 20-4 16,4 1 8 0,12-5 1-16,-4 2-1 0,6-5-1 15,-10-3 5-15,-6 2-1 16,-2-2 14-16,0-1 35 16,0 5-13-16,-14-3-5 0,-8 8-11 31,-2 2-15-31,-4 4 5 0,2 0-4 15,-2 10-2 1,3 13 2-16,3 8-5 0,2 6-2 16,10 6-1-16,4 1 0 15,6 3-1-15,0-5-2 16,4-3 0-16,22-6 1 16,8-7-1-16,7-7 1 15,4-10 0-15,0-5-1 16,-4-4-24-16,-9 0-171 15,-6-19-483-15</inkml:trace>
  <inkml:trace contextRef="#ctx0" brushRef="#br3" timeOffset="190076.64">23101 14557 479 0,'0'0'96'16,"0"0"15"-16,0 0-38 15,0 0-11-15,-18-18-17 16,15 18-18-16,0 0-10 16,-1 0-12-16,-2 13-8 0,0 9 5 0,-1 5 4 15,0 8-2 1,1 0 2 0,0-1-4-16,2 1-1 0,1-4 0 15,1-4-1-15,2-2 0 16,0-7-2-16,0-5-1 15,9-7-6-15,8-6-34 16,4 0-129-16,3-12-205 16</inkml:trace>
  <inkml:trace contextRef="#ctx0" brushRef="#br3" timeOffset="190389">23284 14593 574 0,'0'0'81'0,"0"0"-22"0,0 0-42 16,0 0-2-16,0 0-1 15,-67 96-7 1,67-69-5-16,0 4-2 0,18-1 0 16,5-5 2-1,1-2-2-15,-4-3-3 0,-8-3 2 16,-7-2 1-1,-5 1 0-15,0 0 2 0,-7-1 5 16,-17 1 1 0,1 2 5-16,-3-4 17 0,4-2-18 15,3-3-11 1,11-5-2-16,1-4-3 0,5 0-16 16,2 0-163-16,0-20-243 15</inkml:trace>
  <inkml:trace contextRef="#ctx0" brushRef="#br3" timeOffset="190612.72">23278 14636 543 0,'0'0'27'15,"0"0"-21"-15,0 0-3 0,0 0 1 16,116-31-1 0,-88 27-3-16,-5 2 1 15,-5 0-1-15,-8 2-5 0,-8 0-143 16</inkml:trace>
  <inkml:trace contextRef="#ctx0" brushRef="#br3" timeOffset="190994.02">23689 14912 635 0,'0'0'93'0,"0"0"-9"15,0 0-49-15,0 0-26 16,0 0-10-16,-39 4-5 0,29 16 10 15,-2 3-1 1,2 1-3-16,2-2 1 16,1-3-1-16,2-3-1 15,3-4-5-15,2-8-96 16,0-4-283-16</inkml:trace>
  <inkml:trace contextRef="#ctx0" brushRef="#br3" timeOffset="191776.52">23854 14882 159 0,'20'0'22'16,"1"-8"-2"-16,1-6 12 16,-3-1 4-16,-1-5 4 15,-2-5 2-15,0-6-1 0,-4-4 7 16,0-3 5-16,-2 0 11 15,-6-4-14-15,3 8-5 16,-4 4 4-16,-3 7-4 16,0 6-1-16,0 3-3 15,0 9 2-15,0-1-20 0,0 6-9 16,0 0-7 0,0 2-12-16,-8 21-6 15,0 6 14-15,-2 10-2 16,-2 5 0-16,3 6-1 15,2 3 1-15,-3 1-1 16,4 0 0-16,-2-2 2 16,4-2-5-16,-1-4 4 15,5-8-1-15,0-7 2 16,0-8-5-16,0-4 3 16,0-7-2-16,2-6 1 15,7-4 2-15,1-2-5 0,2 0 9 16,-2 0-7-1,0-16 3-15,0-1-1 0,-4-5-2 16,-6 1 1 0,0-2 1-16,0-1 1 15,-4 4 0-15,-10 3 0 0,2 3 2 16,-1 3 0 0,4 4 3-16,5 1-1 0,2 6-2 15,2-1-1-15,0-3-2 16,0 0-5-1,22-2-10-15,10-2 23 16,4 1-9-16,7-3-2 16,-4 4 2-16,0 0-3 15,-11 4 0-15,-6-2-3 0,-8 4 0 16,-5 0 2 0,-7 0 1-16,-2 0-11 0,0 0-41 15,0 6-63-15,-7 2-185 16</inkml:trace>
  <inkml:trace contextRef="#ctx0" brushRef="#br3" timeOffset="196176.62">7750 15791 191 0,'0'-1'36'0,"0"-2"-2"15,0 2-16-15,0-4-10 16,0 5-4-16,0-2 6 15,0-3 15-15,0 2 8 16,0 0 22-16,0 0-7 16,0-3-6-16,-2 2-12 0,0 0-12 15,-3-2-5 1,-2 0-2-16,3 0 2 16,-4 0 8-16,-6 1-5 15,2-1-2-15,-8 6 5 16,-1 0 6-16,-3 0-8 15,-2 0-3-15,0 0-3 0,2 11-3 16,4 7 0 0,0 2-4-16,7 2-3 0,1 2 0 15,9 1-1-15,1 0 0 16,2-3-1-16,0-5 0 16,4-4 1-16,14-5-2 15,3-8 1 1,6 0 0-16,7-8 4 15,0-17-6-15,2-4-28 16,-3-3-28-16,-5-9 32 0,-7-4 25 16,-10-3 6-16,-6-2 2 0,-2-6 6 15,-3 5 2 1,0 2 3-16,0 13 14 16,0 5 7-16,-6 9-4 15,2 11 5-15,2 7 2 16,-5 4-8-16,2 0-15 15,-1 11-11-15,0 13-5 16,4 9-1-16,0 7 1 16,2 9-1-16,0 7 0 15,0 6 1-15,6 2 2 16,6 1-4-16,2 0 4 16,3-9-2-16,-4-6-1 15,6-4-1-15,1-8 0 16,-1-9-2-16,0-8-9 0,-1-9-165 15,-6-11-286 1</inkml:trace>
  <inkml:trace contextRef="#ctx0" brushRef="#br3" timeOffset="196626.42">8199 15512 513 0,'0'0'62'0,"0"0"-7"16,0 0-28-16,0 0-12 15,-58 36 3-15,47-1 10 16,5 5 10-16,6 3-5 15,0 1-10-15,0 0-6 0,2 0-7 16,18-6-5 0,3 0-4-16,5-4 1 0,0-9-4 15,2-8 1 1,0-11-18-16,0-6-286 16</inkml:trace>
  <inkml:trace contextRef="#ctx0" brushRef="#br3" timeOffset="197229.6">8346 15573 468 0,'0'0'43'0,"0"0"40"16,0 0-15-16,0 0-30 15,0 0-27-15,13-97-5 16,-4 94-3-16,3 3-3 15,-3 0 1-15,-7 1 0 16,-2 16 3-16,0 7-3 16,0 2 5-16,0 6-3 0,-11-1-2 15,-2-6 2 1,5-4-3-16,1-8 0 0,5-1 1 16,2-6-2-1,0-4-3-15,0-2 3 0,11 0 0 16,6 0 3-1,2 0-2-15,4 0 0 0,-1 0 0 16,0 4-1 0,-4 7 1-16,-4 7 0 15,-5 5 0-15,0 3 0 0,-9-4 0 16,0 2 1-16,0-4-1 16,-3-2 0-16,-12-6 1 15,3-5 0 1,-4-2 2-16,-4-5 1 15,8 0 2-15,-8 0 1 16,6 0-4-16,1 0-1 16,4 0-4-16,3 0 3 15,0 0-3-15,6-2-15 0,0-1-263 16</inkml:trace>
  <inkml:trace contextRef="#ctx0" brushRef="#br3" timeOffset="198306.71">8761 15829 444 0,'0'0'38'15,"0"0"-3"-15,0 0-5 16,0 0-20-16,-30-13-9 15,28 13 1-15,-1-1 0 16,-1 1 0-16,-2 0 4 0,-1 0 3 16,3 0 3-1,0 0-2-15,-3 0-2 16,3 0-3-16,2 0-2 16,2 0-2-16,0 0-4 0,0 0 1 15,0 0 6-15,0-3-4 16,2 3 2-1,2-1-3-15,-1 1 3 0,-1 0-2 16,0 0 0 0,-2 0-1-16,0 0-1 0,0 0 1 15,0 0 2-15,0 0 2 0,0 0 4 32,0 0 5-32,0 0-4 15,0-2 5-15,0-2 13 0,0-2-1 16,0 3-16-16,0-3 0 15,0 2-6 1,0-1 2-16,0 4 0 0,6 0-3 16,5 1-2-16,0 0 1 0,-3 0 2 15,3 14-4 1,-5 9 4-16,-4 9 0 0,-2 3 1 16,0 0-1-1,0-1-2-15,0-3-1 16,0-10 0-16,0-9-7 15,0-10-134-15,7-2-457 0</inkml:trace>
  <inkml:trace contextRef="#ctx0" brushRef="#br3" timeOffset="198876.46">8937 15765 440 0,'0'0'6'16,"0"0"32"-16,0 0 7 16,0 0-15-1,20-64-23-15,-4 44-3 0,-2 2-3 16,-2-2 0-16,-10-2 0 15,-2 0 1-15,0 3 3 16,0 1 1-16,-2 4 9 16,-12 2 31-16,-2 6-2 15,2 5-18-15,0 1-9 16,0 0-4-16,1 0-7 16,2 17-1-16,2 5 0 15,5 9-2-15,0 3 5 16,4 1 9-16,0-1 3 15,0 0-2-15,2-4-6 16,19-5-7-16,9-7-4 16,7-11 0-16,6 0 0 0,0-7 1 15,-2 0-4-15,-8-14-42 16,-8-8-116-16,-8-3-178 16</inkml:trace>
  <inkml:trace contextRef="#ctx0" brushRef="#br3" timeOffset="199208.62">9092 15329 584 0,'0'0'13'16,"0"0"-4"-16,0 0 6 16,0 0 2-16,0 0-9 15,108 39-1-15,-82-1-3 16,-7 8 2-16,-8 4 6 16,-7 0 9-16,-4 3 18 15,0 0-8-15,0-1-17 16,-13-3-9-16,-6-3-2 0,-1-2-2 15,-4-1-1 1,4-8-4-16,2-6-33 16,5-10-293-16</inkml:trace>
  <inkml:trace contextRef="#ctx0" brushRef="#br3" timeOffset="202857.12">2678 6251 203 0,'-8'-4'58'0,"2"2"-9"0,-6-2-16 16,2 4-10-1,1 0-15-15,0 0 16 16,1 0 1-16,2 0 2 15,-1 0 13-15,0 0 14 16,-3 0 1-16,-1 0-26 16,-2 0-9-16,-2 0-11 15,-3 0 4-15,4 0 0 0,-5 4-1 16,8 0 0 0,-5 0-4-16,6 0-2 0,-5-2 1 15,2 2 2 1,0 1-1-16,-2 1 1 0,-2 2-1 15,-1 2 5 1,4-3 2-16,-3 3 1 16,4-2-8-16,0 2-4 0,6-1-1 15,-4-1-1 1,2 1-8-16,1 1 16 0,-5 2-4 16,0-1 1-1,2 1 0-15,0 1-3 16,-1 4 1-16,1-4-2 15,2 0-3-15,0 2 0 16,3 1-2-16,0 0 1 16,2-1-2-16,-3-3 5 0,2 2-2 15,3 1 0 1,-3-4 1-16,2 3 0 0,-1 1-2 16,0 3 1-16,-1-2-1 15,2 3-1-15,-1 0 2 16,1 0 2-16,2 3-2 15,1-3 1-15,0 0-4 16,0-1 5-16,0 0-2 16,0-1 2-16,0 0 0 15,0-1-1-15,0 1 1 16,0 0-1-16,0 1 0 16,0-1-1-16,0 1 1 15,0 1 1-15,0-2-1 16,0 1-1-16,1-1 0 15,2 1 2-15,-1-4 2 16,0 0 1-16,1 1 0 16,0-1 0-16,-1-2 1 15,2 4-1-15,-4 0-1 0,4 1-2 16,-2 0-1 0,2 1 0-16,0-1 1 15,1 0-4-15,2 1 5 16,-1-2-2-16,0 3 0 0,1 0 0 15,2 0 0 1,-3 3 0-16,0-3-1 16,3 1 2-16,-3-2-2 15,1-2 0-15,-1 0 1 0,3 2-2 16,-1-1 2 0,1 1-2-16,4 1 2 15,-3 2-1-15,6 2 3 0,-6-3-2 16,4 1 0-16,-5-2-1 15,3-2 3-15,1-3-5 16,0-1-3-16,4-3 3 16,0 0 3-16,1 0 0 15,-2-1 0-15,2 1 2 16,-3-2-4-16,2-1 2 16,-1 3 1-16,0-4-3 0,4 0 2 15,-1 2-4-15,1-3 2 31,0-1 3-31,2 2-1 0,-2 0 0 16,-2-2 0-16,-2-2 1 16,4 4-4-16,-1-5 2 0,3-1 2 15,0 0-8 1,4 0 6-16,3 0 2 16,-4 0 0-16,-1 0 2 15,-2 0-4-15,-4 0 1 16,-4 0-1-16,1-1 1 15,3-5-1-15,3-4 1 0,0 0 0 16,3-2 3 0,-2 1-5-16,0 2 2 15,-6 1 0-15,0 2 1 16,-6 2-2-16,1-2 1 0,2 0-2 16,-2-1 2-16,4-5 1 15,0 1 0 1,0-1-2-16,0-4 3 0,1 4-2 15,-6 2-1 1,2-2 1-16,-2 0-1 0,0 2-1 16,-1-2 3-16,2-3 0 15,1 0-3 1,-1-3 3-16,4-1-2 0,-4 1 1 16,-3 1-1-1,4 4 1-15,-4-3-1 0,-4 3 1 0,5-1 2 16,-7-2-3-1,5 0 2-15,-3-1-1 16,2-2-3-16,2-1 4 16,-2 3-2-16,0 1 0 15,-2-2 1-15,0 4-2 0,2-1 3 16,-3 1-1 0,1-1 0-16,-1-3 0 15,1 1-1-15,0-3 0 16,0 1-1-16,-2 1 2 15,2 0-1-15,-4 5 0 16,3 0 3-16,-3 6-2 0,0-5 2 16,0 1 0-1,0 0-2-15,0-1 0 16,0 2 0-16,0-5 1 16,0 2 0-16,0 1 0 15,0 1 1-15,0-1 1 0,0-1 0 16,0-1 0-1,-7 0 0-15,1 1-3 0,2-3 2 16,0 1-3 0,-3 3 1-16,4 1 0 0,-1 1 1 15,0 2 4-15,-2 3 2 16,0-1 0 0,-2 0 3-16,0 0-7 0,0 1-2 15,-1-2-1-15,0 0 1 16,1-2-1-1,-3-1-2-15,0-1 3 16,-2 0-2-16,-2-1 0 0,2-1 1 16,-4 1-1-16,0-3 0 15,-1 1 1-15,2 1-2 16,-2-3 1-16,1 2-1 16,0-1 0-16,2-3 3 15,-5 1-2-15,1-2 0 16,0-2 1-16,1-1 1 15,-3 1-2-15,2-1-2 16,1 3 2-16,-1 2 0 16,2 3 0-16,2 3 0 15,-2-1 0-15,1 0-1 16,1 3 1-16,-2 1 1 16,2 0 0-16,-4 1 1 0,4 1 5 15,-1 0-1 1,4 2-3-16,1 0 0 0,-2 2-2 15,2 1 0-15,0-2 2 16,-4 3-1-16,3-2-1 16,-5 2 2-1,4 0-1-15,-3 0-1 16,2 0 0-16,-2 0-2 0,-1 0 0 16,-2 0 3-16,1 0-7 15,-2 0 3 1,0 6-3-16,0 2 8 15,1 2-2-15,3 0-4 0,2-3 2 16,0 1 3 0,4 3-2-16,0 3-3 0,2 9-1 15,4 6-7 1,2 4-81-16,2 3-145 0</inkml:trace>
  <inkml:trace contextRef="#ctx0" brushRef="#br3" timeOffset="214528.35">10753 15441 384 0,'-10'0'35'15,"-1"0"16"1,-4 11-30-16,0 17-6 0,-7 4 3 16,-2 11 15-16,3 1 4 15,-2 1-10-15,3-4-16 16,2-4-9 0,10-5-2-16,0-9-3 0,3-7-3 15,3-7-91-15,0-9-340 16</inkml:trace>
  <inkml:trace contextRef="#ctx0" brushRef="#br3" timeOffset="-214739.06">10523 15502 564 0,'0'0'13'0,"0"0"6"16,0 0 4-16,0 0-2 0,0 0-7 16,133 71-7-16,-103-29-2 15,1 3 0 1,1-1-5-16,6 0-1 16,2-12-10-16,0-13-464 15</inkml:trace>
  <inkml:trace contextRef="#ctx0" brushRef="#br3" timeOffset="-214369.22">12247 15693 634 0,'0'0'10'15,"0"0"-5"-15,0 0 6 16,0 0-3-16,-125 88-5 16,109-53-4-16,10-2 0 15,2-3 0-15,2-9-11 0,2-6-152 16,0-12-140 0</inkml:trace>
  <inkml:trace contextRef="#ctx0" brushRef="#br3" timeOffset="-214139.87">12062 15640 669 0,'0'0'11'16,"0"0"-16"-16,0 0 10 0,0 0 6 15,0 0-2-15,92 57-4 16,-54-15-2 0,-5 9 3-16,-7 0-5 0,-6 0-1 15,-8-8-59-15,-6-14-594 16</inkml:trace>
  <inkml:trace contextRef="#ctx0" brushRef="#br3" timeOffset="-213520.2">14312 15669 536 0,'0'0'60'16,"0"0"15"-16,0 0-17 16,0 0-22-16,0 0-24 0,-84-3-4 15,54 35-2 1,-4 6-4-16,-5 6-2 15,5-3 0-15,6-6-1 16,6-3-6-16,9-8-14 16,6-13-117-16,7-7-133 0</inkml:trace>
  <inkml:trace contextRef="#ctx0" brushRef="#br3" timeOffset="-213310.16">14071 15652 593 0,'0'0'49'0,"0"0"-27"0,0 0-9 16,0 0 6 0,0 0-1-16,0 0-4 0,80 70-4 15,-55-31-2-15,3 4-4 16,-2-4-2-16,2 1-2 15,-4-10-8 1,-4-8-584-16</inkml:trace>
  <inkml:trace contextRef="#ctx0" brushRef="#br3" timeOffset="-212369.87">16163 15441 339 0,'0'0'76'16,"0"0"11"-1,0 0-10-15,0 0-32 0,-18-2-22 16,3 20-8-16,-4 11 4 15,-7 6-2-15,-1 3-4 16,-7 7-2-16,4-1-6 16,0 1-3-16,7-7-1 15,8-3-2-15,2-5-2 16,7-10-7-16,6-5-217 16</inkml:trace>
  <inkml:trace contextRef="#ctx0" brushRef="#br3" timeOffset="-212019.88">16001 15487 618 0,'0'0'78'0,"0"0"-55"15,0 0-5 1,0 0-11-16,0 0 6 0,15 43 7 15,11 4-2 1,4 5-13-16,0 4-1 16,-2 2-3-16,-6-2-1 15,-5-9-18-15,-9-10-657 16</inkml:trace>
  <inkml:trace contextRef="#ctx0" brushRef="#br3" timeOffset="-210437.8">18123 15540 451 0,'-18'0'77'16,"2"0"-22"-16,-2 9-39 15,-6 16 0-15,-2 6-1 16,7 4-2-16,-1 0-7 0,3-2-5 16,7-2 1-1,-1-5-6-15,5-4 3 0,-2-4-4 16,3-5-62-1,-2-2-210-15</inkml:trace>
  <inkml:trace contextRef="#ctx0" brushRef="#br3" timeOffset="-210185.62">17981 15593 599 0,'0'0'-8'0,"0"0"21"0,0 0 7 16,0 0 1-16,0 0-5 0,112 70-7 16,-84-23-7-1,-3-1 0-15,0 2-2 16,0-11-54-16</inkml:trace>
  <inkml:trace contextRef="#ctx0" brushRef="#br3" timeOffset="-209738.16">19743 15656 599 0,'0'0'34'16,"0"0"-26"-16,0 0-5 16,0 0 11-16,0 0-9 15,-131 77-2-15,109-44 0 16,1 0-4-16,8-5 0 0,0-7-17 16,6-8-268-1</inkml:trace>
  <inkml:trace contextRef="#ctx0" brushRef="#br3" timeOffset="-209470.14">19530 15598 723 0,'0'0'6'15,"0"0"0"1,0 0 8-16,0 0 13 0,0 0 3 16,0 0-9-1,82 70-5-15,-66-32-9 16,2 5-6-16,-6 1 3 16,-2-1-2-16,-6-2-4 15,-4-6-82-15</inkml:trace>
  <inkml:trace contextRef="#ctx0" brushRef="#br3" timeOffset="-208418.97">21363 15580 322 0,'0'0'81'0,"0"0"-22"16,0 0 13-16,0 0-9 16,-62-65-26-16,42 58-2 15,-4 1-14-15,-4 3-6 16,-2 3-7-16,1 0 0 0,1 0 3 15,0 6-1 1,4 10-2-16,6 3-5 0,6 3-2 16,3 7 1-1,7-4-2-15,2 2 0 0,0-4-2 16,6-6 1 0,15-5 1-16,5-6 1 15,2-6 1-15,3 0 0 16,-1 0-1-16,-4-16-1 15,0-3 3-15,-8-3-2 0,-4-1 1 16,-4 4 2 0,-4 1-4-16,0 5 4 15,-4 1-1-15,-2 7 1 16,2 3-1-16,0 2-5 0,2 0-2 16,4 0-1-16,4 9 6 15,0 10 1-15,4 3 2 16,-2 5-3-16,-1 2 2 15,0 6-3-15,-4 2 1 16,-5-1-1-16,-4 2 1 16,0-2-1-16,0-5 2 0,-19-2-1 15,-5-4-1 1,-2-3 2-16,-4-5-2 0,-2-2 1 16,2-5 0-1,2-1-1-15,4-3 0 16,7 0-1-16,9-6-1 15,5 0-6-15,3 0-67 16,5 0-87-16,16-13-90 16</inkml:trace>
  <inkml:trace contextRef="#ctx0" brushRef="#br3" timeOffset="-208135.42">21703 15948 526 0,'0'0'31'16,"0"0"-5"-1,0 0 0-15,0 0-18 0,-20-11 8 16,8 28-2-16,-4 6-1 15,0 1-4-15,-2 1-6 16,3-3-1-16,2-5-5 16,7-5-22-16,4-8-339 15</inkml:trace>
  <inkml:trace contextRef="#ctx0" brushRef="#br3" timeOffset="-207520.22">21993 15786 333 0,'0'0'70'16,"0"0"-28"-16,0 0-8 0,0 0-19 15,0 0-18 1,-17-15 4-16,17 12 5 0,0 0 1 16,0-3 4-16,0 1-2 15,3-1-2 1,5-5 2-16,0 4-3 0,2-5-2 16,-4 0 10-1,-6 1 36-15,0 1 15 0,0 0-28 16,0-2-8-16,-12 5-6 15,0-3-8-15,-3 8 2 16,0 2-3-16,-5 0 0 16,-1 2-6-16,1 21-4 15,4 6 1-15,-2 3-1 0,8 6 2 16,3-1-2 0,7 4-1-16,0-4 3 15,0-2-3-15,9-3 1 16,14-5-3-16,10-6 1 0,8-7-3 15,5-8 5 1,6-6-2-16,0 0-4 16,-5-2 1-16,-11-13-7 15,-10-3-101-15,-12-1-137 16</inkml:trace>
  <inkml:trace contextRef="#ctx0" brushRef="#br3" timeOffset="-206589.86">23050 15555 577 0,'0'0'98'15,"0"0"-45"-15,0 0-30 0,-35-6-21 16,29 25 2-1,6 11 1-15,0 5-1 16,0 1 6-16,0 5-3 0,0-3 2 16,0-5-1-1,0 1-1-15,0-8-4 0,0-5-3 16,0 0 0 0,2-10 0-16,9-5-9 0,2-6-50 15,2 0-212-15</inkml:trace>
  <inkml:trace contextRef="#ctx0" brushRef="#br3" timeOffset="-206287.01">23268 15633 494 0,'0'0'21'15,"0"0"-16"-15,0 0 17 0,0 0-1 16,0 0-11-16,-33 103-7 16,40-83-3-16,16 3 0 15,2-3 1-15,1 4-1 16,-4-4 1-16,-5 4-1 16,-10-3 1-16,-7 3 0 0,0-5 4 15,-18-2 3 1,-3-3 4-16,0-6 30 15,5-3-27-15,4-5-13 16,7 0 0-16,4-5-9 16,1-15-181-16</inkml:trace>
  <inkml:trace contextRef="#ctx0" brushRef="#br3" timeOffset="-206084.79">23330 15640 424 0,'0'0'32'15,"0"0"-8"-15,0 0-6 16,0 0 1 0,0 0 3-16,85-69-10 0,-67 69-10 15,0 0-2 1,-2 0-5-16,-2 3-124 15</inkml:trace>
  <inkml:trace contextRef="#ctx0" brushRef="#br3" timeOffset="-205852.79">23624 15900 549 0,'0'0'0'16,"0"0"12"-16,0 0 16 16,0 0 4-16,0 0-6 15,0 106-5-15,0-79-14 0,-4-1-4 16,-4-6-3 0,-1-7-9-16,2-7-309 15</inkml:trace>
  <inkml:trace contextRef="#ctx0" brushRef="#br3" timeOffset="-205110.59">23917 15947 286 0,'0'0'29'0,"0"0"-11"16,0 0-10-16,0 0-7 15,109-88-1-15,-81 50 0 16,-6-9-1-16,0-5 3 15,-11-7 9 1,-5 7 97-16,-6 3-14 0,0 10-11 16,0 7-5-16,-13 9-18 0,2 10-12 15,3 5-16 1,1 6-13-16,3 2-13 0,0 0-8 16,-1 21-4-1,-1 12 7-15,-1 9 1 16,3 15 2-16,2 5-2 15,2 4 0-15,0 1 1 16,0-4-2-16,0 4 1 16,0-9-1-16,4-3-1 15,7-11-1-15,0-7 1 16,-1-8-2-16,1-10 1 16,0-10-1-16,2-6 0 0,2-3 3 15,0 0-1 1,-2-14 2-16,0-6-3 0,-5-2 0 15,-4-6 0 1,-4 0 0-16,-2-1 0 0,-21-3 0 16,0 7 3-1,-8 0 0-15,3 6 0 0,4 2 0 16,8 7 4 0,4 2-4-16,10 6 0 15,2-2 0-15,0 2-11 0,26 0-1 16,15 0 13-16,11-3-4 15,4 2 0 1,0-3 0-16,-7 3-2 0,-8 0-8 16,-10 3-30-1,-13 0 21-15,-9 0 17 0,-9 0-1 0,0 9-3 16,-13 2-18 0,-11 5-142-16,-9-2-264 0</inkml:trace>
  <inkml:trace contextRef="#ctx0" brushRef="#br3" timeOffset="-197886.93">7624 16630 144 0,'0'0'25'16,"0"0"23"-16,0 0 4 16,0 0-29-16,0 0-1 15,0 0 10-15,0 0 8 16,9 0 5-16,-4-7-5 16,-3-5-6-16,-2 2-7 15,0 0 4-15,0 0 8 16,0 2 16-16,-9 3-14 15,-6 1-13-15,-3 4-8 0,4 0-3 16,-3 0-6 0,1 0-5-16,0 12-6 0,2 3 0 15,0 5 1-15,5-1 0 16,0 6-1-16,5 0 0 16,4 0-2-16,0-1 0 15,0-4 2 1,5-2-1-16,14-4 0 0,5-7-2 15,2-7 2 1,-1 0 1-16,5 0 1 16,0-5-1-16,-2-15 1 0,-2-1 1 0,-4-3-1 31,-8-1 1-31,0 3 1 16,-8 5 2-16,-4-1-1 0,-1 6 2 15,-1 6 6-15,0 5 20 16,0 1-10-16,0 0-17 15,0 0-5-15,3 0-2 16,1 13 3-16,1 5 0 16,2 7 1-16,0 6 0 15,5 3-1-15,-1 7 0 16,-1 3-1-16,1 3 1 16,-5 0 0-16,1-3 0 15,-3-6-2-15,-4-3 1 16,0-7 1-16,0-7-1 0,-4-6 0 15,-11-3 2 1,-6-10-1-16,0-2 2 16,-2 0 1-16,4-2-2 0,-2-21 0 15,-1-8 0 1,7-2-1-16,4-3-1 16,9 0 1-16,2 2-1 15,0 4 0-15,20 5-4 0,10 4 2 16,6 2 4-1,5 3-4-15,-2 3 0 0,2 1 1 16,-9 6 1-16,-6 2-2 16,-16 2-20-16,-8 2-207 15,-2 0-404-15</inkml:trace>
  <inkml:trace contextRef="#ctx0" brushRef="#br3" timeOffset="-197359.84">8225 16268 480 0,'0'0'25'16,"0"0"30"-16,0 0 31 0,-97-18-26 16,75 18-28-1,4 14-20-15,-2 15 0 16,1 14 11-16,10 8-1 15,-2 10-3-15,9 7 3 0,2 1 2 16,0 2-3 0,7 0-9-16,12-5-6 0,9-7-3 15,7 0-2 1,3-9-1-16,3-7 0 0,-3-11-2 16,2-10-16-16,-10-12-162 15,-2-10-233-15</inkml:trace>
  <inkml:trace contextRef="#ctx0" brushRef="#br3" timeOffset="-196187.31">8496 16527 251 0,'0'0'71'16,"0"0"26"-16,0 0-9 15,0 0-16-15,-90-44-26 16,68 42-7-16,-1 0 1 16,-1 2-11-16,2 0-6 0,1 0-11 15,4 5-5-15,-1 11-4 16,6 6-2-16,-4 3-1 16,8 1 1-16,2 6-1 15,4 3 1-15,2-4-1 16,0 2-1-16,10-8 0 15,12-8-1 1,4-5 1-16,0-11 1 16,1-1-2-16,1 0 3 15,-4-17 2-15,-2-8-3 16,-6-5 1-16,0 2 0 0,-8-7 1 16,-4 4 0-16,-4 2 2 15,0 2-1-15,2 3 0 16,-2 11 1-16,0 3 4 15,0 7 7-15,0 3 5 16,6 0-17-16,-2 0-9 16,4 0 3-16,-2 13 5 15,6 5-1-15,0 1 0 0,1 4 0 16,2 2 0 0,-4 2 0-16,4 3-1 15,-4-1 0-15,-1-1 1 16,-5 3 0-16,-1-2-1 15,-4-1 1-15,0-3-1 16,0-2 2-16,-4 0-1 0,-17 0-1 16,3 0 2-16,-6-4 0 15,1 0-1 1,-3-2 1-16,6-6 0 16,4 0-3-16,6-6 2 15,6-5-2-15,4 0-13 0,0 0-53 16,0-6-70-1,11-12-122-15</inkml:trace>
  <inkml:trace contextRef="#ctx0" brushRef="#br3" timeOffset="-195636.43">8873 16833 449 0,'0'0'17'0,"0"0"-11"0,0 0 17 16,0 0-2-1,-49-4-15-15,43 4-3 16,2 0 3-16,-4 0 10 16,2 0 20-16,-3 0 15 0,0 0-14 15,1 0-19 1,2 0-9-16,-1 0-1 0,5 0 3 15,-3-2-6 1,3-2-2-16,2-3-1 0,-2 1 2 16,2-2-1-1,0 0 1-15,0 2-2 0,0 2-1 16,0 1 2-16,0-1-2 16,6 4 3-16,1 0 0 15,2 0 2-15,1 4-2 16,-1 17 2-1,-2 6 2-15,-3 6 0 0,-2 3 0 16,-2-3-1 0,0-2-3-16,0-6-4 0,4-7-2 15,0-12-13-15,6-6-334 16</inkml:trace>
  <inkml:trace contextRef="#ctx0" brushRef="#br3" timeOffset="-195019.83">9007 16693 385 0,'0'0'5'15,"0"0"24"-15,0 0-7 16,0 0-18-16,0 0-2 0,-38-31 9 16,36 30 4-1,2-1 0-15,0-2-2 16,0 0-1-16,0-1 9 0,2-1-9 16,5-4-5-16,-2 3-2 15,-3-4 2-15,-2 4 18 16,0-1 1-16,0 0 2 15,0 4-3-15,-12 0 2 16,-2 4-9-16,-2 0-2 16,0 0 1-16,-2 4 4 15,5 10-4-15,-2 1-2 0,6 5-1 16,3 0-5 0,2 2-3-16,4 6-3 0,0-3 3 15,0 0 0-15,8 0 0 16,12-4-1-1,8-3-3-15,4-5-2 16,5-7 1-16,5-6 3 16,-5 0-4-16,-5 0-9 15,-6-10-176-15,-8-7-284 16</inkml:trace>
  <inkml:trace contextRef="#ctx0" brushRef="#br3" timeOffset="-194609.65">9079 16287 598 0,'0'0'9'0,"0"0"9"16,0 0 11 0,0 0-2-16,0 0-6 0,101 61-2 15,-79-16-3-15,2 10 5 16,-7 1-1-16,-2 6-5 15,-4 3-2-15,-11 5 1 16,0 4 4-16,0 2-3 16,-13-1-3-16,-9 0-8 15,-2-7-1-15,0-4-1 16,2-10-1-16,2-10-2 16,2-10-6-16,4-12-191 15</inkml:trace>
  <inkml:trace contextRef="#ctx0" brushRef="#br3" timeOffset="-189654.48">13824 3571 228 0,'-4'-4'51'15,"-2"1"8"-15,3-2-20 0,-2-2 12 16,1 3-4 0,2-2-4-16,-2 1 1 0,-1-1 0 15,1-2-16-15,0 2-10 16,0 1-7 0,-1-1 1-16,-1 2 8 0,-3 2-8 15,1 0-2-15,-1-2 1 16,-1 4-2-16,3-2 1 15,-1 2-6 1,-4-4 5-16,6 3 3 16,0-2 8-16,-4 0-2 0,2-1-10 0,0 0-1 31,-5 0 1-31,4 0 1 16,-4 1-1-16,0-2 1 0,3 4-4 15,-3-2 0-15,2 0 3 16,-2 1-3-16,2-2 1 15,0 0 0-15,-1 0-2 16,0 0 1-16,0 0-3 16,-2 3 1-16,2-3 1 15,2 2 2-15,-4 0 0 16,6 0 0-16,-3 0-2 16,0 0-4-16,3 0 0 15,-5 0 2-15,4 2-2 16,-4 0 4-16,1 0-3 0,-5 0 2 15,6 0 0 1,-4 0-2-16,4 0 2 0,-1 0-3 16,2 0-1-16,2 0 2 15,-4 0-1 1,0 0 0-16,3 0 1 0,-6 0-1 16,4 2-1-1,-4 2 3-15,2 0-1 0,-1 1 1 16,2 1-4-1,-2 0 2-15,2-2-1 16,2 2 0-16,2 0 2 16,-2-1-2-16,0 0 2 15,4 0-1-15,-3 1 3 16,-2-2-2-16,3 1-3 0,-3 1 2 16,0 4 0-1,0-2-1-15,1 2 1 0,-1 1-2 16,-1 1 3-16,0 0-3 15,3 0 4-15,-3-2-2 16,2 5 0-16,2-5-1 16,0 5 2-1,-1-2-3-15,2 2-1 0,-1 1 3 16,0-3 0-16,-1 3 2 16,-2-4-2-16,3-1 1 15,-1 3-1-15,0-1 0 16,1 1-3-16,1 3 5 15,0 1-5-15,-1-1 2 16,4 1 1-16,-1 1 0 0,3-5-1 16,-2 0 0-16,2 3 2 15,0-5-1 1,-2 2-1-16,2-1 1 16,-3 5 0-16,2 0 1 0,1 3-1 15,0 1-2 1,-2 3 3-16,2-2-2 15,2-2 2-15,0 0 0 16,0-3-2-16,-2 0-1 16,2-1 4-16,0 0-2 0,0 5-1 15,0 1 2-15,0 0-2 16,0 4 3 0,0-4-2-16,0 0 0 15,0 1 0-15,0-3 1 0,0-2-2 16,0 0 2-1,0-1 0-15,0-1 0 0,0 1 2 16,0 0-1-16,0 1 0 16,4-3-1-1,-2 2 4-15,0 0-6 16,0-1 2-16,3-3 0 0,2 1-2 16,-3 3 1-16,2-3 0 15,0 3 1-15,-1-1 0 16,2 2 1-16,-1 1 0 15,-2 0-2 1,3-5 2-16,-1 3-1 0,-1-4-2 16,5-1 1-16,-1 2-1 15,1-3 1-15,-1 1 0 16,2-1-1-16,-1-1 2 0,2-1 0 16,0 1-1-1,0-3-1-15,0 2 0 16,1 0 0-16,1-3 2 15,2 5 1-15,1-4-3 16,-2 1 0-16,0 1 2 16,-1-2 0-16,3 0-1 15,-1-2 0-15,0 0-3 0,4 0 2 16,-4-3 2-16,2 1 0 16,-1 0 0-16,-4 2-1 15,2-3 0 1,-3 2 1-16,4-4-1 0,1 1 1 15,2-2-3 1,5 0 3-16,2 0 0 0,-2 0 3 16,1 0-4-16,-1 0 0 0,-7 0 0 31,2-2 1-31,1 1 0 0,4-5-1 16,-3 0 0-16,2-4 1 15,1 2-1-15,0-2-1 16,-3 1 1-16,-1-3-1 15,0 2 2-15,-4 1-1 16,2-5 1-16,2-2-1 16,-2 1 1-16,2 0-1 15,-3-1 1-15,-1 3-1 16,0-1 0-16,0 3 0 16,-6-1 0-16,3 1 0 0,0 1 0 15,2-2 1 1,-2-5-1-16,7 2 0 15,-6-3 0-15,4 2 0 16,-3 0 0-16,-5 3 1 16,-1 1-1-16,0 1 2 0,-3-1-2 15,0-1 1 1,1-3-1-16,2 1 0 16,1-5 0-16,-2 3 1 15,4-2-2-15,-4 1 1 0,-2 3 1 16,2 0-1-1,-4 5 1-15,0-2 1 0,-2 1-1 16,0-6 0 0,2 2-1-16,0-3 0 0,1-3 0 15,0 2-1 1,-1 4 1-16,0 1 0 16,-4 3 0-16,2-1 1 0,-2 2 1 15,0 2 1-15,2-3-2 16,-2-1-1-16,0 1 0 15,0-3 0-15,0-2 0 16,0 1 1-16,0-1-1 16,0 2-1-16,0 0 3 15,0-2-2-15,0 3 1 16,0-3 1-16,0 1-2 0,0-3-1 16,0 1 1-1,0 1 0-15,0 3 1 16,0-1 0-16,0 3 0 15,0 1 2-15,-4 0-1 16,0 1 4-16,0-1 6 16,-1-2-3-16,-2-1-5 15,3-3-2-15,2 3-2 0,-2-1 1 16,2 1-1 0,-2 1 0-16,2 2 2 15,-4 1-1-15,0-1 2 16,2 3 0-16,-4-4 0 0,1 4-1 15,-2-5 0 1,3 2 1-16,0 1-2 0,-3 1 1 16,2-1-1-1,3 3 1-15,-2-2 1 0,-3 2 0 16,5 0 0 0,-3 0 0-16,1 0 0 15,-2 0-1-15,3 1-1 0,1 1 1 16,-3-2-2-1,3 2 1-15,-5-2-1 0,5 2 1 16,0 1-1-16,-2-3 1 16,1 2 0-1,-3-2 0-15,3 2 0 0,3 1-1 16,-2-1 1-16,0 2-1 16,-1-3 0-16,-2 2 2 15,3-1-3-15,0 0 1 16,2 2 2-16,-4-2-3 15,3 3 2-15,-4-4-2 16,3 2 3 0,0 0-2-16,2 1 1 0,-2 1-1 0,0-3 0 15,-2 2 2 1,3-2-2-16,-2 3 0 16,3-1 0-16,-2-1 1 15,0 1 0-15,-1 1-1 16,-1-2 0-16,2 0 0 15,-1-1 1-15,1 1 0 16,-3 0-2-16,-1-3 3 16,2 4-3-16,-1-2 2 0,-2 1-1 15,1-3-1 1,2 2 1-16,-1 1 0 16,-1 0 0-16,3 0 2 0,1 0-1 15,0 1-2 1,0 2 2-16,-5-1-1 0,6 1 0 15,-1-3 0 1,0 3-1-16,0 0 1 16,2 0 1-16,-3-1-1 0,1 1 0 15,1 0 0-15,1 0-1 16,-2 0 1 0,2 0 0-16,0 0-2 15,2 0 1-15,-2 0-1 16,2 0-1-16,-2 0-1 0,-6 0-1 15,-4 7-5-15,-3 9-58 16,-4-1-186-16</inkml:trace>
  <inkml:trace contextRef="#ctx0" brushRef="#br3" timeOffset="-183158.67">10465 16454 421 0,'-24'0'11'16,"7"0"15"-16,6 15-15 15,1 10 16 1,-1 10 18-16,0 4-1 0,-4 5-9 16,0 0-12-16,0-2-6 15,-3-4-7 1,6-5-9-16,-1-4 0 0,4-9-2 15,5-5 0-15,0-9-9 16,0-6-172-16,-4 0-217 16</inkml:trace>
  <inkml:trace contextRef="#ctx0" brushRef="#br3" timeOffset="-182954.5">10192 16512 642 0,'0'0'11'0,"0"0"3"15,0 0 12-15,0 0 4 16,0 0 7-16,110 100-13 0,-65-58-12 16,2 0-8-1,0 0-2-15,-3-1 0 16,-6-7-22-16,-6-6-475 15</inkml:trace>
  <inkml:trace contextRef="#ctx0" brushRef="#br3" timeOffset="-182390.02">12644 16729 473 0,'0'0'58'0,"0"0"23"16,0 0-25-16,0 0-24 15,0 0-15-15,-124-12-9 0,94 41-8 16,-4 12 2-1,-4 5 0-15,4 2-3 0,1 2 2 16,7-5-1 0,12-9-2-16,10-12-6 0,4-14-92 15,0-10-243 1</inkml:trace>
  <inkml:trace contextRef="#ctx0" brushRef="#br3" timeOffset="-182172.82">12333 16723 623 0,'0'0'-3'16,"0"0"9"-16,0 0 11 0,0 0 10 16,120 40-4-1,-77-3-6-15,6 4-11 16,-2-1-3-16,0 5 0 15,-7-6-4-15,-6-5-40 16,-3-4-343-16</inkml:trace>
  <inkml:trace contextRef="#ctx0" brushRef="#br3" timeOffset="-181803.72">14164 16715 680 0,'0'0'-6'0,"0"0"9"16,0 0 1-16,0 0 13 16,0 0 0-16,-139 68-7 0,110-16-3 15,1-1-5 1,4-3-2-16,11-9-2 0,2-8-31 15,5-11-198 1,2-6-184-16</inkml:trace>
  <inkml:trace contextRef="#ctx0" brushRef="#br3" timeOffset="-181555.02">13878 16711 683 0,'0'0'1'0,"0"0"4"16,0 0 19-16,0 0 13 16,0 0-8-16,60 18-16 0,-37 11-7 15,1 1-4 1,-4 4 0-16,-8 2-2 0,-4-1 0 15,-8-4-30 1,0-4-339-16</inkml:trace>
  <inkml:trace contextRef="#ctx0" brushRef="#br3" timeOffset="-180970.61">16511 16690 491 0,'0'0'54'16,"0"0"33"-16,0 0-6 15,0 0-34-15,0 0-29 0,-125-16-14 16,87 41 1-16,-1 5-3 16,3 4 0-1,-2 3-1-15,8-2-2 16,4 0 1-16,3-6-2 0,8-4-3 0,0-7-35 16,9-15-198-1,6-3-268-15</inkml:trace>
  <inkml:trace contextRef="#ctx0" brushRef="#br3" timeOffset="-180770.09">16182 16634 690 0,'0'0'11'15,"0"0"-10"1,0 0 5-16,0 0 8 0,0 0-3 15,0 0-4 1,140 145-2-16,-104-89-4 0,-6-4-1 16,0-2-10-1,3-13-630-15</inkml:trace>
  <inkml:trace contextRef="#ctx0" brushRef="#br3" timeOffset="-180237.37">18121 16640 516 0,'0'0'70'0,"0"0"-8"0,0 0-21 15,0 0-19 1,-132 22-5-16,99 15-4 16,4 10-3-16,1-3-5 0,2 1-4 15,5-8-1-15,1-8 0 16,10-7-14 0,-4-15-120-16,10-7-174 15</inkml:trace>
  <inkml:trace contextRef="#ctx0" brushRef="#br3" timeOffset="-180036.3">17879 16579 712 0,'0'0'-4'0,"0"0"10"16,0 0 3-16,0 0 0 15,103 102-5-15,-68-54-2 16,-3 0 0-16,3 2-2 0,-5-7-9 16,4-9-360-1</inkml:trace>
  <inkml:trace contextRef="#ctx0" brushRef="#br3" timeOffset="-179438.11">19984 16508 526 0,'0'0'84'0,"0"0"1"16,0 0-17-16,0 0-25 0,0 0-25 15,-95-2-16-15,69 35 0 16,-2 5 1-16,0 8-1 16,5-4-1-1,8-2-1-15,2-5-3 16,6-8-4-16,1-11-82 15,0-9-206-15</inkml:trace>
  <inkml:trace contextRef="#ctx0" brushRef="#br3" timeOffset="-179237.65">19779 16465 666 0,'0'0'2'0,"0"0"17"16,0 0 7-16,0 0-6 15,52 132-10-15,-26-86-7 16,2 4-2-16,0-3-1 0,0-4-5 16,0-7-334-1</inkml:trace>
  <inkml:trace contextRef="#ctx0" brushRef="#br3" timeOffset="-178470.59">21746 16539 484 0,'0'0'71'15,"0"0"1"1,0 0-39-16,-112 0-12 0,84 23-7 15,0 6-6-15,2 9 3 16,0 4 3 0,5 2-6-16,0-1-2 15,3-1-4-15,6-3-2 16,-2-8-1-16,6-8-1 16,-1-7-25-16,-4-13-168 0,5-3-179 15</inkml:trace>
  <inkml:trace contextRef="#ctx0" brushRef="#br3" timeOffset="-178217.51">21482 16558 584 0,'0'0'41'15,"0"0"-14"1,0 0-4-16,0 0 5 16,0 0 12-16,-18 66-6 15,26-25-12-15,8 3-11 16,8 1-7-16,1-1-2 16,3-1 0-16,4-4-2 15,0-8-9-15,-2-13-334 0</inkml:trace>
  <inkml:trace contextRef="#ctx0" brushRef="#br3" timeOffset="-177438.66">23075 16630 604 0,'0'0'91'15,"0"0"-24"-15,0 0-18 16,0 0-28-16,-30-12-7 15,26 12-8-15,0 2 2 16,4 15 10-16,-2 7 7 16,-2 2 6-16,-1 5-7 15,1 3-3-15,-3-3-8 16,1 2-6-16,2-2-5 0,4-6-1 16,-3-4-1-1,3-5 0-15,0-7-3 16,0-4-6-16,11-5-44 15,4-5-144 1,4-18-233-16</inkml:trace>
  <inkml:trace contextRef="#ctx0" brushRef="#br3" timeOffset="-177140.73">23248 16634 676 0,'0'0'73'15,"0"0"-20"-15,0 0-43 16,0 0-6-16,0 0-2 0,-37 77 1 16,37-50-3-16,0-2 0 15,0-1 0-15,9-1 0 16,1 0 0-16,2-4 1 16,-4 5-1-16,-2-5 0 15,0 1 0-15,0-1 2 16,-5-2-2-16,-1-1 0 15,0-2 1-15,-7 3 1 16,-12-6-2-16,0-3 1 16,2-2-1-16,1-6-3 15,6 0-74-15,6-12-180 16</inkml:trace>
  <inkml:trace contextRef="#ctx0" brushRef="#br3" timeOffset="-176903.64">23326 16623 362 0,'0'0'46'15,"0"0"-13"-15,0 0-14 0,0 0-10 16,0 0-7-1,121-15-2-15,-99 15-4 0,-7 0-50 16</inkml:trace>
  <inkml:trace contextRef="#ctx0" brushRef="#br3" timeOffset="-176640.47">23764 16876 537 0,'0'0'24'0,"0"0"63"0,0 0-8 15,0 0-43-15,0 0-19 16,-75 100-8-16,60-83-6 16,2 1-3-16,2-6 1 15,3-5-9-15,4-4-181 16</inkml:trace>
  <inkml:trace contextRef="#ctx0" brushRef="#br3" timeOffset="-175590.04">23932 16856 327 0,'0'0'25'15,"0"0"20"-15,0 0-5 16,0 0-23-16,0 0-7 0,-11 4-3 16,11-4 6-16,9 0 8 15,8 0 12-15,2-15-2 16,5-7-12-16,-1-3-3 16,3-10-2-16,3-4-3 0,-3-6 2 15,-3-5-3 1,-3-6 1-16,-6 6 0 0,-2 2 10 15,-6 13 15 1,-4 7-1-16,-1 14-13 0,-1 6-2 16,0 8-7-1,0 0-10-15,0 15-5 16,0 14 4-16,0 12 0 0,-7 7 1 16,-3 6 0-1,1 5 4-15,2-2-1 0,-2-2 1 16,-1-3-1-16,5 0-2 15,-4-5-2 1,3-4 0-16,0-9-2 16,5-4 0-16,-1-3 1 15,2-8-1-15,0-6 1 16,0-1-1-16,0-6-1 0,0-4 0 16,11-2-1-16,6 0 6 15,5 0-2-15,0-8-3 16,-4-4 1-16,-2-1-1 15,-6-5 1-15,-8 1 1 16,-2-1 0-16,0-1 2 16,-12-2-1-16,-13 2 0 15,-2 2-2-15,1 0 1 16,0 9 2-16,9-3 0 16,4 10-2-16,9-4 0 15,2 4 1-15,2-3-1 0,0-2 1 16,21 0 1-1,12 0 1-15,5-1-4 0,6 1 1 16,-6 2-2 0,-1 0 0-16,-7 4 1 0,-11 0 0 15,-2 0-1-15,-3 0-1 16,-5 0 0 0,-2 4-4-16,-3 2-19 0,-2-2-98 15,-2-3-69 1,0 3-115-16</inkml:trace>
  <inkml:trace contextRef="#ctx0" brushRef="#br3" timeOffset="-172240.4">7207 17514 291 0,'-12'-9'32'15,"2"3"19"-15,2-1 3 16,2 2-14-16,2-1-6 16,2 5-6-16,2 1-12 0,-2 0-3 15,-3 0-2-15,0 13 11 16,-3 6 26 0,0 6 7-16,1 6-21 0,2 0-16 15,3 8-12 1,2 0-1-16,0 7-2 0,0 1 0 15,0 3 5 1,2 1 11-16,1-7 7 16,-3-3-2-16,2-10-14 15,0-4-4-15,0-8-3 16,3-7-1-16,2-8-1 0,2-4 1 16,1 0-1-1,-3 0 5-15,2-16 2 0,1-11-3 16,-4 0-3-1,4-6 0-15,-1 0 0 0,4 3-2 16,0 1 0-16,6 4-3 16,-4 1 3-16,3 6-1 15,-4 5 0-15,0 3 2 16,-6 4-2-16,2 4 1 16,0 2-3-16,0 0-1 15,6 12 4-15,7 7 0 16,0 5 0-16,5 1 1 15,-2 4-1-15,-2-2 0 16,-9 0 1-16,-2 0-2 16,-8 0 1-16,-5-5 0 0,0-5-2 15,0-5-7 1,0-10-66-16,0-2-80 0,4-10-247 16</inkml:trace>
  <inkml:trace contextRef="#ctx0" brushRef="#br3" timeOffset="-171853.97">7728 17435 450 0,'0'0'18'0,"0"0"58"0,0 0 11 16,-95 119-25-16,76-68-17 15,3 6-5-15,13-2-5 16,3 4-10-16,3-6-15 16,22-2-5-16,7-2-3 15,3-3 0-15,-3-7-1 16,0-8-1-16,2-9-1 16,1-13-14-16,-1-9-201 15,-1 0-259-15</inkml:trace>
  <inkml:trace contextRef="#ctx0" brushRef="#br3" timeOffset="-171488.22">7961 17675 456 0,'0'0'26'0,"0"0"40"0,0 0 47 16,0 0-48 0,0 0-29-16,-50-42-10 0,48 42-10 15,2 1-6-15,0 21 6 16,0 7 6-16,0 6 2 15,0 3-5-15,0 2-2 16,4-4-6-16,-1-2-5 16,2 0-4-1,1-5-2-15,0-6 0 0,2-4-2 16,5-9-9-16,-2-6-123 0,2-4-177 16</inkml:trace>
  <inkml:trace contextRef="#ctx0" brushRef="#br3" timeOffset="-171071.4">8219 17677 489 0,'0'0'42'0,"0"0"18"0,0 0-18 16,0 0-8-16,0 0-12 15,-99 8-13-15,95 11-8 16,2 0 0 0,2 3 1-16,0 1 0 0,0 1 1 15,0-4 2 1,2 2-1-16,6-2 2 15,5-6-2-15,4 1-3 0,5-8-1 16,1-1 1 0,-1-3 1-16,-5 3-1 0,-4 2-1 15,-9 2 1-15,-4 4 1 16,0 1 1-16,0 2 2 16,-15-1 0-16,2-3-3 15,1 1 0-15,0-4-3 16,4-5-1-16,-4-5-12 15,7 0-224-15</inkml:trace>
  <inkml:trace contextRef="#ctx0" brushRef="#br3" timeOffset="-170810.17">8183 17675 607 0,'0'0'2'16,"0"0"-1"-16,0 0 2 0,0 0 0 16,46-107 0-1,-20 93-1-15,-2 2 1 16,-4 6-1-16,-4 4-3 0,-2 2 1 15,-8 0-4 1,-2 5-198-16</inkml:trace>
  <inkml:trace contextRef="#ctx0" brushRef="#br3" timeOffset="-170473.67">8520 17995 723 0,'0'0'-4'0,"0"0"10"0,0 0 1 16,0 0-4-16,0 0 0 16,-84 73-3-16,68-49 0 15,4-4-17-15,-2-3-272 16</inkml:trace>
  <inkml:trace contextRef="#ctx0" brushRef="#br3" timeOffset="-169070.18">8722 17983 303 0,'0'0'7'0,"0"0"10"16,0 0 28-16,0 0-16 0,-2-8-4 15,15-4 2 1,2-5 3-16,0 0-6 0,4-3-8 15,-3-3-6 1,-2-7-4-16,-2-3-2 0,-8-4-1 16,-2-6-2-16,-2-2 0 15,0 3 1 1,0-1 1-16,-8 6 16 0,-2 12 9 16,2 4 4-1,2 8-2-15,4 5-1 16,0 4-4-16,2 4-14 15,0 0-10-15,0 6-4 16,0 17 5-16,0 11 0 16,4 9 1-16,6 9 0 0,-2 7 2 15,4 0-3 1,-2 8 1-16,-1 2 1 0,0-3 1 16,1 0 0-16,1-7-1 15,0-5-2-15,2-8-1 16,2-10 0-16,0-10-1 15,0-9 0-15,0-9-1 16,0-8 1-16,2 0 0 16,-1 0 0-16,-2-18-5 15,0-1-3-15,-4-2-2 16,-6-3 2-16,-4-1 1 0,0 2 2 16,-4-3 3-1,-16 1 1-15,-6-2 2 0,-2 2 0 16,1 2 0-1,-3 2 1-15,6 5 2 16,0 3 1-16,8 3 4 16,6 4-1-16,8 0-1 15,2 1-5-15,0-5-4 16,14 4 1-16,11-3 0 16,5-1 1-16,7 0 0 0,-2 2 0 15,1 3 1 1,0-1-5-16,-5 2-8 0,-8 2-146 15,-1-2-152 1</inkml:trace>
  <inkml:trace contextRef="#ctx0" brushRef="#br3" timeOffset="-168255.52">9090 17458 496 0,'0'0'8'15,"0"0"5"-15,0 0 19 0,-4 6 18 16,14 17-10 0,10 10-5-16,2 6-2 0,1 7-11 15,-2 5-5 1,-3 1-9-16,-3 4-3 15,-6 3-2-15,-5-2 0 16,-4 1 0-16,0-1 3 0,-13-3-2 16,-8-4 0-1,-1-4-3-15,-4-3-1 16,2-8-16-16,5-6-344 16</inkml:trace>
  <inkml:trace contextRef="#ctx0" brushRef="#br3" timeOffset="-163860.01">13385 6217 278 0,'-4'-6'32'0,"-1"1"4"0,1 2 16 15,-3-3-4 1,-1 1-8-16,2-1-5 0,-4 1-6 15,0 2-1 1,4-2-1-16,-4 1-9 0,0 2 3 16,0 1 11-16,-6 1-15 15,4 0-4 1,-6 0-1-16,3 0 0 16,-2 0-2-16,2 0-1 15,-1 0-1-15,-2 0-1 16,2 3 6-16,0 1 0 15,-6 4-8-15,2 2-2 0,1 3-1 16,-1-1-1-16,-3 1 2 16,2 3-2-16,1 2 0 15,0-1 2-15,-1-4-1 16,2 5 2-16,1 2 2 16,1-1-2-16,2 0-2 15,2 4-1-15,-2 1-1 16,2 1 1-16,-1 0-1 15,2-5 0-15,-2 7 3 16,-2-6-3-16,2 2 0 16,0-4 1-16,0 2 0 15,0 1 2-15,-1-1-3 16,7 2 3-16,-3 0-4 0,5 1 2 16,-1 1 0-1,1 1 1-15,-3 2-1 16,2 1 0-16,3 0-1 15,-2 1 4-15,1-1-1 0,2-3 1 16,3 2-2-16,0-2-1 16,0 1-2-1,0-2 3-15,0 1 1 16,0 1-1-16,0-1-1 16,0-1 2-16,8 1 1 0,-2-2-1 15,1 1-2-15,1-1 1 16,1-2-1-1,-3 1 2-15,-1-2-1 16,3 0 0-16,-3-5 2 16,1 0 2-16,-2 0 0 0,3-1 2 15,3 2-1-15,-1-1-4 16,2 2-1 0,-1 1 1-16,2 1-2 0,-2-2 1 15,-2 0-1-15,4 0 0 16,0 1-1-16,2-1 0 15,-2-4 0-15,1 4 0 16,0-4 0-16,0 1 1 16,-2-1-1-16,-2-1 0 15,-3-1 1-15,2-2 0 16,1 1-1-16,-2-1 0 16,0 1 0-16,5-1 0 0,-3 2 1 15,3-1-1 1,2-1 0-16,0-2-2 15,0-1 1-15,5-2 0 16,-2-1 2-16,-2-4 0 16,4 0-2-16,-5 1 5 0,3-1-4 15,-1 4 0 1,-2-4 1-16,2 0-2 0,0 0 2 16,4 0 0-1,1 0-2-15,0 0 0 16,1 0 3-16,-7-4-3 15,4 0 2-15,-4 1 0 0,1-1-1 16,-4 2 1 0,4-4-3-16,0 0 4 0,-2 1-1 15,0-1-2-15,-3 0 2 16,2 0 0-16,-2 0-1 16,-5 2 0-1,3 0 1-15,0 1-1 0,-3-3 1 16,3 2-1-16,4-2-1 15,-3 0 2-15,6 0-2 16,-4-1 1-16,6 1-1 16,-4-2 2-1,0 3 0-15,0-5-1 0,-3 4-1 16,-2-2 3 0,2 2-1-16,-5-2-1 0,3 2-2 15,2-2 4-15,-5 4-3 16,0-3 1-16,3 1 0 15,-2-2 1-15,-1 1-1 16,0-3 0-16,2 4 0 16,2-4-1-16,-2-1 2 15,6 1-1-15,-4-1 0 0,2 1-1 16,0 1 1 0,-2-1 0-16,-1 0 0 0,0 5 1 15,-5-1-1-15,0 0-1 16,5 0 3-1,-3-1-3-15,-2 1 0 16,3-2 1-16,2 0 0 16,-1 0 0-16,-4 0 0 15,5 1-1-15,0 1 1 0,-3 0 0 16,-2 0 0 0,5 0 0-16,-2 1 0 15,-1-1 0-15,0 1 0 0,3-2 1 16,0 0-2-1,-3-2 1-15,0 3 0 0,3-1 0 16,-2 0 0 0,-1 0 1-16,3 0-2 0,-1-3 1 15,-1 2 0-15,-1-1 1 16,3 1-1-16,-3-4 0 16,-2 3 0-16,4-1 0 0,2-2 0 31,-4 4 0-31,2-3 0 0,2-2 1 15,-2 1-1-15,-4-2 0 16,4-1 0-16,2 1 1 16,-4-1-1-16,-2 3 1 15,0-1-1-15,3-1 2 16,-2 1 0-16,-3-1-2 0,0-1 1 16,0-3 0-1,0-2 2-15,-2 1-1 16,0-1 1-16,0-2-1 15,2 0-1-15,-2 3 2 16,0 2-1-16,0 3 3 16,0 1 1-16,0 3 0 0,0 0 4 15,0 1-4 1,0-3 0-16,0 1-1 16,0-4 0-16,0 1-1 15,0-7 4-15,0 5 13 16,-4-3 4-16,-4-5 1 15,-4 4-9-15,2-1-10 16,-2 0-1-16,2 1-4 0,0 3 0 16,-4 4-1-1,6-3 0-15,-4 3 1 16,4 1 1-16,-2-1 0 0,-3-1 2 16,4 0-1-1,-4 1 1-15,5 0-2 0,-3-2-1 16,0 2 1-1,1 1-1-15,0-3-1 16,0 2 0-16,0 1 0 0,-2 0-1 16,2 1 0-16,-1 1 1 15,0 2-1-15,1-3 0 0,-6 3 1 32,6 0-1-32,-5 0 0 0,2 2 1 0,0 1-2 15,2 1 1 1,-4 0 0-16,7 2 0 15,-7 0 0-15,8 0 0 16,-3 1 0-16,-2-2 2 16,6 1-2-16,-2 1 0 15,-2-2 0-15,2 2 1 16,0-3-1-16,-3 2 1 16,2-4-1-16,-2 2 0 15,1 0 0-15,1 0 1 16,0-1-2-16,-1 3 2 15,3-2-2-15,-2 2 1 0,1-2 0 16,0 2 1 0,-2 0-1-16,2 0 0 0,2-2 0 15,-3 2 1 1,1-2-2-16,3 3 2 0,-1-5-2 16,-3 4 1-16,0-2 1 15,1 2-1-15,-3-2-1 16,0 4 1-16,3-5 0 15,-3 4 0 1,0-3 0-16,0 2 0 0,3 2 0 16,0-4 1-16,-4 2-1 0,2 2 0 31,-1-1-1-31,-4 1 0 16,2 0 1-16,-4-3-1 0,4 3 1 15,-2 0 1 1,0 0-1-16,2 0 1 0,2 0-1 15,3 0-1-15,-1 0 1 16,2 0-2-16,3 0 1 16,0 0-2-16,0 0-2 15,2 15-4-15,0 5-6 16,2 8-42-16,0 3-77 16,0-2-63-16,4-6-360 0</inkml:trace>
  <inkml:trace contextRef="#ctx0" brushRef="#br3" timeOffset="-157654.72">10876 17717 460 0,'-7'-15'9'0,"-1"2"26"16,0 1 57-16,1 4-29 0,0 2-27 15,3 5-4 1,-6 1-14-16,0 0-17 0,-4 21 7 16,-4 12 1-1,-3 9-3-15,-5 5 2 16,0 2-5-16,2-4-2 15,10-4-2-15,-2-6-3 16,10-8-1-16,4-11-67 16,2-10-213-16</inkml:trace>
  <inkml:trace contextRef="#ctx0" brushRef="#br3" timeOffset="-157430.09">10630 17712 653 0,'0'0'31'0,"0"0"-25"0,0 0 3 16,0 0 6-16,0 0-4 16,0 0-5-16,76 106 0 15,-48-45-3-15,-3 4-3 16,-5-3 1-1,-2-4-4-15,-2-14-222 0</inkml:trace>
  <inkml:trace contextRef="#ctx0" brushRef="#br3" timeOffset="-156938.82">12578 17745 510 0,'0'0'27'0,"0"0"7"16,0 0-12 0,-136 35-10-16,104 5-4 15,4 5-6-15,6 5 0 0,8-3-3 16,5-11-4-16,9-10-34 15,0-17-300-15</inkml:trace>
  <inkml:trace contextRef="#ctx0" brushRef="#br3" timeOffset="-156730.07">12360 17669 618 0,'0'0'-7'16,"0"0"22"-16,0 0 9 0,0 0-3 15,60 111-6 1,-29-57-10-16,6 10-4 0,-5-4 0 16,2-6-5-1,1-10-360-15</inkml:trace>
  <inkml:trace contextRef="#ctx0" brushRef="#br3" timeOffset="-156240.57">14715 17698 531 0,'0'0'22'15,"0"0"2"-15,0 0-4 16,-121 64 7-16,87-22-9 0,-1-1-12 16,7 2-4-1,4-8-2-15,8-6-2 16,4-6-8-16,8-17-132 16,2-6-275-16</inkml:trace>
  <inkml:trace contextRef="#ctx0" brushRef="#br3" timeOffset="-156058.37">14452 17689 609 0,'0'0'43'16,"0"0"-34"0,0 0-1-16,0 0 10 15,0 0-6-15,0 0-6 16,108 140-3-16,-58-96-1 15,-2-6-4-15,2-9-36 16</inkml:trace>
  <inkml:trace contextRef="#ctx0" brushRef="#br3" timeOffset="-155576.32">16380 17658 546 0,'0'0'9'0,"0"0"-5"15,0 0 14-15,-119 58 21 16,85-18-10-16,0 3-11 16,-1-3-9-16,7 4-6 15,7-10-4-15,6-5-1 16,1-12-20-16,6-7-223 0</inkml:trace>
  <inkml:trace contextRef="#ctx0" brushRef="#br3" timeOffset="-155360.79">16126 17615 639 0,'0'0'9'15,"0"0"3"-15,0 0-6 16,0 0-1-16,0 0 9 16,0 0-7-16,81 101-4 15,-35-47-2-15,3-1-2 0,1-8-7 16,2-8-429-16</inkml:trace>
  <inkml:trace contextRef="#ctx0" brushRef="#br3" timeOffset="-154906.22">18254 17646 526 0,'0'0'44'16,"0"0"-5"-16,0 0-13 16,0 0-16-1,-116 35-1-15,85 7 4 16,1 11-3-16,2 0-1 15,0-5-8-15,7-8 0 0,3-7-2 16,4-14-3 0,5-9-25-16,3-10-143 15,1 0-223-15</inkml:trace>
  <inkml:trace contextRef="#ctx0" brushRef="#br3" timeOffset="-154708.22">18013 17672 555 0,'0'0'16'15,"0"0"-10"-15,0 0 11 16,0 0 5-16,0 0-6 16,0 0-10-16,92 127-6 15,-66-75 1-15,0-4-2 0,0-3-30 16,1-10-531-1</inkml:trace>
  <inkml:trace contextRef="#ctx0" brushRef="#br3" timeOffset="-154155.68">20078 17767 475 0,'0'0'15'16,"0"0"-1"-16,0 0 1 0,0 0 5 16,-130 63 7-1,97-22-6-15,3-3-11 16,4-3-5-16,4-6-7 15,12-7 2-15,4-11-3 16,3-11-20-16,3 0-240 16</inkml:trace>
  <inkml:trace contextRef="#ctx0" brushRef="#br3" timeOffset="-153980.07">19872 17747 525 0,'0'0'79'16,"0"0"-48"-16,0 0-19 15,0 0 1-15,0 0-2 16,0 0-5-16,34 76-3 16,-14-34-3-1,-3 1 0-15,2-1-2 0,1-5-229 16</inkml:trace>
  <inkml:trace contextRef="#ctx0" brushRef="#br3" timeOffset="-153454.05">21845 17798 364 0,'0'0'67'0,"0"0"-1"0,0 0-25 16,0 0-14-16,0 0-3 15,-136 82-9 1,102-43-3-16,6 0-5 0,4-6-7 0,7-6-2 16,6-6 2-1,3-6-2-15,1-10-11 16,-1-5-113-16,1 0-159 15</inkml:trace>
  <inkml:trace contextRef="#ctx0" brushRef="#br3" timeOffset="-153222.34">21629 17764 631 0,'0'0'33'16,"0"0"-19"-16,0 0-7 0,0 0 7 16,0 0 5-1,-4 95-4-15,18-49-10 16,-4 7-2-16,4 5-2 0,-6-4-1 16,-4-4-4-1,-2-11-150-15</inkml:trace>
  <inkml:trace contextRef="#ctx0" brushRef="#br3" timeOffset="-151720.57">23596 17623 312 0,'0'0'63'0,"0"0"-31"16,-15 0-5-16,-2 6 20 16,-4 11 3-16,-1 6-15 0,-6 9-17 15,-2 6-8 1,-6 7-4-16,-3 5-5 16,0 4-1-16,2-4-1 15,3-7-8-15,12-8-152 16</inkml:trace>
  <inkml:trace contextRef="#ctx0" brushRef="#br3" timeOffset="-151438.38">23425 17714 627 0,'0'0'26'0,"0"0"-15"16,0 0-4-16,0 0 10 16,0 0-7-1,10 120-2-15,0-62-3 16,2 4-1-16,2 2-3 15,4-1-2-15,1-11-4 0,-2-6-286 16</inkml:trace>
  <inkml:trace contextRef="#ctx0" brushRef="#br3" timeOffset="-97009.91">2994 1339 179 0,'0'0'32'16,"0"0"8"-1,-2-68-2 1,2 48 2-16,0 2-2 0,0 2 23 15,0 7-10-15,0 3 20 0,0 2 20 16,0 2-7-16,0 2-17 16,0 0-11-1,0 0-13-15,0 0-17 16,0 0-16-16,0 0-7 0,0 10-17 16,0 11 13-16,0 10 8 15,0 10-2 1,0 4 0-16,4 3 5 0,1 0-7 15,2-3-2 1,1-7-2-16,0-7 2 0,2-8-1 16,-2-5-5-1,0-12-31-15,-4-6-105 16,-1-10-103-16</inkml:trace>
  <inkml:trace contextRef="#ctx0" brushRef="#br3" timeOffset="-96694.92">2902 852 296 0,'0'0'-7'0,"0"0"9"0,0 0 4 15,0 0-7 1,122 6-12-16,-96-6-17 0,-6-10 32 16,-7-6 20-16,-7 1-6 15,-6-3 77-15,0 5 11 16,0 1-23-16,-15 5-49 16,-2 4-6-1,4 3-14-15,5 0-21 16,4 3 10-16,4 10-51 15,0-1-171-15</inkml:trace>
  <inkml:trace contextRef="#ctx0" brushRef="#br3" timeOffset="-96156.4">3304 1152 376 0,'0'0'35'0,"0"0"-6"0,0 0-23 16,0 0-73-1,0 0 99-15,2 73-5 16,9-32-10-16,-6 1-5 16,1-5 4-16,-2-6-1 15,-4-6 5-15,2-9 3 0,-2-6 7 16,0-4 1 0,0-5 3-16,0-1-4 15,0 0 0-15,0-4 6 16,0-17-6-16,0-8-24 15,0-6 11-15,0 1-14 16,2-1 0-16,1 7-4 0,1 7 6 16,-2 7-6-16,5 7-5 15,-1 7-2 1,5 0-8-16,2 0 0 0,7 23 2 16,-2 8 25-16,4 8-3 15,-2 6-3 1,-1 3-1-16,-2-2 7 15,-2-1-7-15,-2-7-2 0,-2-2 0 16,-1-7-6 0,2-10-44-16,-8-8-161 0,4-8-213 15</inkml:trace>
  <inkml:trace contextRef="#ctx0" brushRef="#br3" timeOffset="-95858.44">3587 1187 623 0,'0'0'36'0,"0"0"-27"0,0 0-14 16,0 0 26-1,12 124-5-15,6-55 2 0,1 7-4 16,0 3-1-1,-2 0 6-15,1-3 1 16,-8-8-3-16,1-10-9 16,-4-11-8-16,-3-11 5 15,-2-14-7-15,0-5 4 16,0-11-5-16,-2-6 2 16,0-17-32-16,0-25-201 15</inkml:trace>
  <inkml:trace contextRef="#ctx0" brushRef="#br3" timeOffset="-95579.96">3521 1212 532 0,'0'0'-9'16,"0"0"6"-16,0 0 2 15,115 0 5-15,-64 0-5 16,1 9 1-16,-7 5-5 0,-6 3-4 16,-13 8-16-1,-16 3 20-15,-7 3-4 16,-3 7 28-16,0 1-9 16,-22 1 12-16,-2-1-7 15,0-4-13-15,4-5 2 16,2-11-7-16,10-13-105 15</inkml:trace>
  <inkml:trace contextRef="#ctx0" brushRef="#br3" timeOffset="-94960.57">4049 1227 657 0,'0'0'0'0,"0"0"-14"0,0 0 15 15,0 0 1-15,-11 125-2 16,17-91 1-16,10-9-3 16,-2-8-3-16,4-7-9 15,-4-10-22-15,2 0-21 16,-4-4 47-16,0-19 11 15,-6-6 28-15,0-7-10 16,-1 1-8 0,2-2-6-16,-5 5 6 0,0 9-7 0,0 10-1 31,2 11-6-31,5 2-15 0,1 17-39 16,1 19 72-16,4 2 7 15,7 3-14 1,0-7-16-16,0-9-8 0,4-11 2 15,5-14-32-15,1-4 11 16,-2-25 62-16,-2-9-20 16,-6-12-2-16,-12-11 5 15,-6-5 2-15,-4-3 20 16,0-2 39-16,-4 10-25 16,-8 11 18-16,-2 11 2 15,6 14-7-15,0 11-10 16,3 10-5-16,3 4-18 0,2 0-18 15,0 0-10-15,0 14-16 16,0 21-1-16,2 13 33 16,9 15-6-16,-1 12-6 15,6 2-2 1,-4 0-1-16,6-8 2 0,-3-10-10 16,2-15-58-1,1-10-60-15,-6-17-38 16,-1-13 1-16,-5-4-159 15</inkml:trace>
  <inkml:trace contextRef="#ctx0" brushRef="#br3" timeOffset="-94707.54">4395 1115 498 0,'0'0'-2'0,"0"0"-26"16,0 0 1-16,0 0 27 16,119 0 19-16,-74-4-7 0,0-4 2 15,-6-1-14 1,-7 4 4-16,-12 5-15 0,-12 0-4 16,-8 9-110-1,-8 14-12-15,-28 6 33 0</inkml:trace>
  <inkml:trace contextRef="#ctx0" brushRef="#br3" timeOffset="-93679.42">2642 2253 389 0,'0'0'-1'16,"0"0"-1"0,0 0 1-16,0 0-4 0,0 0 23 15,142 14 0-15,-57-14 5 16,30-16 21-16,22-15 3 15,31-9-21-15,15-7-14 16,11-3 4-16,-5-1-11 16,-6 3 3-16,-19-1-5 0,-29 5-3 15,-18 4-1 1,-25-1 2-16,-15 2-4 16,-17 1-2-16,-8 1 14 15,-7 4-4-15,-11 3-6 16,-4 4 5-16,-8 2-1 15,-2 4-5-15,-7-2 7 16,-2 1-6-16,-3-7 13 16,-6-2 14-16,-2-9 44 0,0-8-29 15,0-8-7 1,-10-6-20-16,-10-5-5 16,-6-4-2-16,-2-2-6 15,-2 2-2-15,-2 0 5 16,2 4-5-16,-5 0 2 0,3 5 1 15,-11 2-14 1,-4 2 2-16,-7 6 11 0,-13 0-11 16,-6 6 12-16,-9 5-6 15,-4 3 11 1,-5 8-14-16,4 8 3 16,-1 7-3-16,-5 11 1 15,-1 3 11-15,1 0-3 0,-1 3-5 16,-4 11-8-16,3-1 20 15,5 3-15-15,1-1 5 16,8 3 2-16,-1 1 2 0,5 2-8 16,6 4-4-1,6 0 13-15,5 7-3 16,7 7-7-16,7 1 7 16,6 9-2-16,5 5 2 15,3 8-6-15,2 11 7 16,0 13-2-16,2 11 0 15,2 18-1-15,8 20-1 16,8 7-2-16,5 5-2 0,5-3 6 16,0-11 0-1,17-18-6-15,7-21 7 16,-2-19-1-16,-2-22-3 16,-6-14 3-16,-1-14 0 15,-2-7 2-15,-5-11-2 0,5-3-2 16,5-4-10-1,9 0-16-15,2-10-16 0,7-18-85 16,-6-5-367 0</inkml:trace>
  <inkml:trace contextRef="#ctx0" brushRef="#br0" timeOffset="-72529.43">18979 1982 250 0,'0'-8'59'0,"0"1"24"15,0-5-41-15,0 2-12 0,0-2-6 16,0-1-3-1,0 1 11-15,-5-1 9 0,-3 3 7 16,-4 2-11 0,-6 2-12-16,-2 4 10 15,1-1-16-15,-4 3-16 16,1 0 4-16,3 4 1 0,-1 14-12 16,6 4 6-1,0 7-5-15,2 6 4 0,4 2-1 16,6 0 0-16,2 0 0 15,0-5-1 1,0-3 0-16,14-6-1 0,3-10-2 16,2-6-4-1,5-7-1-15,-1 0 7 16,2-12 5-16,0-10 6 0,-3-12-16 16,0-2 18-16,-9-7-6 15,-1 3 1-15,-5-4 2 16,-3 7-2-16,-2 10 2 15,-1 4 10-15,-1 9-2 16,0 8 7 0,3 1-5-16,-3 4-5 0,0 1-6 15,0 0-8-15,4 4-9 16,1 18-5-16,4 12 24 16,3 7-7-16,3 7 2 0,5 0-1 15,4-1 0 1,-1-9-2-16,2-8-4 0,4-10 2 15,3-8 0-15,-4-12-9 16,0 0-10-16,-4-6-35 16,-10-22-172-16</inkml:trace>
  <inkml:trace contextRef="#ctx0" brushRef="#br0" timeOffset="-71909.95">18850 1591 377 0,'0'0'82'0,"0"0"-13"16,-109 0-8-16,71 8-9 0,0 12-20 15,3 7-12 1,3 7-3-16,1 9-6 0,5 7-5 16,3 9-2-1,6 8 3-15,5 4 2 16,11 5-4-16,1 4 0 15,0-5-4-15,22-2-1 16,9-3-1-16,14-6 0 16,8-9-3-16,8-10 2 15,10-11-2-15,6-15-9 16,5-11 6-16,6-8-13 16,2-10 3-16,-2-22 25 15,0-10-22-15,-8-8 17 16,-11-12-13-16,-15-8 22 0,-11-6-22 15,-15-5 33-15,-13-3-18 16,-11-2 5-16,-4 6 5 16,0 7 6-16,-17 8 21 15,-7 9 2-15,-5 9-14 16,-9 8-6-16,-2 6-11 16,-8 8-4-16,-1 5 0 15,-5 9-1-15,0 5-4 16,1 6-5-16,-3 11 3 15,4 20-8-15,5 14-1 16,5 5-54 0,8 0-114-16,6-5-274 0</inkml:trace>
  <inkml:trace contextRef="#ctx0" brushRef="#br0" timeOffset="-70279.86">16847 3740 432 0,'0'0'70'16,"0"0"-1"-16,0 0-23 0,0 0-9 15,0 0-6 1,0 0-5-16,0 0-5 15,0 6-12-15,0 11-7 16,0 8 5-16,0 8 4 16,0 6 3-16,-3 2 0 0,1-3-6 15,2 1-4 1,0-4-1-16,0-8-2 0,0-2-5 16,0-8 7-16,0-5-3 15,0-3 0-15,0-8 0 16,0-1-3-16,2 0 0 15,5 0-7-15,4-6-5 16,2-10 31-16,4-3 6 16,0 0-26-16,3 0 14 15,0 1-5-15,0 4-5 16,-4 7 1-16,0 1-4 16,2 2 0-16,-3 4 2 15,2 0-5-15,-2 0-6 16,3 10 1-16,-4 9 8 15,-3 4 1 1,-6 2 11-16,-5 3-7 0,0-3 9 16,0-3-5-16,0-4-1 15,-18-2 1-15,-1-5-2 16,-5-2 5-16,-2-6-6 16,3-3 1-16,-3 0 0 15,3 0-2-15,5-6 3 16,3-3-2-16,2-2-2 15,3 0 0-15,3 4-10 16,5 0 7-16,2-6-42 0,0 2-209 16</inkml:trace>
  <inkml:trace contextRef="#ctx0" brushRef="#br0" timeOffset="-69710.76">16816 3531 401 0,'0'0'46'0,"0"0"4"16,0 0-2-16,-124 48-11 0,91-11-13 15,5 10-4 1,0 5 1-16,4 6 5 16,10 8-1-16,6-1-10 15,8 7-8-15,0 2 0 0,22 2-7 16,14-1 2-1,8-3-6-15,6-5 1 0,5-6 3 16,11-11-6 0,0-12-2-16,7-11 5 0,3-9 1 15,-1-14-11 1,-2-4 9-16,-2-12-11 16,-10-22-12-16,-8-7-32 0,-10-18 54 15,-8-10 11 1,-13-9 1-16,-12-8 3 0,-10-4 5 15,0 1 17 1,-9 4 2-16,-21 10 14 0,-4 8 11 16,-3 13-9-16,-4 12-25 0,1 6-22 15,-2 13 5 1,4 4-3 0,3 10 0-16,5 6-4 0,4 3 3 15,9 3-16-15,6 16-57 16,5 1-336-16</inkml:trace>
  <inkml:trace contextRef="#ctx0" brushRef="#br0" timeOffset="-68410.75">20917 3781 232 0,'0'0'82'15,"0"0"-29"-15,0 0-36 16,2 0-14-16,0 0-4 15,-2 0 9-15,4 0-3 16,-4 0-6-16,0 0 5 16,0 0 0-16,0 0 3 0,0 0 0 15,0 0 3 1,2 0 0-16,-2 0-1 0,0 0-5 16,0 0 0-1,0 0 4-15,0 0-7 0,0 6 13 16,0-1-10-16,0 3 2 15,0-2-5-15,0-2 0 16,0 2-2-16,0-6 1 16,0 0 0-16,0 0 4 15,0 0 0-15,0 0-2 16,0 0 0-16,0 0 0 0,0 0 3 16,0 0 9-1,0 0-7-15,0 0-3 0,0 0-6 16,0 0-9-1,0 0-3-15,0 1 7 16,0 3 10-16,0-4 1 16,2 0-3-16,6 0-8 15,-2 0-16-15,3 0-7 0,0 0 51 16,1-5 0 0,-1-2-13-16,-2-6 5 15,-3 2 1-15,-4-1 46 16,0 2 0-16,0 3-5 15,-6 1-7-15,-10 6-20 16,-6 0-16-16,0 0 12 0,-4 15-10 16,-3 12-11-16,1 4-4 15,7 6 5-15,2 4 3 16,7 3-7-16,10-3-7 16,2-2 8-1,0-5-8-15,18-2-5 0,10-11 7 16,8-10-7-1,11-6-7-15,5-5 22 0,2-7-45 16,-3-20-148 0,-3-10-323-16</inkml:trace>
  <inkml:trace contextRef="#ctx0" brushRef="#br0" timeOffset="-67944.29">20834 3510 418 0,'0'0'28'15,"0"0"23"-15,-114 6-20 16,77 17-7-16,1 8-3 16,-4 12 0-16,6 7 1 15,-2 5 4-15,1 8-6 16,10 2 2-16,5 6-3 15,9 4-7-15,11 0-2 16,0-1-6-16,16-1-3 16,16-5-4-16,11-6-1 0,9-10 0 15,10-9-3-15,11-15 11 16,11-11-23 0,11-15-7-16,3-2 57 0,3-13-35 15,-1-18-17-15,-13-10-23 16,-11-10-33-16,-11-7 37 15,-15-10 49 1,-14-8 4-16,-15-9 0 0,-14-4 6 16,-7-6-1-16,-9 4 56 15,-28 10-15 1,-14 9 4-16,-9 13 0 0,-5 14-43 0,-4 12-6 16,2 16-8-1,5 7-1-15,0 10-8 16,4 6-6-16,-1 21-99 15,-1 8-365-15</inkml:trace>
  <inkml:trace contextRef="#ctx0" brushRef="#br0" timeOffset="-66760.09">17309 6251 298 0,'0'0'42'16,"0"0"32"-16,0 0-25 16,-71-13 12-16,48 13-25 0,-3 0 0 15,2 0-5-15,-1 9-5 16,3 7-8-16,0 7-7 16,-2 2-4-16,7 6 4 15,0 6-6-15,9 0-2 16,3 0-1-16,5-5-5 15,0-4 2-15,2-7 0 16,14-4-5-16,1-11-8 16,4-6 5-16,3 0-3 15,3-14 0-15,-1-16 33 16,2-14-9-16,-4-8-7 0,-2-8-4 16,-7-5 3-1,-7-5-1-15,-3 1-1 0,-5 4 0 16,0 9 2-1,0 12-2-15,-5 11 5 16,-3 12 0 0,4 13 6-16,-1 5-1 0,1 3-1 15,0 0-6-15,-5 18 17 16,7 13-9-16,2 8-9 16,0 13-2-16,0 8-1 15,2 8-2-15,20 4 1 0,2 1 1 16,1-3-2-1,0-7-1-15,6-10 5 0,1-12-6 16,1-16-4-16,1-14-4 16,3-11-7-1,1-2-27-15,-6-31-104 0,-3-11-112 16</inkml:trace>
  <inkml:trace contextRef="#ctx0" brushRef="#br0" timeOffset="-66250.09">17140 5757 386 0,'0'0'27'0,"0"0"15"15,-113 31-11-15,71 0 7 16,0 6 1-16,-2 5 0 16,2 5-8-16,4 5 7 0,5 8-9 15,7 2-6 1,12 8-3-16,10 4-12 0,4 9 1 16,4 5-2-1,28-4-3-15,6 0-6 16,12-8 2-16,9-10-2 15,7-9-1-15,7-11-8 16,7-11 2-16,-1-11 7 16,5-15 7-16,0-9-40 0,-3-2 4 15,-3-31-47 1,-7-11 8-16,-4-13 10 0,-13-12 21 16,-16-13 20-1,-12-10 38-15,-19-10 5 0,-7-7 6 16,-9-5-9-16,-30 7-5 15,-10 4 25 1,-12 13 20-16,-3 18 2 0,-3 15-30 16,3 17-16-1,12 13-1-15,11 13-14 0,13 11 0 16,12 3 3-16,10 0-42 0,6 19-407 16</inkml:trace>
  <inkml:trace contextRef="#ctx0" brushRef="#br0" timeOffset="-65294.26">19188 7378 375 0,'0'0'15'0,"0"0"-11"0,0 0-29 15,0 0 20 1,46-17 26-16,-15 3-15 0,4-4 13 16,-1-1-16-1,0-5-1-15,-1 1 15 0,-7-4-10 16,-5 2-3-16,-8 2 3 16,-7 0 0-16,-6 3 21 15,0 1 38-15,-8 6 7 16,-14 3-36-16,1 4-6 0,-5 6-10 31,2 0 3-31,2 0-4 0,-3 6 6 16,4 11-19-1,-3 6 4-15,8 8-5 0,4 2-2 16,5 2-5-16,5 1 3 16,2-3-4-16,0-2 2 15,15-6-8-15,13-4 1 16,6-6-11-16,3-7 35 15,8-2-22-15,2-6 3 16,-3 0 10-16,-1-6-88 16,-9-16-211-16</inkml:trace>
  <inkml:trace contextRef="#ctx0" brushRef="#br0" timeOffset="-64800.14">19282 6836 445 0,'0'0'56'16,"-116"-2"9"0,61 2 1-16,1 17-37 0,2 10-4 15,3 8-6-15,7 8 6 16,4 5-10-1,10 4 2-15,4 9-3 16,13 2-2-16,9 6-5 16,2-1-2-16,11 6 0 0,23-2-6 15,12-3 1-15,10-9-6 16,10-7 7-16,7-15-17 16,11-10 12-16,3-11 14 15,-1-15-20-15,-3-2 11 16,-3 0 1-16,-7-25-5 15,-13-10-5-15,-4-11-6 16,-8-11 13-16,-9-11 9 16,-9-9-4-16,-16-7-4 15,-10 4 4-15,-4 2 6 16,-20 9 3-16,-24 11 5 16,-7 9 18-16,-3 6-5 15,2 9-8-15,9 7-8 16,5 9-16-16,8 10-4 15,0 5-18-15,-1 3-241 16</inkml:trace>
  <inkml:trace contextRef="#ctx0" brushRef="#br0" timeOffset="-63677.19">21090 6344 90 0,'0'0'58'0,"0"0"-7"16,0 0-18 0,66-133-7-16,-44 83 1 0,-5-2 22 15,-4-10-5 1,-6 7-14-16,-7-2 20 16,0 8 2-16,0 11-11 0,-11 12 28 15,-2 10-3-15,4 8-11 16,5 8-20-16,2 0-32 15,-2 0-22-15,2 12-5 16,-3 19 32-16,1 12 15 16,1 12-16-16,3 13 0 15,0 7-6-15,0 4 1 16,12-1-3-16,9-6-1 0,5-6-1 16,2-8 5-1,2-9-4-15,-2-11 1 0,-2-9-10 16,-3-12 12-1,1-5-8-15,-3-12-15 0,-1 0-52 16,-3 0 53 0,-2-23-16-16,-4-4-4 0,-9-5 7 15,-2 1 20 1,0 5 17-16,-15 2 2 16,-9 5 16-16,-6 7 3 15,0 5-14-15,0-1 23 16,2 2-22-16,8 4 3 0,6-2-2 15,4 2 1 1,6-2-5-16,4-1 5 0,0-7-19 16,4-3 0-1,22-7 9-15,12-7-7 0,9-2-1 16,4-2 3-16,4 6 2 16,-9 7-3-16,-7 5-2 15,-13 6 5-15,-9 8-1 16,-10 1-5-16,-7 0-18 15,0 0-1 1,0 0-63-16,-9 0-182 16</inkml:trace>
  <inkml:trace contextRef="#ctx0" brushRef="#br0" timeOffset="-63113.58">21236 5653 400 0,'0'0'51'15,"0"0"4"-15,0 0-20 0,-134 54-14 16,102-21 0-1,0 9 0-15,2 12-7 0,0 8 12 16,4 10-4-16,9 10-4 16,11 8-6-1,6 2-3-15,2 1-10 0,32-3 1 16,9-6-2 0,13-9-2-16,6-11-5 0,11-12-6 15,5-15 10-15,8-13 14 16,3-16-12-16,-6-8 10 15,-1 0 0-15,-9-20-19 16,-8-12-8 0,-14-14 3-16,-5-8 21 0,-10-10 0 15,-4-14-5-15,-10-8 8 16,-7-9-5-16,-13-2 4 16,-2 2 4-16,-8 6 3 15,-27 10 28-15,-4 9 14 16,-8 10-2-16,-3 6-7 15,1 7-24-15,6 9-5 16,4 3-7-16,5 5-7 16,4 11-3-16,2 13-9 15,-3 6-9-15,3 6-5 16,-2 25-13-16,-2 6-15 16,6 0-160-16,-2-4-233 0</inkml:trace>
  <inkml:trace contextRef="#ctx0" brushRef="#br0" timeOffset="-61878.76">24324 3657 229 0,'0'0'53'0,"0"0"32"16,0 0-34-16,-59-5-7 15,45 5-8-15,-2 5-9 16,2 12 9-16,0 1-28 15,4 3-1-15,2 4-6 16,2-1 0-16,6-1-4 16,0-4 2-16,0-3-9 15,0-7 12-15,15-3-11 16,6-6-11-16,2 0 3 16,5 0 10-16,2-14 31 15,0-5-25-15,-4-6 2 16,-4 0-5-16,-10-4 7 15,-8 1 7-15,-4 3 1 16,0 1 5-16,0 10 4 16,0 2 27-16,0 8-12 0,0 4-14 15,0 0-20 1,0 0-24-16,0 18-4 0,0 5 57 16,0 8-27-1,10 8-1-15,-1 7 0 16,7 9 0-16,-3 6-3 0,0 9 1 15,-4-1-2 1,-3 1 1-16,-6-4-7 0,0-10 3 16,-9-8-23-16,-13-13 8 15,-1-10 8-15,-1-9 10 16,2-12 10-16,2-4 0 16,1 0 0-16,5-21-3 15,7-14 0-15,5-11 8 16,2-5 14-16,0-5-22 15,9-1-2-15,17 3-3 16,9 8 0 0,-1 9-3-16,0 9-10 0,-1 7 3 15,-7 9-34-15,-8-2-181 16,-4 1-169-16</inkml:trace>
  <inkml:trace contextRef="#ctx0" brushRef="#br0" timeOffset="-61280.08">24183 3344 378 0,'0'0'40'16,"0"0"33"0,-126 67-25-16,85-34-14 0,7 4-14 15,4 5-1-15,4 5 7 16,8 6-2-16,10 6-13 15,6 9-8 1,2 5-2-16,0 7 2 16,13-1-6-16,12 1 0 0,9-8-7 15,9-10 9-15,12-7-20 16,7-13 12-16,5-8 7 16,4-15-31-16,4-8 29 15,0-11-4-15,-3 0-18 16,1-13-4-16,-5-16-24 15,-9-10 23-15,-5-7 18 16,-15-8 36-16,-8-6-10 16,-16-6-3-16,-11-2 14 15,-4-1 23-15,-6 1 21 16,-17 0-1-16,-7 2-17 16,0 0-18-16,0 5-2 15,-1 6-9-15,1 10-9 16,1 9-11-16,-2 12 4 0,1 15 3 15,2 9-25 1,-2 0 3-16,2 25 4 16,4 16-64-16,0 5-230 0</inkml:trace>
  <inkml:trace contextRef="#ctx0" brushRef="#br0" timeOffset="-60379.91">24242 5997 434 0,'0'0'37'0,"0"0"-22"15,0 0-28-15,0 0 41 16,-9 78-26 0,9-47 5-16,0 2-1 0,0 1-2 15,0-3-1-15,0-1 4 16,-2-3-3-16,2-6-3 16,0-4 1-16,0-5-3 15,0-6 1-15,0-4-4 16,0-2-6-16,0 0 0 0,0 0 31 15,11-20 4 1,6-3-7-16,2-2-7 16,7-4-6-16,-6 4-3 0,-1 6-3 15,-6 5 1 1,-5 6 0-16,-6 6 0 0,-2 2 0 16,0 0-1-1,2 0 0-15,6 0-2 16,0 7-2-16,2 13-7 15,4 3 45-15,0 2-27 16,-3 9-4-16,0-5 6 16,-4-6 4-16,1-4-5 15,1-3-5-15,0-10-12 16,-1-6-45-16,3 0-255 16</inkml:trace>
  <inkml:trace contextRef="#ctx0" brushRef="#br0" timeOffset="-59814.74">24201 5541 413 0,'0'0'60'16,"0"0"29"-16,-138-12-19 15,93 24-63-15,2 14 32 16,4 7-6-16,5 6-21 16,6 8-5-16,7 11-7 15,5 11-3-15,6 15-3 16,6 16 4-16,4 7 8 0,0 5 7 15,8-1-6 1,22-16 9-16,22-13-4 16,15-16-27-16,12-17-21 0,13-14 70 15,3-16-26 1,7-11 4-16,-6-8-20 0,-3 0-13 16,-1-27-12-1,-3-10-20-15,-6-10-33 16,-7-7-25-16,-6-3-19 15,-11-4 28-15,-16 1 68 0,-8 2 13 16,-18 1 67 0,-9 0 64-16,-8-3 6 15,0-6-8-15,-25-6-13 16,-17-4-41-16,-7-3-1 16,-13 4-23-16,-5 5-17 15,-2 12-4-15,0 14-2 16,0 20-1-16,3 23-4 0,0 1-19 15,4 19-62-15,5 13-261 16</inkml:trace>
  <inkml:trace contextRef="#ctx0" brushRef="#br0" timeOffset="-35350.01">7500 11436 1 0,'0'0'25'0,"0"0"13"16,0 0 5-1,0 0 1-15,0 0 16 0,0 0-12 16,0 0-9 0,0 0-16-16,0 0-3 0,0 0 1 15,0 0 7-15,0 0 6 16,0 0-3-16,0-3-6 16,0 3 10-1,0 0-20-15,0-3-13 0,0 1-11 16,0-2 3-16,2-4 20 15,3 2-8-15,-3-6-1 16,2 1-1-16,0 2 5 16,2-1-7-16,2-2 4 0,-4 3-1 31,2-3-5-31,2-2 1 0,4 2 3 16,-2-3 1-16,5-3-3 15,-3 6 0-15,4-5 0 0,-3 4 1 16,0 1 1-1,-5 1 2-15,6 3 4 0,-6-3 4 16,3-1-4 0,0 2 0-16,-3 1 3 15,2-1-6-15,2 2-4 16,-4-2 0-16,8 1 0 16,-5 1-1-16,8-4 1 0,-3 1-1 15,0-1-2 1,1 6 1-16,-6-1-1 15,2 3 0-15,-5 0-2 16,3 1 4-16,2 0-2 0,-1-3 3 16,4 2 0-1,2-3-2-15,-4-2 0 16,1 5 0-16,0-2-1 0,-2 3 3 16,-2 2-2-16,2-1-6 15,0 2 5-15,4-3 4 16,3 0 1-1,6-3-1-15,-1 0-5 16,0 1 2-16,1-2 5 0,-4 6-7 16,-3 1 3-1,-3 0-2-15,-2 0-3 16,2 0-2-16,-3 0 15 0,6 1 5 16,1 6-9-16,-6-2-5 15,4 0 0-15,-3-1-1 16,2 0 4-16,-4 1-1 15,2-2-1-15,-4 0 0 16,1 0 0-16,-3 1-2 16,2-1-2-16,-1 1 5 15,2 3-2-15,0-6-1 16,6 5-1-16,-6-1 2 16,4 0-1-16,-4 1 1 15,1 0 0-15,0 1 0 0,0-1 1 16,-4 2-4-1,2 1 5-15,1 0 1 0,-1 0-2 16,0-1-2 0,1 1 1-16,2 3 0 15,-4 0 1-15,6 1 1 0,-4 3 1 16,6-1 0 0,-8 1-1-16,5 1-2 0,-4 0 1 15,2 0 1-15,-2-4-1 16,-4-1 2-1,-1-5-2-15,0 0 1 16,-2 0-1-16,0-3 1 0,-1 1-3 16,2 1 3-16,-1 4 1 15,2-2 0-15,-2 1 0 16,0-1-2 0,-2-3-2-16,0 1-1 0,-2-3 1 15,0 0 3-15,0-3 1 16,0 2-1-16,0-2-1 15,0 0 1-15,4 0 0 16,-4 0-4 0,0 0 0-16,0 0-1 0,0 0 2 15,0 0 22 1,0 0-17-16,0 0-3 0,0 0-2 16,0 0 0-16,0 0-13 0,-8-2-208 15,-2 2-370 1</inkml:trace>
  <inkml:trace contextRef="#ctx0" brushRef="#br0" timeOffset="-34230.26">8677 11321 181 0,'0'0'35'0,"0"0"28"15,-4 0-6-15,4 0-13 16,0 0-9-16,0 0-24 15,0 0 18-15,0 0 35 16,0 0 2-16,-4 0-3 16,4 0-7-16,0 0-13 15,-2 0 0-15,2 0-5 0,-3 0-8 16,3 0-12 0,0 0-9-16,0 0-6 15,0 0-2-15,0 0 3 0,0 0 0 16,0 0 2-1,0 0 1-15,0 0-1 0,0 0-2 16,0 0-4-16,0 0-2 16,0 0-3-16,0 0-2 15,0 0 2-15,9 4-2 16,3 3 1 0,6 8 12-16,-3-5-8 0,4 5 5 15,-4 0 6-15,1-4-8 16,-2-1-1-16,-2-2 1 15,-4-2 0-15,0 0-1 16,-4-4 0 0,0-2 3-16,-4 0-7 0,4 0 3 15,-2 0-1-15,2 0 7 16,4-12 2-16,-2-8-3 16,6-6 0-16,0-5-3 15,1-1 2-15,0-5-4 0,0 2 2 16,0 1-1-1,-2 5 0-15,-5 2 2 0,0 10-4 16,-1 7 4 0,-3 4 0-16,-2 4 4 15,0 2-2-15,0 0 1 16,0 0-1-16,0 0-2 16,0 0-4-16,0 0-4 0,0 0-3 15,0 0-6 1,0 0 5-16,0 0 7 0,0 4 4 15,0 2 6 1,0-2 7-16,0 0-10 0,0-1 0 16,0 1-3-16,0-2 0 15,0 1 0-15,-2-2 0 16,-3 3-5-16,-5 0-27 16,-1 2-200-1</inkml:trace>
  <inkml:trace contextRef="#ctx0" brushRef="#br0" timeOffset="-31850.23">8128 12248 170 0,'2'0'6'0,"2"-5"14"15,3-1 5-15,-2-2-10 16,1 2 3-16,-2 1-10 15,5-1 8-15,2-2-6 16,-1-2-5-16,7-1 1 16,5-6-2-16,2-2 1 15,2-1-2-15,0-1 1 16,-3 2-3-16,-5 3-1 0,1 6 2 16,-12 7-4-1,-1 3 0-15,-6 0-4 0,0 0-1 16,0 6 44-1,-6 7-28-15,-1 1-3 16,-4 1 2-16,0-2 0 16,1 1 14-16,-3-1 1 15,4-1-7-15,-7 1-13 0,2 5 2 16,-8-1-3 0,5 0-1-16,-2-1-1 15,1-2 2-15,6-9 2 16,-1 1 2-16,6-4-7 15,3-2 0-15,-1 0 15 16,2 0-8-16,2 0 1 0,1 0-2 16,0 0-6-1,0 0-6-15,0 0 1 0,0 0 5 16,0 0-1 0,7-8-1-16,10-9 3 0,6-2 2 15,3-5-2-15,2-3 1 16,-2 2-2-16,-2 6 1 15,-5 1-2-15,-8 9-6 16,-2 3-3-16,-7 6-12 16,-2 0 5-16,0 3 10 15,0 12 15-15,-13 0-4 0,0-2 9 16,0 5-11 0,3-1 0-16,-8-2-19 0,6-1-221 15</inkml:trace>
  <inkml:trace contextRef="#ctx0" brushRef="#br0" timeOffset="-27900.3">19427 2445 220 0,'-2'-6'109'16,"-4"5"-35"-16,0-4-2 15,2 1-17-15,2 2-15 16,0 2-3 0,0 0 3-16,2-1-9 15,0 1-4-15,0 0-9 0,-2 0-6 16,2 0-3-16,0 0-7 15,0 0-4-15,0 0-4 16,0 0-3 0,0 1 0-16,0 7 20 0,4 2-5 15,7 3 6 1,0 0-8-16,-1 1 2 0,6 2-5 16,-4-3 2-16,6 0-1 15,-6 2 0-15,2-2-2 16,-4 1 1-16,3-1 2 15,0 3-6-15,2-2 6 16,-4 1-1-16,4 0 1 16,-5 1-5-16,6-1 5 15,-6 0-6-15,4-5 7 16,-2 5-2-16,2-4 0 16,0 0-4-16,-1 0 3 15,0 1 6-15,0-1-5 0,0-1-3 16,-5-1-1-1,1-1 2-15,0 3-2 16,-1-4 2-16,3 5 0 0,-3-2 3 16,6 2-3-16,-4 1 1 15,3 1-1 1,2-1 1-16,1 2 0 16,-4 1 0-16,4 0-1 15,-4-3 0-15,5 3-1 16,-4-3-3-16,2 4 4 15,-1-3 9-15,0-1-9 16,2 5 1-16,-4-5 6 0,2 4-11 16,-2-3 8-1,0 2-4-15,4-2 1 0,-3 3 0 16,2-1-2 0,0-3-4-16,-2 1 1 0,2 0 2 15,-2-1 3-15,0-1 2 16,0-1-3-16,-2 1 2 15,-1-1 2-15,1 2-3 16,2 1-1-16,-1 2-1 16,2-3 3-16,-2 4-1 15,4-1-1-15,-6 0 1 0,6-4 2 16,-8-4-8 0,3 1-3-16,-3 0 4 0,-1-3 2 15,0 0 4 1,-1 2 4-16,2 0-1 15,1-1-1-15,2 3-5 16,-3 0 4-16,4 2 0 16,-2-1-4-16,0 0-2 0,2 1 7 15,-2 2-5 1,6-2 2-16,-6 1-2 0,3 0 2 16,0 2 1-1,-2-2-1-15,1-4 2 0,-1 3-3 16,0-2-4-1,0-1 6-15,-4 2-3 0,5 0 1 16,-4-2 3 0,0 1-1-16,2-2-1 0,-4-3 0 15,1 1-2-15,0-2-2 16,-1-1-1-16,-2 2 3 16,0-1 4-16,0 2 1 15,1-3-3 1,2 3 2-16,-1 2-1 0,-2-2-2 15,-2 0 0 1,3-4 4-16,-5 2-3 0,2-3 3 16,-2-1-7-16,4 2 3 0,-4 0 0 15,0 0 0 1,2 0 4-16,-2 0-4 16,0-2 2-16,0 0-3 15,3 0 3-15,-1 0-10 0,-2 0-5 16,0 0 13-1,2 0 4-15,-2 0 1 0,0 0-7 16,0-11 5 0,0-11-6-16,0-3-140 15,0-10-334-15</inkml:trace>
  <inkml:trace contextRef="#ctx0" brushRef="#br0" timeOffset="-26828.68">20193 2401 346 0,'0'0'49'0,"-4"0"-6"0,-2 3-22 15,4 3-21 1,0 3-7-16,-2-1 7 0,-2 6 13 16,2 5-7-16,-5 4 11 15,0 4 3-15,-1 7-7 16,-3-1 13-16,2-1 15 15,0 0 2-15,1-6 0 16,1 1-7-16,0-7-20 16,3-5-2-16,0 0-2 15,3-8-1-15,1-1-3 16,-1-5-4-16,3-1-5 16,0 0-5-16,0 0 2 15,0 0-3-15,0 0-3 0,0 0 7 16,3 0 12-16,14-6-8 15,9-7 7-15,6-5-2 16,7-1 1 0,-3-1-4-16,1 0-2 0,-9 4 0 15,-6 5-1-15,-10 5-1 16,-3 4-2-16,-7 0-9 16,-2 2-26-16,0-2-78 15,0-2-28 1,-6 0-84-16</inkml:trace>
  <inkml:trace contextRef="#ctx0" brushRef="#br0" timeOffset="-26262.66">20128 2263 378 0,'0'0'42'0,"0"0"-15"15,0 0 5-15,0 0-2 16,0 0-10-16,-9-4-4 16,9 4 3-16,-2 0 8 0,0 0 7 15,0 0-9 1,0 2-15-16,2 14-12 0,0 9 16 15,0 10 11 1,0 9-5-16,4 10-7 0,7 5-1 16,0 2-5-16,3 5-3 15,2-2 0 1,6-4-1-16,-4-3 0 0,4-2 1 16,0-9-7-1,-3-5 10-15,-2-9-15 0,-2-7 9 16,-4-10-4-1,-4-4 1-15,-3-5 2 0,-2-4-3 16,0-2 4 0,-2 0 1-16,0 0-1 0,0 0 2 15,0 0 7 1,0 0-2-16,0 0-2 0,0 0-5 16,0 0-4-16,2 0 2 15,-2 0-8 1,0 0 2-16,2 0 3 0,-2 0 13 15,0 0-11-15,0 0-13 16,0 0-63-16,0 0-91 16,0-6-112-16</inkml:trace>
  <inkml:trace contextRef="#ctx0" brushRef="#br0" timeOffset="-23330.33">7668 12506 249 0,'0'0'54'15,"0"0"-7"-15,0-2 5 16,0 1-15-16,0-2-13 15,0 1-15-15,0-3-3 16,0 1 0-16,0-2 2 0,0 0-3 16,0-2 7-16,2 3 2 15,0-1 0 1,2-5-2-16,-2 3-1 16,3-3-1-16,2-2-4 0,-3 1 2 15,0-2-2 1,2 0 2-16,0 3 1 15,2-1-1-15,-2 1-5 0,-2 2-1 16,2-1-2-16,4 0 1 16,-4 3 1-16,1-3-1 15,3 1-1-15,-1-1 1 16,-2 4-2-16,2-2 2 16,0 3-2-16,-1-1 1 15,4-2-1-15,-2 0 1 16,3 1 0-16,0-3 0 15,5 0 1-15,-4 0 1 0,2 1-1 16,-6 1 0 0,2 2 0-16,-6 0-3 15,-2 3 5-15,0 2-2 16,0 0-1-16,7-4 1 16,-2 4 0-16,4-5 0 0,0 0 0 15,2 1 2 1,-3 3-6-16,2-3 6 0,-6 2-2 15,1 0 0 1,4 2 0-16,-5-1 0 16,3-1 2-16,0 3-1 15,-2-1 5-15,6 1-2 0,-3-2-1 16,4 2 0 0,-3 0-3-16,4 0 3 15,0 0-3-15,0 0 2 16,0 0-1-16,-2 0 1 0,0 0 1 15,-4 0-5 1,2 0 2-16,-5 0 4 16,4 0-2-16,-2 0 2 0,-3 0-4 15,6 0 1 1,-5 0-2-16,3 0 0 16,-3 0-5-16,-1 0 7 0,1 0-2 15,-1 0-3-15,1 0 3 16,3 0-7-16,2 0-1 15,0 0 13-15,4 3 5 16,3 3-6-16,-6 0-2 16,4 0-2-16,-3 0 3 15,0 1-2-15,2-1-1 16,-6 0 2-16,4 0 1 0,-2 0-3 16,2 0-2-1,-5 0 7-15,2-2-4 16,0 1 3-16,2-1-3 15,-2 0 0-15,-3 0 2 16,4 2-1-16,-3-3 0 16,4 3-2-16,-6-2 1 15,3 2 2-15,0 0-4 16,-3 4 4-16,3-3-3 16,4 5 5-16,-4 0 11 0,3-1-10 15,-2-1 5 1,-4-1-8-16,-2-3 0 0,-2 2-2 15,2-4 2 1,-2 2 0-16,2-1-4 0,-2 1 5 16,0 2 2-1,1-2-2-15,2-2-2 0,-3 0-1 16,-2-1 1-16,0-3 0 16,-2 3 3-16,2-3-3 15,-2 2 2-15,0 2 1 16,2 1-10-16,-2 3 13 15,2 1-5 1,3-3 11-16,-5 0-7 0,2-2-1 16,0-2-3-1,-2-2-2-15,0 0 0 16,0 0 0-16,0 0-2 0,0 0 2 16,0 0 1-16,0 0-3 15,0 0 2-15,0 0 4 16,0 0-12-16,-7 0-233 15</inkml:trace>
  <inkml:trace contextRef="#ctx0" brushRef="#br0" timeOffset="-22226.42">8716 12464 201 0,'0'0'48'0,"0"0"14"0,-4-11-6 16,3 10-15-16,1-1-2 15,0-1 0 1,-2 2 5-16,2-1 8 0,0-1-5 16,0 3-4-16,0-1-11 15,0 1-2 1,0 0-11-16,0 0-3 15,0 0-5-15,0 0 5 16,0 0 0-16,0 0 4 16,0 0-4-16,0 0-9 0,0 0-4 15,0 0-2 1,0 0 1-16,0 0-4 0,0 0 1 16,0 0 0-16,0 0 1 15,0 0 1-15,2 0-1 16,7 0 0-16,2 0-2 15,-3 0 2-15,7 0 2 16,-1 0-2-16,0 0 1 16,-2 6 0-16,2 0-1 15,-4 0-1-15,2-2 1 16,-2-1 4-16,-3 1-5 0,0-4 3 16,-1 2-1-1,-2-2 0-15,-2 0-1 0,0 0 0 16,0 0 1-1,1 0 0-15,1 0 1 16,5-12 2-16,-1-7 0 16,1-5-3-16,4-6 1 15,-2-1 0-15,1 0-2 0,-3 4 0 16,-4 6 2 0,1 3-2-16,-4 8 1 15,-2 5 0-15,2 3 3 16,-2 0-1-16,0 2 0 15,0 0-1-15,0 0-2 16,0 0 1-16,0 0 0 0,0 0-2 16,0 0 1-16,0 0 0 15,0 0-5 1,0 0-7-16,0 0 1 0,0 8-10 16,-4 5-72-1,-7 3-171-15</inkml:trace>
  <inkml:trace contextRef="#ctx0" brushRef="#br0" timeOffset="-20000.13">8352 13081 273 0,'0'0'25'16,"2"-17"-1"-16,3 5 0 16,1 0-14-16,5 0-4 15,2-1-5-15,-2-2 3 16,1 1-4-16,2 3 2 16,-2-3-2-16,-2 3 2 15,2 1-2-15,-6 4 1 16,-4 0 0-16,0 5-2 0,-2 1 5 15,0 0 7 1,0 0 13-16,0 0 16 0,0 0-24 16,0 3-7-1,-6 7-9-15,-4 3 0 0,-4 3-14 16,4 1 43-16,-2 0-18 16,4 1-10-1,-2 0 5-15,3-5-10 0,3-3 6 16,1-3 0-16,1-1-6 15,0-3 9 1,2-3-2-16,0 0-1 0,0 0-5 16,0 0-2-16,0 0-7 15,0-3 7-15,0-8 14 0,4-9 2 16,10-3-10 0,0-7 4-16,4 3-5 0,-4-3 0 15,4 5 1 1,-8 2-7-16,4 7 8 15,-8 8-2-15,-6 4 0 16,2 3-1-16,-2 1 4 16,0 0-6-16,0 5 3 15,-2 11-8-15,-8 5 26 16,-6 2-12-16,2 7-11 16,-4-5 15-16,2 1-7 15,6-2-10-15,0-7 16 16,3-3-31-16,5-8 42 15,0-1-19-15,2-5-2 0,0 0-3 16,0 0 2 0,0 0-7-16,0-5-14 15,4-13 36-15,11-6-9 0,0-1 0 16,2-3-3-16,1 5-1 16,-6 1 1-16,0 9-1 15,-6 3-1-15,-4 8 0 16,-2 2-3-1,0 0-10-15,0 10 7 16,-8 9 28-16,-6 0-18 0,2 5-2 16,0-4-4-1,6-5 11-15,2-5-14 0,0-5-19 16,0-4-224 0</inkml:trace>
  <inkml:trace contextRef="#ctx0" brushRef="#br0" timeOffset="-16800.21">21132 4478 179 0,'0'0'-5'0,"0"0"13"16,0 0 12-16,0 0-1 15,0 0 10-15,0 0 22 16,0 0-5 0,0 0-3-16,0 0-10 0,0 0-17 15,0 0-3-15,0 4 0 16,0 0 11-16,0 2 11 16,0 0 0-16,0-1-4 0,0 1 2 15,0-2-7 1,3 1-5-16,2 3-7 15,-3 4 1-15,4 1 6 16,-2 4 10-16,2 1-2 16,-1 2-11-16,-1-1-3 0,-1 0-3 15,1-2-2 1,0 6-2-16,0-3 0 0,0 5 2 16,1 3-1-1,-1-1 3-15,3 2 2 0,-1 0-6 16,-2 2-1-1,3-1 1-15,-1-1-2 0,1 3-1 16,2-4 2 0,-3 3-4-16,0-1 2 15,2-4 0-15,2 6-2 16,-4-3 0-16,2 0 1 16,2 2 0-16,-4 0 5 15,-2-1-6-15,2 0 1 16,-4-1 3-16,0-4-6 0,3-2 1 15,-5-3 4 1,5-3-2-16,-3-2-2 0,0 1-1 16,0 0 0-1,2-1 0-15,-2 0 0 16,0 1 1-16,2 2-1 0,1-3 0 16,-3 1-1-16,3-3 2 15,-3 0-2-15,0-1-4 16,2 0 6-16,-2-3 0 15,0-1-1-15,-2-2 1 16,0-3-2-16,2 2 3 16,-2-5-3-16,0 0-4 15,0 0 5-15,3 0-2 16,-3 0 2-16,0 0 0 16,0 0-4-16,0 0-1 15,0 0 7-15,0 0 3 16,0 0-4-1,0 0-1-15,2-8-3 0,-2-9-18 16,4-11-121-16,-2-2-244 16</inkml:trace>
  <inkml:trace contextRef="#ctx0" brushRef="#br0" timeOffset="-15950.22">21496 4848 334 0,'0'0'81'15,"0"0"1"-15,0 0-23 16,-8-14-13-16,8 10-20 16,0 0-10-16,0-2 3 15,0 0 4-15,0-1 2 0,0-1-8 16,4-2-9 0,9 3-4-16,-2-3-4 0,4 4-2 15,-2 1 1 1,4 4-3-16,0 1-1 0,0 0-3 15,1 0 3 1,-2 4-9-16,0 14 0 0,-4 5 37 16,0 6-26-1,-4 5 4-15,-8 4 26 0,0 4-22 16,0 2 12-16,-2-1-7 16,-8-5 15-16,-6-2 5 15,8-11-15-15,1-7-9 16,0-9-4-16,5-7-1 15,0-2-1-15,2 0-4 16,0 0 2-16,0 0 0 16,0 0 4-16,0 0 8 15,0 0 0 1,4-10-6-16,14-3 0 0,8-7 1 16,4-3-4-16,6-2 2 15,5-2-5-15,-5 4 2 16,-2-1-1-16,-7 7 1 15,-8 6 0-15,-6 2-2 16,-4 4 3 0,-7 2 0-16,-2 0-3 0,0 3 5 15,0 0-2-15,0 0-1 16,0 0 1-16,0 0-2 0,0 0 4 16,0 0-3-1,0 0 0-15,0 0 0 16,0 0-13-16,0 0-73 15,-6 0-169-15</inkml:trace>
  <inkml:trace contextRef="#ctx0" brushRef="#br0" timeOffset="-12481.95">7638 13465 251 0,'0'0'19'0,"0"0"6"16,0 0-15-16,0 0-5 16,0 0 2-16,0 0 10 0,0 0 11 15,0 0 3-15,0 0-6 16,0 0-11 0,2-8-6-16,0-4-5 0,0 3 3 15,2-5-5 1,1 2-1-16,1 0-1 0,1-1 2 15,-1-3-1 1,0-1 1-16,3 4-1 16,-2-4 0-16,-1 4 0 0,-1 4 1 15,3 0-1-15,-3 7 3 16,-1-3 4-16,0 1-1 16,0 1 1-16,4-3-1 15,2-1 3-15,-2 1-3 16,5-5 3-16,-2 4-4 15,1-3-3-15,0 2 2 16,-4 2-2-16,3 4 4 16,-3-3-4-16,3 1 2 15,0-2-3-15,-1 3 0 16,4-2 1-16,-2 0 3 16,2 1-2-16,-6-2-2 0,0 4 0 15,2-2-2 1,-4 4 0-16,1-2 2 0,5 2 0 15,-1-4-1 1,2 2 3-16,2-2-1 16,2 3 0-16,-4-5-1 0,2 4 0 15,-5 0 1-15,2 0-4 16,-4 2 1-16,-2 0 1 16,4 0 1-1,0 0 1-15,-3-2 1 0,10 0 0 16,-5 2 4-16,8-2-5 15,-1 2-3 1,-2-4 10-16,3 4-5 16,-1-2-2-16,-4 2 1 0,-2 0-2 15,-6 0-1 1,6 0 2-16,-3 0-1 16,1 0 2-16,2-1 0 0,-4-2-1 15,6 2 3-15,-7 1 1 16,3-2-2-16,-5 2-3 15,1 0 0-15,-2 0 3 16,3 0-3-16,0 0 3 16,1 0-9-16,4 0 4 15,-5 0 16-15,6 7-8 16,-2-1 0-16,2 2-1 0,-2 3-8 16,-3 1 8-1,6 0 5-15,-5 2-5 0,4-2-7 16,-4-1 15-1,1-2-6-15,0-3-5 0,-4 0 2 16,5 0 1 0,-3 0-1-16,2 0-1 15,-3 0 2-15,0-1-1 0,2 1-2 16,-2-1 0 0,0-1 1-16,-2 1-1 15,2-3 0-15,-2 4-1 16,0-3 0-16,-2 2 0 15,3 1 3-15,0-2-2 16,-1 3 1-16,-2-1-5 16,0 0 5-16,3 0-3 15,-2-2 0-15,-1 0 1 0,0-2-2 16,-2 0 2 0,0 2 0-16,1-2 0 0,3 2 2 15,-2 2-1-15,3-2 2 16,-3 1-2-16,0-1-2 15,1 2 1-15,-3 0-1 16,0-1-1-16,4 1 1 16,-4 2 0-16,3 2 2 15,-1 1-6-15,3-1 14 16,-3 0-10-16,0-2 1 16,-2-1 3-16,2-3-4 0,-4-2 3 15,2 0-3 1,0 2 2-16,-2-2-1 15,0-2 0-15,3 0-1 16,-3 0-3-16,0 0 0 16,0 0 2-16,0 0 2 15,0 0-2-15,0 0 0 16,0 0 0-16,0 0 1 0,0 0-13 16,-3 0-194-16,-7 0-322 15</inkml:trace>
  <inkml:trace contextRef="#ctx0" brushRef="#br0" timeOffset="-11630.94">8601 13482 384 0,'0'0'55'16,"0"0"-15"-16,0 0-8 15,0 0-8-15,0 0-6 16,0 0-1-16,0 0-3 16,0 0 0-16,0 0 0 15,0 0 1-15,0 0 6 16,0 0 3-16,0 0-7 15,0 0-7-15,5 4-3 16,4 1 4-16,3 3 0 16,2 1-2-16,-2-1 1 15,2 1-3-15,-4 0-1 16,1-3 3-16,0 1-3 16,-5-2-4-16,1 1 0 15,-1-3 0-15,0 0 1 0,1 2 0 16,-5-5 0-1,0 2 0-15,0-2-1 0,3 0-1 16,-1 0 2 0,0 0 2-16,2 0-1 15,-1-2 4-15,2-6 0 0,-1-1 0 16,0 1-3 0,-2-2-1-16,0 1-3 0,6-2 1 15,-2-7-2 1,0-2 1-16,4-5 0 0,-4 1 0 15,0 1 0-15,-3 2 0 16,2 4 0 0,-5 3 0-16,0 2 0 0,0 0 0 15,0 5 1-15,-2 1-2 16,0 0 1-16,0 2 0 16,0 2 0-16,0 2-1 15,0 0-1-15,0 0 1 16,0 0-1-16,0 0 1 15,0 0-4-15,0 0 7 16,0 0-5-16,0 0 2 16,0 0 0-16,0 0-1 0,0 0-3 15,0 0-13 1,0 0-86-16,0 6-150 16</inkml:trace>
  <inkml:trace contextRef="#ctx0" brushRef="#br0" timeOffset="-9664.64">8365 14198 53 0,'0'0'51'16,"0"-4"-18"-1,0 4-10-15,0 0-1 16,0 0-8-16,0 0 1 16,0-1-5-16,0 1 4 0,0-6-9 15,0 2 4 1,0-2 18-16,0 0 4 0,3-1-10 16,5-4-3-1,-2 5-4-15,1-1-6 0,-5 1-2 16,0 0-7-16,-1 5 3 15,2-2 1-15,-3 3-1 16,0 0 3-16,0 0 3 16,0 0 6-16,0 0 0 15,0 0-3-15,0 0 0 16,0 0-1-16,0 0 1 0,0 0-2 16,0 9 6-1,0-1 9-15,-3 3 6 0,-2 1-17 16,0-4-2-1,1 1 0-15,-2-3-3 0,3 0-2 16,3-5 2 0,-3-1 5-16,3 0 0 0,-1 0-7 15,1 0-12-15,0 0 2 16,0 0 0 0,0 0 3-16,0 0-6 15,0 0-5-15,0 0-2 16,0-1 20-16,1-9-4 15,9-2 4-15,1-1-6 16,2 1 5-16,-3 0-3 16,-2 0-3-16,0 6 3 15,-2 5-2-15,-4 1-2 0,-2 0 2 16,0 0-2-16,0 0 4 16,0 0-1-1,0 1 4-15,0 11-4 0,-2-1 22 16,-6 2-11-16,0-1-5 15,2-5-11-15,2 3-14 16,0-8 20-16,0-1-72 16,1-1-176-1</inkml:trace>
  <inkml:trace contextRef="#ctx0" brushRef="#br0" timeOffset="-6369.83">17496 4195 222 0,'-6'1'6'15,"2"-1"11"-15,4 0 16 0,0 0 0 16,0 0-10-16,0 0-13 16,0 0 1-1,0 0 9-15,0 0 31 0,-2 0 14 16,2 0 7 0,-2 0-11-16,2 0-21 15,0 0-11-15,0 0-8 16,0 0-13-16,0 0-8 15,0 0-6-15,0 0 11 16,0 0 1-16,0 0-4 0,0 0-3 16,0 0-8-1,2 0-3-15,6 0 17 0,8 0-2 16,0 0 7-16,4 0 1 16,4 0-3-16,1-1-3 15,5-3-12-15,4-3 9 16,4 1-3-16,0-2 7 15,3-2 4-15,0-2-11 16,0 5 4-16,-5 0 3 16,1 1-6-16,-3-2-1 15,-2 2 3-15,-2 2-2 16,1 0-1-16,-8 2 3 16,5-2 1-16,3 2-3 15,-1-4 1-15,6 1 1 16,8-3-3-16,1 0 4 15,6-1-3-15,6-3 4 16,0 2-2-16,-1 1-1 16,0 1-3-16,-4 2 3 0,-9 2-1 15,0 0 2-15,-6 0-3 16,-1 1 1 0,0-1 5-16,1-2-9 15,2-2 10-15,0 0-5 16,1 0 4-16,-3 3-3 15,-1-1-1-15,-1 2 4 0,0 2-5 16,-1 2 0 0,-2 0 3-16,5 0-3 15,1 0 3-15,4-5-4 0,0 4 3 16,2 1 1-16,-1-6 2 16,-7 2-5-16,0 3 1 15,-5 1-1 1,-1-5 0-16,2 4 1 0,0-4 0 15,6 2 3 1,-4-3-2-16,0 2-1 0,-1 1-2 16,-3 0 2-16,-7 3-2 0,-4 0-1 15,3 0 1 1,-5 0 0-16,0 0-2 16,7 0 5-16,4 0-3 15,7 0 3-15,3 0 1 16,5 0-4-16,-2 0 9 15,-2 0-6-15,-5 0 1 16,-6 0-5-16,-4 0 2 16,-5 0-3-16,-2 0 5 15,3 0-2-15,-1-1 3 16,-2 1-4-16,0-2 4 16,-3 2-4-16,-6-3 3 0,-2 3-3 15,-2 0 2 1,-2 0-2-16,1-2 4 0,4 2-3 15,-1 0-3 1,2 0 4-16,4 0 0 0,-2-1 0 16,-2 1-1-16,4 0-1 15,-4 0 2 1,-2 0 0-16,1 0-2 0,2 0 2 16,1-3-2-1,3 3 1-15,-2-1 1 0,2-1 0 16,-5 2 0-16,-1-1-3 15,-5 1 5-15,1 0-3 16,-3 0 6-16,0 0-2 16,0 0-2-1,0 0 1-15,0 0-2 16,0 0 0-16,-3-4-1 0,-27-2-14 16,-20-5-462-1</inkml:trace>
  <inkml:trace contextRef="#ctx0" brushRef="#br0" timeOffset="-5520.04">18848 3651 394 0,'0'0'60'16,"0"0"21"-16,-5-6-5 16,5 4-30-16,0 0-17 15,0 2-4-15,0-2 0 16,0 2 3 0,0 0 3-16,-2 0 2 0,2 0-6 0,-2 0-13 15,0 0-8 1,-2 0-8-16,-1 6-9 15,1 8 22-15,0 3-1 16,4 0-4-16,-3 5-2 16,1-3-6-16,2-1 0 0,0-1-1 15,0-5 3 1,0-2 0-16,0-5-5 0,0-3 1 16,0 0-6-1,0-2 1-15,2 0-3 16,5 0 4-16,3 0 0 15,4 0 22-15,1 0-5 16,0 0-6-16,2-6 2 0,-2 4-3 16,1-2-2-16,-2 4-2 15,-3 0 2 1,2 0-1-16,-5 0-1 16,4 4-1-16,-6 8 4 15,0 0-4-15,-2 6-9 0,-4-1 9 16,0 3 0-16,0 4 0 15,0-3 20 1,0 1-11-16,-4-5-5 0,-2-4-7 16,2-7-6-1,-1-2-57-15,3-4-65 0,-7 0-96 16</inkml:trace>
  <inkml:trace contextRef="#ctx0" brushRef="#br0" timeOffset="-5118.76">18852 3688 334 0,'0'0'76'0,"0"0"-17"16,0 0-30-16,0 0-12 0,0 0-8 15,22-42-2 1,-1 23 0-16,4-7 3 16,1-2 2-16,2 1-6 15,-2 4 1-15,-2 4-6 0,-9 2 0 16,0 8-1-1,-8 6 0-15,-5 1 2 0,0 2 4 16,-2 0 5-16,0 0 5 16,0 0-3-1,0 0-15-15,0 0-6 0,0 8-9 16,0 5-2-16,-11 5 24 16,-6-3-342-16</inkml:trace>
  <inkml:trace contextRef="#ctx0" brushRef="#br0" timeOffset="-2164.42">7804 14355 216 0,'0'0'64'16,"0"-2"-43"-16,0 1 9 15,0-4-10-15,0 4-5 0,0-2-3 16,0 1-5 0,0 1-8-16,0-2 2 0,0 2 1 15,0-1 6 1,2-2 5-16,1-2 21 16,2-2-6-16,4-1 6 0,-3 1-6 15,3-4-4 1,-3 1-11-16,3-1-2 15,-3 0 3-15,-1 1 1 16,4 1-4-16,-1 1-2 16,-2-3-2-16,2 2-1 15,2 0-1-15,-4 1 0 0,2 3-2 16,2-3-3-16,-4 7 0 16,-4-4 0-16,6 0-1 15,1 1 0-15,0-1 1 16,3-1 3-16,4 1 0 15,1-3 0-15,-2 1-3 16,2 2 0 0,-2 0 1-16,-2 4-2 15,0 1-4-15,0-1 3 0,-1 2 2 0,4 0 8 16,3-3-7 0,0 1 6-16,1 2-2 0,-1-3-3 15,-3 3 0 1,0 0-1-16,0 0-4 0,-4 0-9 15,6 0 10 1,-4 0 15-16,6 0-8 16,0 0 1-16,-3 0-10 15,0 0 9-15,0 0-2 16,-5 0-9-16,2 0 22 0,-6 0-11 16,4 0-1-1,0 0-2-15,0 0 1 0,-2 0 0 16,2 0-1-1,4 0 2-15,-5 3-3 0,4-1-1 16,-5 1 1 0,3-3-2-16,-2 3 4 0,0-1-3 15,-1 2 0-15,1 1 0 16,2-2-4 0,-2 7-3-16,2-3 4 15,-3-1 4-15,2 1 4 16,2 4 3-16,0-5-6 0,0 1 1 15,2-1-2 1,-4 1 2-16,3 2 5 16,-4-3-7-16,2 1-2 15,-2 3 4-15,-2-2-1 0,3 3-2 16,0-1 2-16,-4-1-1 16,2 1 3-1,0 2-4-15,-4-3-5 0,2-1-2 16,-4 4-5-16,0 0 25 15,1-1 5-15,0 1-21 16,3 6 9-16,-4-6-7 16,0 1 6-1,1 0 3-15,-1-1-6 0,-1-3 0 0,1 1 2 32,-2-4-4-32,-2 1 1 0,2-1 2 15,0-3-1-15,0 1 0 16,-2 1-1-16,0-2 6 15,0 0-5-15,0-3-1 16,2 0-1-16,-2 0 1 16,0 0-1-16,0 1 1 15,0-1 0-15,0 0 0 16,0 0 1-16,0 0-1 16,0 0 0-16,0 0 0 15,0 0 0-15,0 0-1 0,0 0-3 16,0 0-1-1,0 0 1-15,0 0-24 0,0-6-201 16,-2 0-260 0</inkml:trace>
  <inkml:trace contextRef="#ctx0" brushRef="#br0" timeOffset="-1200.68">8701 14391 381 0,'0'0'9'0,"0"0"12"0,0 0 27 15,-16-20-19 1,14 20 1-16,0-3 2 0,2 1 14 15,0 2 15 1,0-1 2-16,0 1-7 16,0 0-11-16,0 0-17 0,0 0-11 15,0 0-7 1,0 0-4-16,0 0-5 0,0 0 0 16,0 0 1-1,0 0-2-15,0 0-1 16,0 0 1-16,0 0-3 15,0 0 0-15,0 0-4 0,0 0 0 16,2 1 5 0,9 7 8-16,2 1-6 0,-2 1 5 15,2 0 4 1,-5 2-6-16,1-5-13 0,2 4 7 16,-5-4 17-16,1-1-4 15,-1-5-6-15,-4 1-5 16,2-2-1-16,-4 0-1 15,2 0 1-15,-2 0 4 16,2 0-2-16,4 0 6 16,2-10-2-16,2-8 11 15,4-4-6-15,0-3-2 16,0 0-5-16,0 4-3 16,-3 1 0-16,0 5 2 15,-5 5-2-15,3 0 3 0,2 1-3 16,-5-3 3-1,1 3-1-15,-3 1-2 16,4-2 1-16,-5 3 2 0,-1 3-4 16,-2 0 4-1,2 4-3-15,-2 0 4 16,0 0-4-16,2 0 3 16,3-4-3-16,1 0 0 15,0-2-1-15,-2-1 2 16,4 2 1-16,-6 2-2 15,0 3 4-15,0-4-5 16,-2 4 4-16,0 0-1 0,0 0 1 16,0 0 3-16,0 0 0 15,0 0 0-15,0 0 2 16,0 0 2 0,0 0-5-16,0 0-5 15,0 0-3-15,-2 6-9 0,-12 7-12 16,0 3-125-1,0 1-383-15</inkml:trace>
  <inkml:trace contextRef="#ctx0" brushRef="#br0" timeOffset="1531.41">8281 15141 135 0,'-2'0'26'16,"2"0"5"-16,-2 0 24 15,2 0-9-15,-2 0-12 16,2 0-10-16,0-2 1 16,0 2-3-16,0-2-10 0,0 0-12 15,0-4-28 1,0-1 8-16,6-3 35 0,4 2-2 15,6-3 0 1,-7-1-10-16,4 6-5 16,-7 2 1-16,-4 2 1 15,-2 2-3-15,0 0 6 0,0 0 6 16,0 0 0-16,0 0 0 16,0 0 11-1,0 0 11-15,0 0-8 0,0 6-9 16,-2 4-9-1,-9-1-2-15,0 7-3 16,-1-4 7-16,-4 1-4 16,4-1 2-16,-2-1-2 15,6-5 2-15,0 0-2 16,0-2-2-16,6-2 3 0,0-2-3 16,2 0 2-16,-2 0 2 15,2 0 2-15,0 0-1 16,0 0-6-16,0 0-4 15,0 0-2-15,0 0-8 16,0-2-8-16,0-6 4 16,14 0 41-16,-2-3-18 15,2 5-3-15,-2-2-1 16,-2 4 3-16,0 2-5 16,-6 2-14-16,-2 0-30 15,-2 0-103-15,0 0-124 0</inkml:trace>
  <inkml:trace contextRef="#ctx0" brushRef="#br0" timeOffset="4581.35">19754 7124 260 0,'0'0'86'0,"0"-2"-15"0,0-2-7 16,0 3-22-16,0 1-14 16,0-3-8-16,0 2-1 15,0-1 6-15,0 0 0 16,0 0-4 0,2-2-4-16,4 2 1 15,3-4-3-15,-1 0-1 16,8-5-1-16,2 0-3 15,4-2-4-15,-2-3-2 16,2 6 0-16,-1-2-4 16,-2 0 0-16,3 0 1 15,-3 1 0-15,5-1-1 0,0 0 0 16,2-3 3-16,-1 1-3 16,-4 1 1-16,1 1 2 15,-5 3-5-15,-2 1 1 16,2-1 2-16,1 0-2 15,1 0 1-15,2-3 3 16,5-1-5-16,2-5 2 16,7-1 2-16,-1-3 0 15,-2 3-4-15,0 1 3 0,-6 2-1 32,-4 0 2-32,-5 4-2 0,-4 4 1 0,0 0 0 15,-2-1-2 1,4-3 2-16,0 1 0 0,4-3 1 15,3-1-1 1,2 1-2-16,-5-1 1 16,0 3 0-16,-1 0 1 0,-3 5 0 15,-3-3-2 1,2 2 1-16,0-1 2 0,4-5-2 16,4-1 0-1,0-2 1-15,2-1 1 16,0 2 1-16,-2 1-2 15,-7 3 0-15,0 5-1 16,-4 0 1-16,-3 2-1 16,0-1 1-16,4 0-2 0,-4 0 2 15,2 1-1 1,0-1 2-16,0 0-3 0,-2 2 1 16,2-2 2-1,-2 0-3-15,0 3 3 16,-1 1-3-16,4-2 1 0,0-2 0 15,-3 2 1 1,5-2 0-16,-2 0-1 0,-3 1 4 16,1 1-3-16,-2 0 1 15,-5 2-1-15,2 0 2 16,-2 2-1-16,-2-2 2 16,0 2 2-16,0 0-2 15,0 0 2-15,0 0 1 16,0 0-2-16,0 0-2 15,0 0 1-15,0 0-2 16,0 2-14-16,-10 14-58 0,-10 1-232 16</inkml:trace>
  <inkml:trace contextRef="#ctx0" brushRef="#br0" timeOffset="5729.94">20653 7009 176 0,'0'0'38'0,"0"0"14"16,0 0 5-16,9-37-1 15,-9 28-16-15,0 0-1 0,0 1 33 16,0 2-6-1,0-2-28-15,0 3 3 0,0-3-10 16,-9 4-4 0,-2-2-4-16,0 0-2 15,-3 3-1-15,-2 3-3 16,-3 0 4-16,2 0-16 16,-1 0 2-16,2 3-8 15,0 9 8-15,1 0 4 16,0-1-23-16,4 3 21 0,3-3-21 15,-1 5 13 1,3-3 13-16,3 5-20 16,1-4 7-16,2 0 1 0,0 2-8 15,0-3-3-15,0-2 2 16,11 0-2-16,4-1 6 16,2-2-3-1,5 2 10-15,4-5-3 0,4 1 2 16,2-2-3-16,2-2 15 15,1 3-11 1,-5-1-3-16,-2 4-4 0,-10 4 4 16,-4 2-3-1,-8 3-2-15,0 4-7 0,-6-4 6 0,0 4 20 16,0-5-33 0,0 0 39-16,-10-2-22 15,-22 15 18 1,15-19-16-16,-4-1 4 15,1-6-2-15,1-3-8 16,4 0 4-16,0 0 4 16,1-18 9-16,6 2-9 15,0-6-2-15,2 2-1 16,3-4 1-16,3 1-1 16,0 2 0-16,0-5-2 15,0 1 3-15,5-2-2 0,5 2-2 16,0-2 2-1,2 4 1-15,-2-1 2 0,-1 5-3 16,0 1 0-16,-1 1 1 16,-1-1 1-1,1 3-1-15,-4 4 0 0,1-1 1 16,-1 4-2 0,-2 3 1-16,-2 2 1 0,0 3-1 15,0 0 4 1,0 0 2-16,0 0 3 15,0 0-7-15,-11 0 0 16,-4 0-7-16,-2 0 4 16,-2 0-26-16,-1 6-114 15,2 2-186-15</inkml:trace>
  <inkml:trace contextRef="#ctx0" brushRef="#br0" timeOffset="8280.21">7780 15262 406 0,'-4'0'40'0,"2"0"-20"15,2 0-14-15,0-4-12 0,0-2-1 16,0 0 47 0,0-4-2-16,0 3 1 0,0-4 8 15,6 0-9-15,-3 0-13 16,4 1-4-16,0-4-9 16,0 3-4-16,1-1-3 15,5-2-1 1,-2 2 0-16,4-1-3 0,-3 1 0 15,6 1 2 1,-4-1-1-16,2 0 1 0,4 5-1 16,-6-2 0-16,4 2-2 15,1 1 0-15,0 1 3 16,3-3-2-16,-1-2 2 16,3 3-2-16,0 0 0 15,-7 1-1-15,-2 2 1 16,2 3-1-16,-6 1 5 15,2 0-1-15,0 0 5 16,4 0-3-16,-3 0-4 16,6-3 3-16,2 3 0 15,-4-3-3 1,0 0-2-16,-2 3 0 0,-4-3 3 16,2 3-4-16,-6-2 3 0,3 1 0 15,0 1-2 1,-3-3 1-16,1 3-1 0,4 0 0 15,-5 0 1 1,3 0-1-16,-1 0-2 16,6 0 0-16,-2 0 1 0,4 0 4 15,0 0-3 1,-1 3 1-16,4 0-3 0,3 0 2 16,-5 3-2-16,1-2 9 15,1 2-2-15,-2 0-4 16,-3 0-2-1,0-2 4-15,2-1-3 16,-3 1 0-16,0-2-2 0,0 2 0 16,2 1 2-16,-2-3-1 15,1 3 2-15,-2 5 0 16,0-2 5-16,0 3-4 16,2 1 1-16,-2 0 2 15,2 1-5 1,-2-1 4-16,2 3-4 0,-3-3 5 15,2 0-3-15,-7-1 1 16,3-3 2-16,-3 2-4 16,-1-4 2-16,-2-1-1 15,-1 0 1-15,-2-2-1 16,0 0 2-16,2 0-3 16,0-3 1-16,-2 4 1 15,0-2 2-15,-2-1-4 0,3 5-4 16,0 0 5-1,-1 4-1-15,0-1 8 0,2 6-2 16,0-5-3 0,-2 5 0-16,2-5-4 15,-4-1 5-15,2-2 5 0,-2-5-5 16,0 2-5 0,2-4 0-16,-2 0 1 0,0 0 2 15,0 0 3 1,0 0 2-16,0 0-3 15,0 0-1-15,0 0-2 16,0 0-2-16,0 0 1 16,0 0 1-16,0 0-3 0,0 0 2 15,0 0-5 1,0 0-2-16,0 0 2 0,0 0 0 16,0 0-81-16,0 0-169 15</inkml:trace>
  <inkml:trace contextRef="#ctx0" brushRef="#br0" timeOffset="9231.93">8852 15305 363 0,'0'0'58'15,"0"0"17"1,0 0 2-16,-12-12-17 0,12 10-5 15,-2 1-1 1,2-2-9-16,-2 3-8 0,2 0-5 16,-2 0-3-1,2 0-2-15,0-1-5 16,0 1 0-16,0 0 6 0,0 0-3 16,0 0-3-16,0 0-2 15,0 0-10-15,0 0-4 16,0 0-1-16,0 0-4 15,0-2-1-15,0 2-1 16,0 0 3-16,0 0-5 0,0 0 4 16,0 0-5-1,2 0 4-15,6 0-2 16,6 0 4-16,-2 7-4 16,6 6 1-16,-3-2 3 15,0 3-1-15,0 0 5 16,0-1-8-16,-4-1 2 15,-1-3 6-15,-3-1-6 16,0-4 1-16,-3 0-2 16,0-4-1-16,0 0 1 15,-2 0 3-15,0 0-2 16,0 0 1-16,4 0-2 16,-2 0 1-16,0-6 3 15,4-6-1-15,-4-3-2 0,6-5 2 16,-2 1 1-1,0-3-4-15,-1 3 2 0,2-3-2 16,-1 0 1 0,-1 1 1-16,1-3-1 15,3 1 0-15,-4-4 0 0,1 8 0 16,0-1 0-16,-3 5-1 16,0 5 1-16,-5 6 0 15,0 2 1-15,0 2 1 16,0 0 2-16,0 0-1 15,0 0-2 1,0 0 0-16,0 0-7 0,0 0-5 16,0 16-20-16,-14 3-98 15,4 2-82-15,-1-1-476 16</inkml:trace>
  <inkml:trace contextRef="#ctx0" brushRef="#br0" timeOffset="11001.58">8494 15989 175 0,'0'0'53'0,"0"-8"-24"15,0 2-10 1,0 4-6-16,0-1-5 0,0 1-2 16,0-2-2-1,0-2-4-15,0 0 3 0,0-3 3 16,6-1 6-16,1 0 3 16,4-1-6-16,-5 3-7 15,1 2-2-15,-1 2 1 16,-2 4-1-16,-1 0 0 15,-3 0-2-15,0 0-9 16,0 0 4-16,0 2 9 16,0 8 41-16,0 2-23 15,0-1 4-15,0 1-8 0,-11 3-4 16,2 1-4 0,1-1 0-16,-7 2-6 15,6-3 1-15,1-2 0 16,-2-3 6-16,4-5 4 0,2 1 31 15,2-5-7 1,0 0-17-16,0 0-4 16,0 0 3-16,2 0-8 15,0 0-10-15,0 0-2 16,0 0 0-16,0 0-2 16,0-3-2-16,0-6 21 15,6-5-15-15,6-4-2 16,6 1 2-16,-3-2 0 15,2-1-3-15,3 5-2 0,-7 0 3 16,-1 6 0 0,-3 4-5-16,-2 1 2 0,-3 4-2 15,-4 0 6-15,0 0 0 16,0 0-1 0,0 4 5-16,0 5-3 0,-4 5 14 15,-7 3-9-15,2 1 0 16,-3-1-10-1,5-1 9-15,0-5-1 16,1-1-2-16,0-6-1 0,5-2-6 16,-1-2 4-16,2 2-3 0,0-2-10 15,-2 2-19 1,2-1-120-16,-2 2-178 16</inkml:trace>
  <inkml:trace contextRef="#ctx0" brushRef="#br0" timeOffset="13679.2">17703 6539 390 0,'0'-3'52'15,"-2"1"-5"-15,2 2 9 16,0-4-36-16,0 4-7 16,0-2-3-16,0 2-2 15,0 0-1-15,0-4 5 16,0 4 6-16,2 0 4 15,4 0-2-15,4 0 5 16,-2 0-15-16,2 0 7 16,-2 0-3-16,4 2 6 15,1 2-3-15,-3 0-7 16,4 0 1-16,-2 0 0 0,-1 1-5 16,-2-1 3-1,1 2-4-15,4 1-4 0,-4 1-4 16,-2 0 22-1,6 0-1-15,0 1-5 16,4-3-7-16,-2 2 3 16,9-2-5-16,-1 2 1 15,-1-2 3-15,-4-1-1 16,-2 1-2-16,1-2-1 16,-7 2-4-16,-5-1 1 0,2-2 3 15,-1 0 4-15,0 0-1 16,1 0-8-1,4 3-1-15,2-2-1 16,5 2 8-16,1 1 10 0,4 1-7 16,-6 2-6-1,2-3 3-15,-2 4-3 0,-4-4-1 16,4 2 0-16,-8 0 2 16,6-1-2-16,-6-2 0 15,3 2 0-15,-2-2-2 16,2 2 0-16,-1 0 3 15,0-1 0-15,2 2-1 16,-2 0 0-16,0 1-1 16,-1-3 0-1,0 1 3-15,-1 0-3 0,-1-2 0 0,2 0 1 16,-5-2-5 0,7 2 4-16,-2-1-2 0,2-1 4 15,-3 2-1 1,2-1-1-16,-3 0 1 0,3-1-2 15,-1-1 2-15,-3 1-1 16,4 0 0 0,0 0 1-16,-2 2 0 15,2-2-5-15,-2 1 3 16,-1 1 4-16,2 0 1 16,1 0-4-16,-1 0 2 15,0-3-3-15,0 3 4 0,-1-3-9 16,-1 0 10-1,2 0-9-15,-5 0 3 16,0 0 8-16,2-1-11 0,0 0 10 0,-2 1-4 16,0-2 2-1,2 6-3 1,0-6 0-16,0 3 0 0,1 1 3 16,0-3-8-1,-1 3-1-15,-1-5 1 16,-1 3 5-16,1 0 5 0,-3-1-1 15,0-1 0 1,-2 2-3-16,3-2-2 0,-3-1 3 16,4 5 0-16,1-4-2 15,-1 0 1-15,-1 1 0 16,-1 1-1-16,0-2 1 16,-2-1 0-16,-1 2-1 15,2-2 0-15,0 0 1 16,-3 3 0-16,2-3-2 0,2 3 1 15,-1-3 0 1,-1 0 1-16,-2 0-1 0,2 3 0 16,0-3 2-1,-2 0-1-15,0 1-1 16,0-1 2-16,0 0 2 16,2 0-1-16,-2 0-2 0,0 0-5 15,0 0 7 1,0 0-6-16,-6 0-31 15,-12-1-215-15,-3-2-366 16</inkml:trace>
  <inkml:trace contextRef="#ctx0" brushRef="#br0" timeOffset="14867.09">18007 7004 186 0,'0'0'71'15,"0"0"0"1,10-12-12-16,-6 6-13 16,2 1-3-16,4-1-14 0,-2 0-8 15,3 0 5 1,4-1 9-16,2-1-4 0,-2 2-14 16,5 0-2-16,-2 4-3 15,-2 2-6-15,3 0-5 16,-3 0 3-16,-2 0 0 15,3 0-1-15,-4 6-1 16,0 4-3-16,-2 1 0 16,-4 1 1-16,-3 1-6 15,-2 1 13-15,-2 3-7 16,0 1 20-16,0 0-10 16,0-4 17-16,0 1-18 15,-4-2-2-15,-5-3-8 16,5-2 14-16,0-4-7 15,0 1 1-15,2-3-3 16,-1-2 0-16,3 0-2 16,0 0-1-16,0 0-3 15,0 0-4-15,0 0-1 16,0 0 6-16,9 0 9 16,1 0 0-16,6 0-6 15,-1-2 3-15,4 2-3 0,-4 0-1 16,0 0-1-1,2 0 0-15,-3 2-1 0,2 8 7 16,-2-2-3-16,-4-1-1 16,-4 1-3-1,1 0 0-15,-2 4-8 0,-5 3 0 16,0 2 24 0,0 3-16-16,0 1 26 15,0-2-26-15,-14 0 17 16,2-3-3-16,-4-3 2 15,0 2 8-15,-1-5 3 16,1-2-7-16,1-2-3 0,-2-6-3 16,-1 0-3-16,3 0 15 15,0 0 5-15,3 0-2 16,-2-6-6 0,3 3 1-16,0 0-10 0,3 1-3 15,1 1-4-15,2 1 0 16,-2 0-2-16,2 0-2 15,3 0 2-15,2 0-2 16,0 0-3-16,0 0-3 16,0 0 2-16,0 0-6 15,0 0-8-15,0 0-63 0,0 0-246 32</inkml:trace>
  <inkml:trace contextRef="#ctx0" brushRef="#br0" timeOffset="17849.19">7771 16469 195 0,'0'0'62'15,"0"0"-5"-15,0 0-15 16,0 0-16-16,0 0-13 0,0 0-16 15,0-4 8 1,0 2 23-16,0 2 2 16,0 0 4-16,0 0 10 15,0-4-4-15,0 3-11 16,0-3-10-16,0-4-7 16,0-4-9-16,7-1 2 15,-2-3-6-15,7 3 4 0,-6-3-4 16,2 5 2-16,-3 2 1 15,4 1 2 1,-5 0 9-16,2-2 2 16,1 3-2-16,4-4-4 0,-3 1-7 15,1 1 0 1,2 1 0-16,-3-1-1 0,3 1 1 16,0 2-3-1,-4 0 1-15,4 0 0 0,-3 0 0 16,4 3-4-16,6-5 0 15,-1 2 4-15,2-3 5 16,3 0-3-16,-5 4-1 16,1 1 2-16,-8-2-3 0,-3 6 0 15,4-2-2 1,-5 2 4-16,2-2-4 16,4 0 4-16,2-3-5 15,6-1 2-15,-3 0 13 0,2 0-11 16,-2 0 1-1,-1 1-2-15,-4 3 1 0,-4-1 0 16,4 2-1 0,-4 1 2-16,0-2-2 15,4 2 0-15,-2-4 1 16,8-1-1-16,-6 2 1 16,4 0 0-16,-5 1 1 0,6-3-1 15,-8 4 0 1,3 1-2-16,-3 0 0 15,-1 0 1-15,5 0 1 16,-3 0-1-16,8-2 0 16,-2-2 0-16,0-1 2 15,2 4 0-15,-6-1-1 0,2 2-2 16,-6 0 1-16,1 0 0 16,1 0 0-16,-3 0 2 15,2 0 10-15,1 6-3 16,-1 0-1-1,0-3-5-15,1 3 1 16,-2 0-3-16,4 0 1 16,0 0-1-16,-6-2 1 0,4 2-1 15,-4-5 0 1,-2 3 0-16,-2-4 0 0,2 2-1 16,-1 1-1-16,4 0 0 0,-1 0 3 15,0 0-2 1,-2 0 7-16,3 5-4 15,2-4 3-15,-3 4 0 16,-2-2-4-16,3 3 1 16,1-1 2-16,-1 2 1 15,-3-2-1-15,3-2 0 16,-3 3 1-16,0-1-6 0,0-2 2 16,1 1 3-1,-1 1-4-15,1 0 3 16,-1-2-4-16,-2 0 4 15,2-5-4-15,-4 4 0 16,2-5 3-16,-2 1-1 16,2 1-2-16,-2 1 2 15,2-3-1-15,-2 1 0 16,0 1-1-16,2 1 0 16,-2-3 1-16,0 1 0 15,3 4 1-15,0 2-2 16,1-1-6-16,0 0 13 15,0 1-4-15,-2-1 2 16,2-2-3-16,-2 2-2 16,-2-6 1-16,2 5 0 15,0-2 1-15,-2-1-1 0,4 1 1 16,-2-1 0-16,-2-1-3 16,0-1 0-16,0 0 0 15,0 0 0-15,0 0 16 16,0 0-2-16,0 0-3 15,0 0-4-15,0 0-1 16,0 0-6-16,0 0 1 16,0 0-3-16,0 0-29 15,0 0-190-15</inkml:trace>
  <inkml:trace contextRef="#ctx0" brushRef="#br0" timeOffset="18849.21">8716 16384 194 0,'0'0'68'0,"0"0"-4"16,-4-8-13-16,4 6-2 15,-1-1-5-15,1 3-1 16,0-3 4-16,0 2 3 0,-2 1 4 16,2 0-17-16,0 0-7 15,0 0-5-15,0 0-3 16,0 0-9 0,0 0-5-16,0 0-2 0,0 0-3 15,0 0 0-15,0 0 1 16,0 0-5-1,0 0 2-15,2 0 0 0,9 0 4 16,2 7-3-16,0 3 0 16,2-1-1-16,0 3 0 15,-2 0 0-15,2 0-1 16,-5-1-5 0,2 1 19-16,-4-6-14 0,-4-1 2 0,-2-3-4 31,0-2 5-31,1 0-2 0,2 0 2 15,-1-7-2 1,4-11 5-16,-2-5 2 0,6-7-5 16,-2-1 1-16,-1 4-2 15,-3 3-2-15,3 0 0 16,-5 11 0-16,1 3 1 16,-3 4-1-16,-2 1 0 15,2 5 1-15,-2 0-1 16,0 0 2-16,0 0 0 15,0 0 1-15,0 0-2 0,0 0 0 16,0 0 0 0,0 3-6-16,0 11-140 0,-4 3-242 15</inkml:trace>
  <inkml:trace contextRef="#ctx0" brushRef="#br0" timeOffset="21601.99">8479 17114 142 0,'-4'-4'25'0,"3"-2"-3"16,-1 0-10-16,2 1 1 0,-2 0 9 15,0 4-11-15,2-3 6 16,0 2 10-16,-2 2 5 16,2 0 8-16,0 0 0 15,0 0-3 1,-2 0-4-16,2 0-7 0,-2 0-16 15,0 0-1-15,-2 7 4 0,2 5-25 32,-4 0 8-32,2 2 2 0,2-3 18 15,0-1 6-15,2-3-40 16,-2-3 36 0,2-2-19-16,0-2 3 0,0 0-6 15,0 0 1-15,0 0-3 16,0 0 0-16,0-2 26 15,0-9-14-15,0-3-2 16,0-3-3-16,0-5 0 16,2 3 0-16,2 3-1 15,0 7-1-15,0 3 0 0,-2 6 1 16,-2 0 1 0,0 0 3-16,0 0 0 15,0 0-1-15,0 10-7 16,0-1 36-16,0 3-31 0,0 1-30 15,-2 3 45 1,2-4-6-16,-4-1-16 16,2-3 12-16,2-2-5 15,0-2-1-15,0-4-2 16,-2 0-16-16,2 0 0 16,0 0 2-16,0 0 36 0,0-10-19 15,0-2 0-15,0 3-6 16,0 1-2-16,0 2 0 15,0 0-3-15,0 6 1 16,0 0 1-16,0 0-28 16,0 0-89-1,0 10-154-15</inkml:trace>
  <inkml:trace contextRef="#ctx0" brushRef="#br0" timeOffset="24466.74">21641 4052 296 0,'0'0'53'0,"0"0"-14"15,0 0 15-15,0 0 8 16,0 0-29-16,0 0-8 0,0 0 6 16,0 0 4-1,0 0-5-15,0 0-6 16,0 0-5-16,0 0-7 16,0 0-4-16,0 1 0 15,2-1-3-15,2 3-3 16,4-3 0-16,6 1-3 0,0 1 7 15,4-2 4 1,1 3 3-16,-2-3 1 16,1 1-4-16,1-1-2 0,-2 0-4 15,0 0 3 1,1 0-4-16,4 0-2 16,0 0 14-16,4 0-4 15,0-1-9-15,3-4 8 0,-4 4-3 16,1 1-6-1,-1 0 2-15,4 0-4 16,1 0 6-16,2 0-3 16,4 0-1-16,2 0 2 0,-2 0-3 15,-2 0 3 1,-1-3-8-16,-5 3 7 0,-7 0-1 16,2 0 0-16,3 0-2 15,2-1 3 1,3-1-4-16,3-2 2 0,2 0-6 15,4-1 8 1,-6-1-2-16,0 0 1 0,-6 2-1 16,0 2 0-1,-4-2-2-15,-1 2 3 0,5-2-1 16,2 0 3-16,3 1-1 16,1-3-4-16,-2 2 2 15,-2-2-7-15,-2 2 9 16,-8 2-1-16,0-2 1 15,-6 4-4-15,2-2 1 16,-2 2 1-16,6 0-2 0,1 0 4 16,5 0-1-1,2 0-1-15,2-1-4 0,-4-2 4 16,-4 3 2 0,-3 0-3-16,-4 0 1 15,-2 0 0-15,-3 0 0 16,2 0 0-16,0 0 2 15,4 0-2-15,3 0-2 16,0 0 1-16,1 0 1 16,1 0 1-16,-3 0-3 0,1 0 2 15,-4 0 1 1,-3 4-1-16,2-2 0 0,0 2 1 16,0 0-3-1,-2-2 3-15,2 0-2 0,-4 2 1 16,1-4 0-1,-2 0-1-15,1 0 4 0,1 0-6 16,-5 1 2 0,5 2 1-16,0-3 0 15,0 2-1-15,2-1-2 0,-5-1-8 16,6 0 16 0,-4 3-4-16,3-3-1 0,-2 1 4 15,-1 1-4 1,1 0 0-16,0 0 0 0,2-2 0 15,-2 2 1-15,-3 0 0 16,1-2-1 0,-1 0-1-16,1 2 1 0,0-2-8 0,-1 0 12 15,1 0-5 1,2 0 5-16,-1 0-11 16,2 0 0-16,-2 0 7 15,2 0 1-15,-1 0-4 0,-2 0 11 16,0 0-6-1,-1 0 0-15,-1 0-2 16,1 0 3-16,1 0-3 16,0 0 1-16,-3 0-5 15,3 0 7-15,-3 0-7 16,-2 0 5-16,-2 2 0 16,1-2 1-16,-3 2 0 0,0 0 1 15,0-2 2 1,0 0 0-16,0 2-1 0,0-2-5 15,0 0 3 1,-15 0-5-16,-8 0-86 16,-4 0-314-16</inkml:trace>
  <inkml:trace contextRef="#ctx0" brushRef="#br0" timeOffset="25680.34">22824 3481 164 0,'0'0'90'16,"0"0"-14"-16,0-8-29 0,-7 6-1 16,-1 2-27-1,-5 0 19-15,0 0-3 0,0 0-9 16,-4 0-10-16,-1 0 0 16,2 4 3-16,0 3 4 15,-1-1 0-15,2 4-2 16,4-4-10-1,1 6 4-15,-1-1-5 0,4 3-6 16,1 2-2-16,0 0-3 16,1 3 2-16,1 2-2 15,4 0 1-15,0-4 0 16,0-2 0-16,0 1-3 16,9-5-2-16,3-1 0 0,1-4 4 15,2 0-5 1,0-4-3-16,-1-2 7 15,-2 0-15-15,2 0 21 16,-2 0 6-16,0-6-4 16,4-7 8-16,-1-3-9 0,4-3 0 15,1-5 4 1,-1-1-6-16,-1 0 10 16,-6 3-2-16,2 1 3 15,-8 6-9-15,0 1 8 16,-2 7 4-16,-2 1-5 15,-2 0 0-15,0 4-5 0,2 0 3 16,-2 0-6 0,0 2 1-16,3 0-3 0,-3 0-1 15,0 0-5-15,0 0-3 16,0 0-8-16,2 0 6 16,5 12 3-16,3 0 18 15,4 6 0-15,-2-1-15 16,4 3 5-1,-4 0-2-15,-1-1-1 16,-2 0 7-16,-3 1-4 0,-2-3-2 16,-2 1-2-16,-2-1 2 15,0 5 3-15,0-1 1 16,-2 2 1-16,-13 2 3 0,0-3-6 16,0-2 0-1,-4-6 0-15,1 1 4 16,1-7-4-16,2 0 1 15,0-3 1-15,4-1-1 16,1-3-1-16,3 1 1 16,3-2 5-16,0 0 0 15,4 0 0-15,-3 0-2 16,3 0 0-16,0 0-5 16,0 0-1-16,0 0 6 0,0 0 0 15,0 0-10 1,0 0-7-16,0 0 1 0,0 1-36 15,0 3-293 1</inkml:trace>
  <inkml:trace contextRef="#ctx0" brushRef="#br0" timeOffset="28279.83">7481 17511 158 0,'0'0'-2'0,"0"0"32"16,0-2 0-16,0-2 5 15,0 3 4-15,0-2-3 16,0 1-8-16,0-4-6 16,0 2-4-16,4-1 1 15,1-3 6-15,7 0-3 0,-3-2-5 16,-1-1 1-1,1 1-3-15,-2 0 0 0,-3 0 2 16,0 3 5 0,-1-3-8-16,4 2 5 15,-1-3-11-15,0-5-2 0,1 1 2 16,7-2 0 0,-3-5-6-1,4 3 3-15,-3 3 4 0,4 1-5 16,-8 5 3-16,3 1-3 0,-2 3-2 15,-5 4 1 1,2-3 3-16,1-1-1 16,2-2-2-16,2-2 3 15,6-3-1-15,5-3 0 0,1-2 0 16,2 1 3 0,1-1-2-16,3 1 1 0,-1-2 5 15,0 3 3-15,-4 3 1 16,-6-1-7-1,0 4-2-15,-6 3-4 16,2 3-1-16,-6 2 0 16,5 2 0-16,0-3 0 0,4 2 4 15,5-1-5 1,2-2 2-16,-4 2-2 0,4-2 1 16,-2 3 0-16,0-4-1 15,-1 5 1-15,-1-1 1 16,-2-2-1-16,2 1 1 15,0 2 2-15,-4 0-2 16,4 0-1-16,2 0 1 16,-5 0-2-16,2 0 3 15,-2 0-6-15,1 0 5 16,-2 0-2-16,0 0 1 16,-4 0 3-16,2 0-2 15,-6 0-3-15,3 0 3 16,0 0-1-16,-3 5 0 15,3-2 4-15,2 2 0 16,-4 0-5-16,4 1 1 16,0 0-3-16,-3-2 3 0,1-1-3 15,-2 1 6 1,-1 0-9-16,-2-2 4 0,1 4 4 16,0 0-6-16,-1 1 7 15,0 2 0 1,0-2-2-16,6 5 7 15,-6-1-6-15,2-3 0 16,2 2-1-16,0-3-4 16,-4 3 0-16,3-2 2 15,2-1 1-15,-5 3-2 0,1 0 1 16,1-2 1-16,-1 3 0 16,-3 0-1-16,1-3 1 15,1 3-3-15,0-2 4 16,-1-1-3-16,-1 1 2 15,3 2-2-15,-3-4 0 16,2 2 1-16,-2 0 1 16,0-1-1-16,-1 4-1 15,4 2 2 1,-1 2-1-16,0 1 0 0,0 0 0 16,2 1 0-16,-4-1-2 0,2-5 5 15,-4-5-3 1,0-1 0-16,0-2-2 0,-2-4 0 15,2 0 1 1,-2 0 2-16,0 0-1 16,2 0-2-16,-2 0 6 15,0 0 1-15,0 0-2 16,0 0-1-16,0 0-2 16,0-1 1-16,0-3-8 15,0-2-59-15,0 0-201 0</inkml:trace>
  <inkml:trace contextRef="#ctx0" brushRef="#br0" timeOffset="29049.91">8679 17423 241 0,'0'0'70'0,"0"0"27"16,-2-6-13-16,2 5-26 15,0-1-20-15,0 0-13 16,0 2-3-16,0 0 4 15,0 0-1-15,-2 0 1 16,2 0-2-16,-2 0 1 0,2 0-6 16,0 0-5-16,0 2 0 15,0 7 3 1,6 1-1-16,0-2 1 16,3 2-1-16,0-3 1 0,-3-1-7 15,3 4-4 1,-1-4 0-16,1 0-5 15,0 1 3-15,-1-1-3 0,1-1 3 16,-5-4-1 0,3 5-3-16,-1-5 1 0,-2 1-4 15,0-2 0-15,-2 0 2 0,4 0-4 16,-2 0-5 0,2 0-3-1,2-3 2-15,4-15 16 0,2-5 16 16,2-8-3-16,0-4-8 15,2-4-7-15,-5 3 5 16,0 0-7-16,-5 10-1 16,-3 7-1-16,-1 7 5 15,-4 10 0-15,0 2 4 16,0 0-2-16,0 0-1 16,0 0-2-16,0 0-2 15,0 0-3-15,0 0-10 16,0 14-26-16,0-3-109 15,0 6-219-15</inkml:trace>
  <inkml:trace contextRef="#ctx0" brushRef="#br0" timeOffset="34150.17">21999 6257 196 0,'-4'0'42'15,"4"0"2"-15,0 0 1 16,0 0-11-16,0-2-18 0,-2 2-2 15,2 0 3-15,0 0 2 16,-2 0 5-16,0 0 6 16,2 0-2-16,0 0-4 0,0 0-7 15,0 0-1 1,0 0 5-16,0 0-3 0,0 0-2 16,0 0-3-1,0 0-4-15,0 0-5 16,0 0 1-16,0 0-2 15,0-2 1-15,0 0 1 16,0 0 4-16,0-2 18 16,4 2 11-16,5-2-4 15,0 0-15-15,-1 3-5 16,3-4-5-16,-2 2 3 16,3-1-5-16,4-2-2 0,1 1 0 15,0 0-1 1,2 2 0-16,3-3-3 0,-2 0 5 15,0 0-6 1,2-1 3-16,2 2-3 16,-2-1 3-16,1 0-3 15,1 4 1-15,2-3 1 16,4-1-3-16,0 2 2 0,-2-4 1 16,4 3-2-16,-2-1 0 15,1 0 3 1,-5 3-5-16,2-3 2 15,-1 5 2-15,-3-4-4 16,2 5 2-16,-3-4 0 16,1 4-2-16,-1-2 1 15,3 2 2-15,6-6-2 16,5 0 2-16,4-5-4 0,0 1 6 16,-1 2-5-1,-4-2 4-15,-6 7-2 0,-9 1 2 16,-4 2-3-16,-4 0-2 15,2 0 4-15,0 0 0 16,7 0-2-16,4 0 1 16,0 0 2-16,6 0 1 15,2-2-2-15,-1-2 0 16,-3 0-2-16,-2 2 4 16,-2 2-3-16,-5-2-1 15,-2 2 2-15,-2 0 0 16,2 0-4-16,1 0 5 15,-1 0-4-15,1 0 2 16,0 0-1-16,-2 0 2 0,0 0 0 16,-3 0-1-1,-2 0 0-15,0 0-1 0,-1 0 2 16,4 0-2 0,-2 0 1-16,2 0 0 0,-2 2-5 15,2-2 5 1,-4 0 3-16,-1 2-6 15,-2 0 3-15,-1-2-1 16,0 2 1-16,2-2 0 16,-2 2-6-16,-1-2 1 0,4 0-1 15,2 2-5-15,-1-2 14 16,0 0 18 0,0 2-16-16,-1-2-4 0,-2 0 2 15,-3 0-2-15,-2 0 0 16,0 0 0-1,0 0-1-15,0 0 3 0,-2 0-1 16,0 0 2 0,-2 0-1-16,0 0 4 0,0 0-1 15,0 0-1 1,0 0 2-16,0 4-2 0,-18 2-11 16,-8 7-22-16,-6 3-236 15</inkml:trace>
  <inkml:trace contextRef="#ctx0" brushRef="#br0" timeOffset="34616.29">22811 6839 518 0,'0'0'118'0,"0"0"-27"0,0 0-28 16,-4-9-30-1,2 7-21-15,2 2-8 0,0 0-10 16,0 0-1-16,0 8 9 16,0 9 8-1,0 4 10-15,0 5-23 0,0-1 28 16,0 0-13-16,2-2-5 15,0-5-4-15,2-5-1 16,-2-1-4-16,0-6 3 16,3 0-3-16,3-6 1 15,3 0-21-15,2 0-154 16,2-17-142-16</inkml:trace>
  <inkml:trace contextRef="#ctx0" brushRef="#br0" timeOffset="34966.18">23058 6666 530 0,'0'0'128'16,"0"0"-36"-16,0 0-41 16,0 0-51-16,0 0 14 15,-23 40 9-15,16-18-22 0,5 0 3 16,2 0-3-1,0-8-7-15,0 1-3 0,0-3 1 16,11-3 3 0,6-1 2-16,2 0-5 0,5-1 1 15,0-1 6-15,-2 0 27 16,-3 2-28 0,-2 4 4-16,-8 1-10 0,-7 3-11 15,-2 1 32-15,0 0-9 16,0 3 7-16,-5-2 0 15,-10-4-4 1,-2-6-8-16,-1-2-75 0,0-6-155 16</inkml:trace>
  <inkml:trace contextRef="#ctx0" brushRef="#br0" timeOffset="35600.07">22976 6597 70 0,'0'0'16'0,"0"0"19"16,0 0-36-16,0 0 12 15,7 16-10-15,0-10 15 16,-1 0-1-16,-2 1-16 16,1 1 22-16,-1 0-45 15</inkml:trace>
  <inkml:trace contextRef="#ctx0" brushRef="#br0" timeOffset="35881.18">22976 6597 377 0,'48'114'81'0,"-48"-114"-14"15,0 0 0-15,0 0-33 16,0 0 20-16,0 0-22 0,0 0-10 16,0 0-9-16,2 0 1 15,7-1-7-15,3-5-1 16,4-4-4-16,4 1 5 15,0-1-7-15,0 1 5 16,-2 0-6-16,-4 2 3 16,-3 3-2-16,-4 0 2 15,1 0-1-15,2 2 0 16,2-2-7-16,-4-1-23 16,-2-1-319-1</inkml:trace>
  <inkml:trace contextRef="#ctx0" brushRef="#br3" timeOffset="47398.34">14624 757 287 0,'-2'4'41'0,"2"-1"12"16,0 3-14-16,0-2-18 16,0 2-7-16,0-4-13 0,2-2-2 15,6 0-12 1,4 0-15-16,-2 0 28 0,-1-5 36 15,0-3-26 1,-7-3 1-16,-2-1 30 16,0 4 12-16,-5 0 11 0,-12 4-43 15,-3 4 1 1,6 0 28-16,-4 0-23 16,4 0-15-16,2 7-16 15,0 9 4-15,1 4-1 16,2 0 4-16,-1 5 3 15,3 5-5-15,5-3 6 0,2 2-3 16,0-4-1 0,0-5-4-16,0-3-7 0,17-8 2 15,9-3 6 1,6-6-17-16,5 0 11 16,6-1-18-16,2-18-74 0,-4-7-124 15</inkml:trace>
  <inkml:trace contextRef="#ctx0" brushRef="#br3" timeOffset="47712.24">14837 713 528 0,'0'0'107'16,"0"0"-31"-16,0 0-25 0,0 0-25 0,0 0-21 16,-84 48-4-1,82-23-6-15,2 3 4 16,0 0-4-16,2-3-3 15,14-5 1-15,4-5 1 16,6-5-9-16,2-6-3 16,3-4 9-16,1 0 12 15,2-12-16-15,-4-9 3 16,-6-3 15-16,-6-5 5 16,-10 0-4-16,-8 4 4 15,0 4 3-15,0 4 3 16,-8 3 12-16,-2 7-14 0,2 1-10 15,4 2 13 1,4-2-16-16,0-1-45 0,0-8-178 16,12 2-99-1</inkml:trace>
  <inkml:trace contextRef="#ctx0" brushRef="#br3" timeOffset="47965.7">15104 612 246 0,'0'0'125'0,"0"0"-77"15,0 0 1-15,0 0-21 16,0 0-17-16,21 90-6 0,-9-65-8 16,-2 0 5-16,2-1-2 15,-2-1 6-15,0-3-2 0,-6-3-1 16,-2-4-2 0,-2 1 0-1,0-2 6-15,0-3-4 0,0-1 10 16,0-4-7-16,0-4-6 15,0 0-8 1,0-2-63-16,12-19-4 0,2-8 65 16,10-8-93-16,6-7-135 15</inkml:trace>
  <inkml:trace contextRef="#ctx0" brushRef="#br3" timeOffset="48229.95">15427 480 576 0,'0'0'132'15,"0"0"-17"-15,0 0-15 0,0 0-23 16,0 0-29-16,-7-16-23 16,5 16-16-1,2 0-4-15,0 10-7 0,0 12 2 16,0 12 10 0,0 7-7-16,0 7 2 0,13 3-2 15,4-1-3 1,0-1 2-16,3-10-2 0,-6-5-5 15,0-7 9 1,-2-9-5-16,-5-7-4 0,0-7-39 16,-5-4-126-1,-2 0-73-15,0-12-204 0</inkml:trace>
  <inkml:trace contextRef="#ctx0" brushRef="#br3" timeOffset="48411.37">15418 733 398 0,'0'0'91'0,"0"0"3"16,0 0-32-16,0 0-60 15,0 0 13-15,41-26-2 0,-13 18-30 16,0 0 33 0,4 0-13-16,2 2-3 15,-1 2 1-15,-5-3 1 16,-4 1-280-16</inkml:trace>
  <inkml:trace contextRef="#ctx0" brushRef="#br3" timeOffset="49615.93">16597 573 284 0,'0'0'101'0,"0"0"-31"16,0 0-10 0,0 0-5-16,0 0-21 0,-32 0-8 0,19 15-18 15,-2 6-1 1,0 5 5-16,-2-1-7 15,4 0 8-15,2 1-7 16,4-1-2-16,5-6-5 16,2 0-2-16,0-4 3 15,0-2-5-15,15-7-11 16,3-3 5-16,5-3-6 16,6 0 24-16,-3-9 1 15,-2-7 8-15,0-6-13 16,-10 2 5-16,-10-3-1 15,-4 4-3-15,0 5 2 0,-22 2-9 16,-4 2 6 0,0 4-16-16,3 4 20 0,4-2-5 15,6 2-1-15,4 0 22 16,5 0-19 0,4 2-11-16,0 0-20 0,2 0 21 15,20 0-3 1,10 0 3-16,10-6-26 0,6-3-24 15,4-7-4 1,1-3-31-16,-5-4-32 0,-10-3 8 16,-12 1 67-16,-11-3 71 0,-10 3 55 15,-5 3 67 1,0 0 11-16,-13 5-36 0,2 3-32 16,0 5-23-1,3 7-11-15,5 2-30 16,-1 0-30-16,4 0-17 15,0 21 14-15,0 9 21 16,0 10-8-16,0 10-4 16,15 10-1-16,5 4 0 15,4-1-2-15,4-2 3 16,-2-7 1-16,1-9-12 16,-1-10-5-16,-2-12-40 0,-5-9-34 15,-2-11 16 1,-4-3-17-16,-4 0 60 0,-9-15-19 15,0-6-26 1,0-1 34-16,-22 1 45 0,-8 1 32 16,0 3 57-1,-1 4-22-15,3 1 7 16,6 1-7-16,8 3-46 0,4 0 8 16,8-1 1-1,2 1-20-15,0 0-14 0,14-2-7 16,14-2-5-1,9-1 7-15,4-5 4 0,6 1 3 16,1 2-2-16,-6 1 2 16,-5 8-6-16,-13 6-43 15,-13 0-136 1,-7 2-147-16</inkml:trace>
  <inkml:trace contextRef="#ctx0" brushRef="#br3" timeOffset="50460.15">17589 492 570 0,'0'0'57'16,"0"0"14"-16,0 0-11 0,-24-3-40 15,24 3-27 1,0 3-7-16,0 13-7 0,0 10 17 15,0 5 25 1,0 6-31-16,0 3 20 16,0 0-3-16,0-3-9 15,0-4 9-15,0-3-4 16,0-10-2-16,0-3 2 0,3-8-3 16,-1-3 0-16,0-6-1 15,0 0-1-15,0 0 6 16,0 0 13-16,0-15 27 15,-2-10-21-15,3-8-18 16,0-7-3 0,2-2-2-16,-3 0 0 0,0 7 0 15,3 2-1 1,1 8 2-16,-3 7-1 0,0 5 0 16,-3 5 1-16,3 4 0 15,-1 4-2-15,0 0-5 16,2 0-11-16,5 5-4 0,0 15 7 15,1 2 13 1,2 5-5-16,-4-2 11 16,-2 2 8-16,-2-6-17 15,0-3-9-15,-1-8 28 16,2-4-8-16,1-6-12 0,4 0-12 16,8-3 3-1,0-16 37-15,2-4-13 0,-2-5-8 16,-1 2 0-1,-9 2 1-15,-3 7 2 0,-3 6 3 16,-2 6 1 0,0 3 3-16,0 2 0 15,0 0-12-15,0 4-14 16,0 14-2-16,0 7 18 0,0 6 5 16,5 4 0-1,1-1-7-15,-2 3 4 16,0-3-2-16,2-7-1 15,2-2 0-15,-4-8-2 16,0-2-2-16,0-7-64 16,2-4-108-16,6-4-160 0</inkml:trace>
  <inkml:trace contextRef="#ctx0" brushRef="#br3" timeOffset="50815.21">18019 489 601 0,'0'0'62'15,"0"0"1"-15,0 0-45 0,0 0-16 16,-49 72-3 0,44-49-1-16,1-1 2 0,4-3-3 15,0-2 0 1,0-1 7-16,0-3-13 0,15-1-9 15,4-4-6 1,3-3 17-16,-1 4 30 16,-3-1-23-16,-7 3-3 0,-7 3-1 15,-2 0 0 1,-2 5-1-16,0 2 17 0,0-2-14 16,-9-2 16-1,1-1 3-15,-3-2-13 16,1-3 1-16,-2-5-5 15,8-4-11-15,0-2-215 0</inkml:trace>
  <inkml:trace contextRef="#ctx0" brushRef="#br3" timeOffset="51360.63">18267 483 419 0,'0'0'77'0,"0"0"-31"0,0 0-6 16,0 0 7-1,0 0-30-15,-15 9-28 16,15-9-12-16,19 0 9 0,5 0 39 16,8 0-4-1,4-9-11-15,8 2-5 0,-4-2-1 16,1-2 1-16,-6 4-2 15,-5 2-3-15,-7 5 0 16,-7 0-5-16,-8 0-13 16,-6 0-75-16,-2 0-37 15,0 0-85-15</inkml:trace>
  <inkml:trace contextRef="#ctx0" brushRef="#br3" timeOffset="51641.76">18560 470 412 0,'0'0'87'16,"0"0"1"0,0 0 22-16,0 0-41 0,0 0-39 15,0 0-24 1,-10 4-7-16,10 3 8 16,0 6-1-16,0-1-8 15,0 6 2-15,0 7 2 0,5 4-8 16,0 6 10-1,1 4-2-15,-5 3-11 16,4-3 30-16,-1-2-15 16,0-6-3-16,2-8 1 15,1-9-8-15,2-4 2 16,-2-10-6-16,2 0-13 0,-5 0-6 16,2-22-147-16,-2-5-406 15</inkml:trace>
  <inkml:trace contextRef="#ctx0" brushRef="#br3" timeOffset="51995.78">18984 505 510 0,'0'0'34'16,"0"0"-23"-16,0 0-7 15,0 0-5-15,0 0-2 16,87-19 6-16,-59 14 0 16,-2 0-9-16,-2-1 21 0,-4 5-17 15,-6 1-14 1,-7 0-144-16,-7 0-90 0</inkml:trace>
  <inkml:trace contextRef="#ctx0" brushRef="#br3" timeOffset="52232.44">19026 654 529 0,'0'0'12'0,"0"0"8"16,0 0-31-16,0 0-3 15,0 0 17 1,35 0 17-16,-9-6-4 16,4-4-15-16,2 1 2 0,-3-3 2 15,-4-2-177-15,-8 5-124 16</inkml:trace>
  <inkml:trace contextRef="#ctx0" brushRef="#br3" timeOffset="52715.77">18777 470 279 0,'0'0'90'0,"0"0"17"0,0 0-28 15,0 0-24-15,0 0-11 16,-28 0 7-1,8 6-23-15,-6 6-23 0,1 2-3 16,-5 1-6-16,-2-2-27 16,-4-7-427-16</inkml:trace>
  <inkml:trace contextRef="#ctx0" brushRef="#br3" timeOffset="54159.75">20302 2139 22 0,'-6'0'45'0,"-3"-4"-9"16,-4 4 8-16,0 0 7 15,1 0-13-15,-6 0 4 16,1 0-12-16,-2 4 0 15,-7 8-9-15,-2 3 2 16,-7 4 6 0,1 1-10-16,0 1 8 0,2 2-3 15,1 2-7 1,8 3-4-16,3 4-9 0,3 9-4 16,2 8 1-16,0 4-1 15,-1 9 12 1,6 1 10-16,4-1-15 0,6-5-2 15,0-1-6 1,0-1-2-16,21-1-2 0,9-2 2 16,7 4-3-16,4-5 6 0,3-1 5 15,6-7-6 1,9-6-4-16,3-14-6 0,6-17-22 16,6-6 14-1,-1-12-1-15,2-25-3 16,1-11 15-16,-8-8-11 15,-7-6 10-15,-3-8 20 16,-13-3-3-16,-11-4-8 16,-14-9 11-16,-12-5 30 0,-8 0 13 15,-2 3-9 1,-28 7 5-16,-11 10-2 0,-13 18-10 16,-12 16-28-16,-9 18-14 15,-9 19 4-15,-1 0-17 16,-3 22-158-16</inkml:trace>
  <inkml:trace contextRef="#ctx0" brushRef="#br3" timeOffset="55181.58">19080 3123 277 0,'0'0'36'0,"0"0"33"0,0 0-32 15,-124 15 1-15,86-1-11 0,-2 1-10 16,1 5-8 0,-6 3-3-16,0 6-3 0,-1 8 4 15,1 7 1 1,3 5-1-16,6 6-2 15,9 9 2-15,6 5-5 16,12 3-7-16,6 6 0 16,3-4 5-16,3-4-3 0,27-11-4 15,13-8-5-15,10-16 5 16,13-14-10 0,8-10 17-16,4-11 12 0,3 0-3 15,-3-15-37 1,-4-18 8-16,-3-6 5 15,-3-13 11-15,-9-8 7 0,-8-7-2 16,-10-9 2 0,-12-8 4-16,-15-1 4 0,-14 2 19 15,0 6 40 1,-22 8 1-16,-19 10-15 0,-13 17-27 16,-12 14-17-16,-6 17-10 15,-6 11-10 1,4 7 1-16,-1 28-62 0,4 6-305 15</inkml:trace>
  <inkml:trace contextRef="#ctx0" brushRef="#br3" timeOffset="56165.9">22654 3152 307 0,'0'0'7'16,"0"0"23"-16,0 0 8 0,-84 30 11 16,56-5-31-16,-2 13-1 15,-4 8-2 1,3 8-5-16,3 6-7 0,12 4-2 15,6 1-1 1,10-8-4-16,2-3-8 0,31-7 2 16,10-5-12-16,8-5 6 15,10-8 47 1,6-6-30-16,8-8 6 0,5-14-4 16,3-1-9-16,-1-5-4 15,0-23-36-15,-9-3-94 16,-10-8 54-16,-12-2 91 15,-14-3 22-15,-13-9 54 16,-12-4 22-16,-10-11-7 16,-2-6 6-16,-12-4-14 15,-18 3-45-15,-10 4-17 16,-1 10-1-16,1 16-17 16,-1 15-7-16,0 20-2 0,-4 10-38 15,-3 17-125 1,-8 26-280-16</inkml:trace>
  <inkml:trace contextRef="#ctx0" brushRef="#br3" timeOffset="56995.22">21884 4466 226 0,'0'0'10'0,"0"0"37"0,0 0 16 15,-129-2 8 1,96 4-17-16,-1 11 9 0,5 5-26 16,4 7-17-16,0 10 4 15,-1 8-13 1,2 13-4-16,0 10-6 0,5 7-1 16,10 6 6-1,7 1 0-15,2 0-24 16,13-3 29-16,21-2-22 15,5-2 27-15,11-12-16 16,1-11 6-16,9-15-3 16,5-17-4-16,6-18-2 0,10-6 2 15,3-31 6 1,3-14-5-16,-5-8-1 0,-9-8-2 16,-9-8 1-16,-12-5 3 0,-16-7-2 15,-12-6 4 1,-17-3 0-16,-7 2-1 15,-11 6 3-15,-35 11 3 16,-18 17 8 0,-16 18-3-16,-7 23-12 0,0 16-11 0,11 3 13 15,18 0-13 1,22 9-118-16</inkml:trace>
  <inkml:trace contextRef="#ctx0" brushRef="#br3" timeOffset="57931.92">23250 6290 196 0,'0'0'66'15,"0"0"3"-15,0 0-6 16,-129-52 11-16,79 48-32 0,-1 4-9 16,-5 0 0-16,0 5-5 15,0 15-4 1,-2 7 26-16,3 2-35 0,5 6 9 15,4 7-14-15,3 8-11 16,9 6-10-16,8 9 22 16,8 8-14-1,10 7 5-15,8 5-6 0,0 2-1 16,16 0 5-16,18-6 13 16,11-7-11-16,6-12-2 15,12-18 0-15,3-11 4 16,5-16-6-16,3-15-3 15,1-2-9-15,5-19-5 16,-1-21 8-16,1-12 5 16,-2-12 5-16,-2-11 1 15,-7-6 0-15,-8-5 0 0,-16-7 1 16,-15-1 1 0,-15 0-2-16,-15 5 3 0,0 16 0 15,-32 10 0 1,-11 19 3-16,-9 20-5 0,-10 13-10 15,-9 11-176 1</inkml:trace>
  <inkml:trace contextRef="#ctx0" brushRef="#br3" timeOffset="58829.96">20722 6717 359 0,'0'0'9'0,"0"0"-1"15,0 0 2-15,0 0 10 0,-58 24 30 16,41-15 7-1,-7 7-21-15,-4 3-10 0,-4 10-10 16,-10 8-5-16,-2 8-1 16,-4 9-3-16,5 7-3 15,0 7 2-15,9 6-2 16,10 0-11-16,4-2 9 16,16-11 0-16,4-4-11 15,13-11-3-15,28-10-22 16,18-14 17-16,13-11 45 15,13-11-20 1,7 0 0-16,-2-17-51 0,-8-12-79 16,-4-10 14-16,-14-1 13 15,-10-9 83-15,-13-5 10 16,-13-12 2-16,-9-9 20 16,-10-6 69-16,-9-2 14 15,0 1-42-15,-7 12-9 16,-23 14-4-16,-11 21-13 15,-12 17-2-15,-10 18-24 16,-8 0-6-16,-2 18-19 16,-3-1-248-16</inkml:trace>
  <inkml:trace contextRef="#ctx0" brushRef="#br3" timeOffset="59859.91">18262 6994 49 0,'0'0'5'15,"0"0"-3"-15,0 0-1 0,0 0 9 16,22-91 17-16,-22 78 18 16,0 1 19-16,-11 5 9 15,-8 4 5-15,-3 0-25 16,0 3-5-16,2 0-15 15,-4 0-10-15,-4 0-8 0,-3 0-7 16,-3 17-12 0,-6 7 2-16,-4 8 11 15,1 8 19-15,1 6-18 0,4 8-28 16,6 4 37 0,6 6-21-16,12 3 7 0,3 1-1 15,11-2-5 1,0-4-5-16,19-4 2 15,25-12-18-15,13-9 11 16,16-13 29-16,9-13-12 16,6-11-1-16,-2 0-7 15,3-29-21-15,-11-6-47 16,-8-11-78-16,-12-5 61 0,-7-5 70 16,-11-8 28-1,-12-2 9-15,-14-11 28 16,-9-4 16-16,-5-3 25 15,-5 6-7-15,-25 9-28 0,-16 11-9 16,-11 17 4 0,-12 21-16-16,-7 15-23 15,-5 5-13-15,2 13-14 16,5 17-140-16</inkml:trace>
  <inkml:trace contextRef="#ctx0" brushRef="#br3" timeOffset="84531.27">19913 442 253 0,'0'-3'100'0,"0"3"-41"16,0 0-21-16,0 0-4 15,0 0 12-15,0 0-7 16,0 0-10-16,0 0-13 0,0 0-4 16,-9 5-4-1,-12 14 4-15,-9 6-8 16,-5 4 4-16,-2 3-2 16,3 2 7-16,-2-2 3 0,5-1 2 15,5-1-6-15,8-5-2 16,2-2-3-1,8-3-3-15,3-3-2 16,5-7-1-16,0 1-2 16,0-4-1-16,0-1-6 15,9-2 1-15,17-1 5 16,6 0 7-16,13-3 4 16,7 0-2-16,2 0-6 15,-2-9-29-15,-8-4-133 0,-7-1-47 16</inkml:trace>
  <inkml:trace contextRef="#ctx0" brushRef="#br3" timeOffset="84913.01">19904 471 546 0,'0'0'122'0,"0"0"-27"0,0 0-28 15,0 0-22 1,0 0-25-16,-6-7-15 0,6 7-8 16,-7 17-5-1,5 19 8-15,-4 10 6 16,2 12-6-16,-3 6 2 15,2 0 0-15,5 0-1 16,0-6-1-16,0-6 1 16,0-5-1-16,2-6 0 15,8-7 2-15,-2-5-5 16,-2-5 6-16,-1-7-5 16,-3-5 3-16,2-6-6 0,-2-6-14 15,-2 0-64 1,0-12-244-16</inkml:trace>
  <inkml:trace contextRef="#ctx0" brushRef="#br3" timeOffset="85479.58">20339 546 508 0,'0'0'44'15,"0"0"0"-15,0 0-21 16,0 0-1-16,0 0-14 16,-95 42 2-16,72-11 9 15,1 6 6-15,4 6 2 16,4 2-11-16,5 0-9 15,7 2-1-15,2 0-2 0,0-1-2 16,7-5-6 0,11-6 5-16,8-10-7 15,2-9-7-15,9-11 8 0,-3-5 16 16,1-2-3-16,-5-21-4 16,-7-2-1-16,-9-3-2 15,-10 6 3 1,-4 0 5-16,-6 9 7 15,-22 7 4-15,-9 6 6 16,-6 0-11-16,-2 2-9 16,-3 17-3-16,12 4-4 0,10-4-12 0,11-3-202 31</inkml:trace>
  <inkml:trace contextRef="#ctx0" brushRef="#br3" timeOffset="121228.46">13264 8138 277 0,'-6'6'10'0,"-1"1"5"16,1 10-6-16,2 1-4 0,-1 10 3 15,1 3 8-15,-2 0 0 16,-1 2 7-16,3 4-7 15,-5-2-6-15,-1 6-1 16,0-3-7-16,0 1-2 16,0-3-2-16,0-3-14 0,0-4-162 15</inkml:trace>
  <inkml:trace contextRef="#ctx0" brushRef="#br3" timeOffset="121721.35">12997 8194 379 0,'0'0'16'16,"0"0"-9"-1,0 0-6-15,0 0 4 0,0 0 5 16,113 57 4-16,-71-15-1 0,4 12 1 15,3 9-1 1,1 1-5-16,4 0-6 16,-5-5-1-16,-6-6-2 15,-8-7-101-15</inkml:trace>
  <inkml:trace contextRef="#ctx0" brushRef="#br3" timeOffset="-178966.8">7115 2133 71 0,'0'0'39'16,"0"0"11"-16,45 141-9 16,-38-98-9-16,-2-6-4 0,2-10 1 15,-5-10-2-15,-2-2 2 16,2-12-4-16,-2 0 10 16,2-3 16-16,-2 0 1 0,4 0-9 15,-4 0-6 1,4-17 1-16,4-12-8 15,10-17-20-15,9-18-9 16,18-19-1-16,12-12 1 16,15-10-2-16,8-1 3 15,4 5-3-15,-4 14 2 16,-13 14 0-16,-15 20-1 0,-23 32-8 16,-29 21-15-1,-22 21-92-15,-55 39-323 0</inkml:trace>
  <inkml:trace contextRef="#ctx0" brushRef="#br3" timeOffset="-177676.05">6891 1742 391 0,'0'0'3'0,"0"0"-2"0,0 0-1 16,0 0 3-1,2 20-2-15,-2-19-2 16,0 1-2-16,0 4 0 16,0 0 1-16,4 4 3 0,4 3 0 15,6 10-2 1,-1 5 2-16,7 9-2 16,1 2 5-16,4 8-2 15,1 0-2-15,2 3-2 16,0-4 4-16,0 1-1 0,1-3 1 15,1-1-2 1,-2-2 2-16,-2-5-2 0,-3-2 2 16,-2-5-2-16,-8-4 3 15,-2-3-4-15,-4-8 5 16,-1 3-2-16,-6-7 2 16,2-4 0-1,-2-2 1-15,0-2 0 0,0-2 9 16,0 0 13-1,0 0 1-15,1 0-6 0,-1 0-8 16,3 0-3 0,2 0-1-16,4-6-6 15,9-21-2-15,20-18 10 0,15-22 0 16,21-26 1-16,16-16-7 16,15-18 0-1,4-8-5-15,-2-3 1 0,0 2-1 16,-10 3 0-16,-11 4 0 15,-9 12-1-15,-10 11 0 16,-11 15 0-16,-16 17-2 16,-12 22 2-16,-8 17 1 15,-9 13-2-15,-9 13 3 16,-2 7 1-16,0 2-3 0,0 0 3 16,0 0-2-1,0 0-1-15,0 0 1 0,0 15-3 16,-6 3-1-1,1 5 2-15,-1 4-3 0,-9-3-13 16,6-5-127 0</inkml:trace>
  <inkml:trace contextRef="#ctx0" brushRef="#br3" timeOffset="-173876.75">21372 2282 360 0,'4'-2'4'0,"-4"2"-3"0,2-3 0 16,0 0 4-16,0 0-2 15,-2 1 0 1,2 2 0-16,5 0-4 0,2 11-2 16,1 18 1-16,6 14 4 15,2 9-1-15,4 10 2 16,0-1-2-16,2 0-1 15,-1-7 1-15,-1-5 1 16,-3-7-1-16,-2-11 0 16,-6-7 0-16,0-10-1 0,-5-5 1 15,-6-7 1 1,2-2 11-16,4-19 70 0,6-26-6 16,2-31-42-1,12-28-10-15,11-26-16 16,8-17-5-16,6-10-2 15,12 4 1-15,0 20-4 0,-1 22 2 16,1 25-2 0,-6 25 0-16,-5 22-2 15,-8 25-2-15,-12 14-27 16,-20 0-123-16</inkml:trace>
  <inkml:trace contextRef="#ctx0" brushRef="#br3" timeOffset="-168076.44">19556 4710 159 0,'6'0'-56'0,"1"-7"51"15,-1 2 11 1,0 2 2-16,-3 0 0 0,-1 2-1 16,-2 1 5-1,2 0 3-15,4 0 6 0,3-2-20 16,4-1-23-16,-5 3-28 15</inkml:trace>
  <inkml:trace contextRef="#ctx0" brushRef="#br5" timeOffset="-38357.2">11652 9846 475 0,'-6'0'9'16,"2"0"38"-16,4 0-3 16,0 0-2-16,0 0-2 15,0 0-13-15,2 4 18 16,13 3-1-16,2 1-8 16,7 2-13-16,4-4-5 15,6-5-8-15,7-1-3 0,3 0 1 16,0 0 0-1,0 0-5-15,-6-3-2 16,-4-1 1-16,-8 4 0 16,-9 0-1-16,-3 0-1 0,-8 0-5 15,-4 0-6 1,-2 7-37-16,0 4-175 16</inkml:trace>
  <inkml:trace contextRef="#ctx0" brushRef="#br5" timeOffset="-37349.35">13520 9769 425 0,'0'0'28'0,"0"0"29"16,0 0 16-16,-4 0-18 15,4 0-27-15,0 0-12 0,0 0-2 16,8 3 5-1,8 0-2-15,5-3-4 0,5 0 0 16,4 0 4-16,0 0 0 16,2 0-11-16,0 0-3 15,-1 0-3-15,-1 0-3 16,-2 0-39 0,-2 0-146-16,-7 0-246 0</inkml:trace>
  <inkml:trace contextRef="#ctx0" brushRef="#br5" timeOffset="-36636.97">15320 9846 535 0,'0'0'8'0,"0"0"56"0,0 0 18 0,0 0-17 15,-16 0-23 1,16 0-31-16,0 0-7 0,18 0 7 16,4 0-2-1,9 0-1-15,-1 0 0 16,4 0-6-16,-4 0 0 15,2 0-3-15,-6 0 2 0,-2 0-1 16,-4 3-3-16,-5 2-21 16,-9 0-169-16</inkml:trace>
  <inkml:trace contextRef="#ctx0" brushRef="#br5" timeOffset="-35836.71">17043 9863 437 0,'0'0'8'0,"0"0"42"16,0 0 3-16,0 0-13 15,-7 0-9-15,22 0-6 16,13-4 13-16,5-1-12 0,7 0-13 16,3-1-6-1,3-2-5-15,-2 2 0 16,-2 1-3-16,-6 2 1 16,-4 3-2-16,-10 0-10 0,-7 0-74 15,-13 0-146 1</inkml:trace>
  <inkml:trace contextRef="#ctx0" brushRef="#br5" timeOffset="-35106.53">19007 9799 432 0,'0'0'28'15,"0"0"43"-15,0 0-9 0,0 0-9 16,9 0-27-16,6 0 10 15,6 0-7 1,7 0-10-16,7 0-7 0,9 0 1 16,4 0-2-16,3 0-6 15,2 0-2-15,4-3-1 16,-6 3-4-16,-7 0-1 16,-8 0-40-16,-16 0-244 15</inkml:trace>
  <inkml:trace contextRef="#ctx0" brushRef="#br5" timeOffset="-34276.7">20905 9924 424 0,'0'0'26'0,"0"0"3"15,0 0 25 1,0 0 1-16,28-2-7 16,-6 2-3-16,3-3-19 0,3 0-12 15,0 3 0-15,0-4 0 16,4 2-1-16,-2 2-6 15,2 0-4-15,1 0-3 16,3 0-1-16,1 0-3 16,-2 0-21-1,-5 6-144-15,-7-3-294 0</inkml:trace>
  <inkml:trace contextRef="#ctx0" brushRef="#br5" timeOffset="-33455.76">22677 9829 267 0,'0'0'102'15,"0"0"11"-15,0 0-21 16,0 0-10-16,-2 0-33 0,2 0-38 15,0 0-2 1,9 0-1-16,6 2-1 0,3 2-3 16,4 1-1-16,2 1-2 15,2-1-1 1,2 3 1-16,1-2-1 0,1-2 0 16,2-2-1-1,0-2-13-15,-2 0-95 0,-4 0-167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5-21T05:06:57.83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70C0"/>
    </inkml:brush>
    <inkml:brush xml:id="br4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1023 1136 298 0,'-6'0'-10'0,"4"0"-4"16,2 0 6-16,0-8 31 0,0 3-21 15,0 1 4 1,0 2-4-16,0 2 9 15,-4 0 17-15,-5 0-43 16,0 0-82-16</inkml:trace>
  <inkml:trace contextRef="#ctx0" brushRef="#br0" timeOffset="1058.03">1356 849 335 0,'0'0'21'0,"0"0"44"15,0 0-6-15,0 0-34 0,0-11 11 16,0 9-12 0,-1 2 17-16,1 0 13 0,-2 0 2 15,-2 0-9-15,-3 0-8 16,-5 0-14-16,0 2-10 15,-5 13-20-15,-4 7 5 16,1 5 3-16,-2 4-3 16,4 6 0-16,2 0 0 15,6 2 0-15,3 3-3 16,7 0 4-16,0 1-4 0,0 0 2 16,10-2-1-1,13-3 0-15,1-3 1 0,-2-7 1 16,4-4 1-1,0-7-5-15,-2-9 5 0,-5-4-11 16,1-4-5-16,-6 0 5 16,-1-19 15-1,-2-10 12-15,-7-8-1 0,-4-9-5 16,0-5-2 0,-2-1 2-16,-21 2 2 15,-5 5 11-15,0 8-1 16,0 8 12-16,4 9-2 15,5 7-16-15,6 6-8 16,4 2-4-16,8 5-5 16,1 0-14-16,0 0-3 0,0 18-20 15,6 12-15-15,11 0-52 16,2 3-107-16,5-2-135 16</inkml:trace>
  <inkml:trace contextRef="#ctx0" brushRef="#br0" timeOffset="1358.21">1299 1383 642 0,'0'0'32'15,"0"0"-7"-15,0 0-23 16,0 0 10-16,0 0-10 15,102-26-1-15,-54 18-1 16,4 5-4-16,-3 3 0 16,-1 0 1-16,-3 11-7 0,-8 8 27 15,-5 3-14 1,-9-1-2-16,-3-2-2 16,-4-1 4-16,-10-1-1 15,-1 1 1-15,-2-3-4 0,-3-1-17 16,0-7-102-1,0-5-219-15</inkml:trace>
  <inkml:trace contextRef="#ctx0" brushRef="#br0" timeOffset="1928.23">1974 853 447 0,'0'0'15'0,"0"0"6"0,0 0-2 0,0 0 4 15,-46 113 5 1,30-78 1-16,-1 2-1 0,0-4 9 15,-5 1 13 1,5-5-12-16,4-5-8 16,2-5-15-16,4-6-5 15,6-3-9-15,-1-4 1 16,2 0-4-16,0-2-4 0,0-1 3 16,0-1 0-16,10 0-8 15,9-2 9-15,7 0-13 16,7 0 15-1,4-2-2-15,-3-9 33 0,-5-1-29 16,-3 1-3 0,-6 2-34-16,-11 2-59 0,-7-1-57 15,-2 0-123 1</inkml:trace>
  <inkml:trace contextRef="#ctx0" brushRef="#br0" timeOffset="2249.57">1948 910 613 0,'0'0'106'0,"0"0"-13"16,0 0-48-16,0 0-39 15,0 0-7-15,-4 11-14 16,4 14-3-16,2 11 26 15,12 8-1-15,0 7 0 16,4 6 1-16,-1 3-3 16,-2 0-2-16,0-3 2 15,-4-2-4-15,0-6 2 16,-7-6-4-16,0-9 1 16,-2-5 4-16,-2-11-4 15,2-6 1-15,-2-6-2 16,1-5-3-16,-1-1-13 0,0-6-39 15,0-17-73 1,-9-10-43-16</inkml:trace>
  <inkml:trace contextRef="#ctx0" brushRef="#br0" timeOffset="3548.52">2080 694 211 0,'0'0'43'0,"0"0"40"16,0 0-3-1,-82-50-41-15,48 37 21 16,-10 3-6-16,-2 1-30 16,-13 0-15-16,-7 6 27 15,-9 3-4-15,-6 0-5 16,-2 0-12-16,-4 15-7 16,-1 11 1-16,2 3 18 15,5 6-9-15,1 6-6 16,9 9-3-16,4 7-5 0,7 7 0 15,8 10 0 1,10 4-3-16,9 5 2 16,14 6-2-16,14 6 0 15,5 5-1-15,14 5 2 0,24 0 0 16,19 2 3-16,13-3-4 16,12-10 3-16,11-11 0 15,14-16 5-15,9-17-13 16,9-21 1-16,8-21-4 15,10-8 1-15,0-22 15 16,-5-24 0-16,-7-17-3 16,-14-8-4-16,-21-14-2 15,-16-8 1-15,-19-10-4 0,-15-11 2 16,-11-8 3 0,-13-6 9-16,-18-3-12 0,-4 3 10 15,-15 10-1 1,-34 15 13-16,-12 18 16 0,-20 17 5 15,-18 22-7 1,-8 17-15-16,-6 19-9 0,-8 10-9 16,5 23-7-16,9 25-17 15,14 4-103 1,13 3-173-16</inkml:trace>
  <inkml:trace contextRef="#ctx0" brushRef="#br0" timeOffset="5999.98">3734 1036 293 0,'0'0'101'0,"0"-3"-33"16,0 3-14-16,0 0-25 0,0 0-12 15,0 0 1-15,0 0 5 16,0 0-3-16,0 0-9 16,0 0-2-1,0 0-10-15,0 0-1 0,0 5 4 16,0 1 4-16,2-1-6 15,6-2 4-15,-6 2-3 16,0-5-4-16,-2 0 3 16,2 0 0-16,0 0-1 15,0 0 0-15,-2 0 5 16,0 0 2-16,0 0 7 16,0 0 8-16,0 0 4 15,2 0-11-15,-2 0-9 0,0 0-5 16,0 0-2-1,0 0-3-15,0 0 3 0,0 0-5 16,0 0 1-16,0 0 0 16,0 0 4-1,0 0 6-15,4 0-8 0,3 0 1 16,0 0-15 0,3-11 13-16,3-2 12 0,-2 0-1 15,-1-2-2 1,-3 1-5-16,0 2 4 0,-7 3 4 15,0 3 6 1,0 0 4-16,0 0 10 16,-7 2 8-16,-10 1-3 0,-1 0 10 15,0 3-46-15,-6 0 24 16,-2 0-11 0,0 9-4-16,2 4-5 0,3 5-1 15,1 2 5 1,6 4-6-16,7 7 4 15,0 0-9-15,5 5 3 0,2 5 5 16,0 0 2 0,6-2-5-16,14-2-2 0,4-5 0 15,-1-5 5 1,7-4 2-16,-4-1-3 0,2-5 1 16,0-5 1-16,-2 0-4 15,2-9-9-15,0-3-20 16,-2 0-35-16,-1-3-69 15,1-17-60-15,-2-7-253 16</inkml:trace>
  <inkml:trace contextRef="#ctx0" brushRef="#br0" timeOffset="6548.5">4249 1032 490 0,'0'0'67'0,"0"0"20"15,0 0 1 1,0 0-35-16,-89-12-8 16,73 12-32-16,-6 0 0 0,2 7-14 15,2 11 7-15,-2 7-5 16,3 4-2-1,4 8 1-15,2 0-2 16,5 2 1-16,6 0 1 0,0-1-6 16,0-3 0-1,10-7 5-15,10-4-2 0,1-8-5 16,1-7-8-16,2-9-14 16,-4 0-35-16,0-3 41 15,-2-21 33-15,-8-6-6 16,1-7-9-16,-9-6 20 15,-2 0-2-15,0 0-1 16,0 7 7-16,0 5 21 16,-2 9 12-16,-2 9 2 15,1 7 2-15,3 6-9 0,0 0-19 16,0 0-18 0,0 0 0-16,0 0-9 15,0 6-8-15,0 12 5 16,0 5 7-16,13 6-2 15,0 6 0-15,4 1 1 16,3 1 1-16,-3 0-2 16,0-1-2-16,3-5-21 0,-6-7-112 15,0-7-107 1,-4-13-155-16</inkml:trace>
  <inkml:trace contextRef="#ctx0" brushRef="#br0" timeOffset="6998.12">4333 1121 550 0,'0'0'24'0,"0"0"2"16,0 0-15-16,0 0-21 0,0 0 7 15,41-2 5 1,-20 21 12-16,3 8 1 0,-5 8 3 15,-3 4 34-15,-4 4-15 16,-4-4-1-16,2 3-10 16,-6-10-3-16,-2-4-6 15,-2-9 2-15,0-5-8 16,2-8-3-16,-2-5-2 0,0-1 13 16,0 0 41-1,0-19-18-15,0-8-32 0,0-8 4 16,0-6-5-1,0 1-1-15,0 5-6 0,2 4-3 16,6 8-3-16,8 9-2 16,-1 10 0-1,4 4-4-15,3 0-5 16,3 16-3-16,1 13 19 16,-2 8 1-16,-6 1 1 15,-4 5 5-15,-7-1-8 16,-5 1 4-16,-2-2-6 0,0-3-11 15,0-11-109 1,-13-12-378-16</inkml:trace>
  <inkml:trace contextRef="#ctx0" brushRef="#br0" timeOffset="7732.5">5697 1206 387 0,'0'0'75'15,"0"0"15"-15,0 0-8 16,0 0-24-16,0 0-15 15,-123-35 1-15,101 35-27 16,2 2-4-16,-2 13-2 16,4 9-7-16,4 3-2 15,-2 5-1-15,8 8 0 16,6-2 1-16,2 1-3 16,0-4 0-16,2-5-1 15,19-4 2-15,5-11-6 16,2-5-4-16,3-10 0 0,-1 0-12 15,-2-6 19 1,-5-19 12-16,-1-6-12 16,-8-10 11-16,0-2-3 0,-10-1 2 15,-2 4 9 1,-2 5 8-16,0 8 32 0,0 7 35 16,0 9-32-16,0 5-11 15,0 4-19 1,0 2-8-16,0 0-18 0,0 0-16 15,0 5-10-15,4 25-5 16,14 13 36 0,8 5 2-16,-1 10-3 0,5 0 0 15,-2-4-4 1,0-7 2-16,-2-11-4 0,0-8-1 16,0-9-1-16,0-11-18 15,-14-8-71-15,-3-18-183 16</inkml:trace>
  <inkml:trace contextRef="#ctx0" brushRef="#br0" timeOffset="9199.54">7201 1217 296 0,'0'0'94'16,"0"0"-7"-16,0 0-17 0,0 0-27 16,-64-71 9-1,42 61-6-15,-4 4-9 0,-4 4-4 16,-1 2 13-1,3 0-30-15,1 5-13 16,1 10 1-16,9 4-5 0,4 6 1 16,4-1 1-1,3 5-1-15,6 0-1 0,0-2-2 16,0-2-2-16,17-2 1 16,4-3 0-1,5-7 1-15,0-7-8 0,2-6-9 16,0 0 3-16,0-5 11 15,-6-14 15 1,-5-6-4-16,-2-1-1 0,-11-1 6 16,-4 1 4-1,0 7 11-15,0 5 17 0,0 4 10 16,0 5-20-16,0 5-25 0,0 0-17 16,0 4 7-1,0 21-1-15,7 11 11 0,12 11-4 16,4 9 2-1,3 6-3-15,2 2 0 16,3-1-1-16,-5-5 0 16,-7-5-5-16,-6-5-3 15,-8-7-18-15,-5-6-9 0,0-10 3 16,-3-5 20 0,-21-9 0-16,-4-7 18 0,-6-4-2 15,1 0 2 1,-1-12 6-16,2-8-6 15,8-6-3-15,9-1-3 16,5-2 5-16,10 0 8 16,0-2-12-16,12-4-4 0,16-1 2 15,9-3 1-15,3-2-1 16,0-2-1 0,-2 0-1-16,-5 1 2 15,-7 1 2-15,-6 3-2 0,-10 1 0 16,-8 2 2-1,-2 8 1-15,0 2 1 16,-10 5 1-16,-6 7-7 16,5 5-6-16,-2 4 11 0,7 0 0 15,2 4 5 1,-1 0-8-16,5 0-2 0,0 0 0 16,0 0-2-16,11 0-16 15,25-4 0-15,14-3-2 16,10-1 28-16,-1-2 2 15,-11 1-19-15,-8 1-13 16,-15 4 21-16,-14 4-3 16,-7 0 3-16,-4 0 19 0,0 0 7 15,0 0 26 1,0 0-14-16,0 0-17 0,0 14-15 16,0 7 1-1,0 8 0-15,0 8 0 0,-4 1 0 16,4 2-4-1,0-1 2-15,0-2 0 16,2-2 0-16,7 0-1 16,-1-4-2-16,1-4 2 15,2-3-4-15,-1-7-28 16,4-8-63-16,2-9-90 16,12 0-144-16</inkml:trace>
  <inkml:trace contextRef="#ctx0" brushRef="#br0" timeOffset="9898.34">7915 1169 630 0,'0'0'57'0,"0"0"13"0,0 0-14 15,0 0-30-15,-64-25-5 16,49 25-5-16,2 4-1 15,-4 17-9-15,3 6-5 16,0 6 0-16,7 7 2 0,0 2-5 16,7-4-1-1,0-1 0-15,0-4 1 0,16-6-3 16,5-10-5 0,3-5-1-16,0-10-15 15,2-2-7-15,-3-6 1 16,-2-19 18-16,-5-8 11 15,-4-3 10-15,-5 0-3 16,-7 6 12-16,0 5 9 16,0 5 17-16,0 8 5 15,-2 6-10-15,-3 4-16 16,0 2-13-16,5 0-5 16,0 0-6-16,0 12-9 15,0 10 9-15,12 3 5 16,5 3-3-16,5 2 1 15,1-4-12-15,5-8-30 0,2-8-14 16,2-10-28-16,1 0 4 16,-5-8-55-1,0-18 66-15,-8-5 19 0,-6-2 37 16,-5-4 40 0,-7-3 81-16,-2 8 33 0,0 3-30 15,0 6-31 1,-9 5-2-16,3 8 0 0,0 4-17 15,2 6-27 1,1 0-15-16,0 0-15 0,3 3-3 16,0 23-10-16,0 15 7 0,0 11 13 15,0 10-9 1,10 10 3 0,0-2-7-16,6-3 5 0,-2-8-3 15,4-5 1-15,-6-8-2 16,2-11-2-16,-4-10 0 15,-3-11-11-15,-1-14-44 16,-3 0-73-16,-3-27-23 16,0-22-177-16</inkml:trace>
  <inkml:trace contextRef="#ctx0" brushRef="#br0" timeOffset="10183.73">8165 1077 479 0,'0'0'13'0,"0"0"-9"15,0 0-5-15,0 0-2 0,124-8 9 16,-91 9-5-16,-3 12-8 16,-6 5 7-16,-6 5-1 15,-2 5-10-15,-10 3 19 16,-6 3 5-1,0 3 5-15,0-2 18 0,-8 0 44 16,-11-2 2 0,-7-4-52-16,2 0-24 0,-4-4-3 15,0-7-11 1,4-13-111-16,5-5-360 0</inkml:trace>
  <inkml:trace contextRef="#ctx0" brushRef="#br0" timeOffset="11028.38">8593 927 533 0,'0'0'82'0,"0"0"16"0,0 0-28 15,0 0-37 1,0 0-19-16,-26 4-11 15,26 6-1-15,-2 3 6 0,2 9 14 16,0 7-3 0,0 10 5-16,0 5-2 15,0 8 0-15,0 4 1 0,4 2-7 16,3-1 5-16,-1-5-7 16,1-4-3-16,-1-7-3 15,-2-8-5-15,-2-8 1 16,0-6 4-16,-2-6-4 15,3-7 3-15,-3-2-1 16,0-4-2-16,2 0 5 16,-2 0 4-16,0-4-4 0,3-11 3 15,-1-6-6 1,0-4-1-16,2-4-4 0,4 1 2 16,2 1-1-1,2 4-1-15,-2 0-4 0,8 2 3 16,-3 5-1-1,0 3-3-15,-2 5 4 16,-2 3-6-16,2 5 3 0,-1 0-4 16,0 0-8-1,2 14 3-15,0 10 16 16,2 2-2-16,-2 5 0 16,-2-1 5-16,-3 1-1 15,-2-4-2-15,-3-4-2 16,0 0-1-16,0-5 0 0,-2-1 0 15,0-5-3 1,3-2-7-16,-1-7-51 0,1-3-67 16,-3 0-77-16,-2-7-393 15</inkml:trace>
  <inkml:trace contextRef="#ctx0" brushRef="#br0" timeOffset="12748.18">9892 1044 235 0,'-4'-8'40'16,"2"2"24"-16,-2 0 41 0,2 2-36 16,0 0-7-16,0 2 15 15,0 1-4-15,-1-1-7 16,1 2-12-16,-1 0-20 15,1 0-13-15,2 0-8 16,-2 0-3-16,2 5-6 16,0 15-10-16,0 10 9 15,0 13 5-15,0 13-8 0,0 10 8 16,0 2-3 0,2 2 1-16,0-6 0 15,3-6-5-15,0-11 6 16,-3-15-6-16,0-8 1 15,0-10-1-15,2-6-1 16,-2-8 4-16,0 0 2 16,2-2 4-16,4-17 6 0,-2-13 18 15,2-10-24 1,3-6-10-16,0 2 6 16,4 2-6-16,-4 7-2 15,1 11 1-15,1 11 0 0,0 5-2 16,0 6-3-1,3 2 0-15,0 2-3 0,6 0 0 16,0 18-12 0,-3 11 29-16,2 9-1 15,-1 7-1-15,-3-1-5 16,-4 1 9-16,0-7-8 16,-5-4 1-16,1-13-4 0,0-8 0 15,-1-7-6-15,3-6-43 16,0 0-81-16,-1-10-40 15,4-17 0 1,-4-4-187-16</inkml:trace>
  <inkml:trace contextRef="#ctx0" brushRef="#br0" timeOffset="13228.64">10523 1263 417 0,'0'0'86'0,"0"0"26"16,0 0-28-16,0 0-46 15,-114-24-13-15,88 24 7 16,-2 2-1-16,3 14-12 16,1 4-6-16,2 4-8 15,6 5 0-15,4 2-2 16,10 3-1-16,2 1-1 0,0 2-1 15,0-4 0 1,20 0-1-16,6-8-4 16,1-6 1-16,6-8 0 0,1-8-8 15,-1-3-7 1,1-3 0-16,-6-19 16 16,-9-6 4-16,-6-8 4 15,-9-3 7-15,-4-1-5 16,0 3 2-16,0 6 1 15,-8 6 10-15,-1 9 9 0,5 7 9 16,-1 6 0 0,5 3-29-16,0 0-20 15,0 11 5-15,2 15 2 16,16 9 13-16,1 6 3 0,1 6-7 16,3-3-2-1,-2-4-4-15,-1-4-8 16,-4-11-87-16,0-13-147 0,-2-12-303 15</inkml:trace>
  <inkml:trace contextRef="#ctx0" brushRef="#br0" timeOffset="13858.11">10775 1216 588 0,'0'0'76'15,"0"0"21"-15,0 0-65 0,0 0-40 16,0 0 11 0,20 73 3-16,5-35 2 15,1 4-4-15,-3-8-2 0,-5-1 3 16,-5-6-4 0,-1-5-1-16,-5-11 1 15,-3-3-2-15,1-8 1 16,-1 0 0-16,-2 0-3 15,-2-19-6-15,0-13 44 16,0-2-23-16,0-2-3 16,0 4-1-16,0 7-4 0,0 12 15 15,0 7 3-15,0 6-17 16,0 0-18-16,8 13 11 16,6 6 8-16,4 3-3 15,4-3-2-15,2-4-5 16,4-5-1-1,0-8-5-15,0-2 1 16,-2 0-5-16,1-13 13 16,-5-7-4-16,-6-2 3 0,-6 0 5 15,-4-1 0 1,-6 2 4-16,0 4 8 0,-4 0 3 16,-10 4 12-16,-6 5 3 15,2 4 3-15,-3 4-1 16,2 0-9-16,4 14-14 15,2 14-7-15,6 5-3 16,5 9-1-16,2 0 0 16,0 0 1-16,13-1-1 0,9-4-1 15,4-4 0 1,6-6 1-16,2-5-1 0,3-8-1 16,-1-3-9-1,1-10 4-15,-2-1-3 0,-5 0-36 16,-5 0-89-1,-5-1-86-15,-7-13-149 16</inkml:trace>
  <inkml:trace contextRef="#ctx0" brushRef="#br0" timeOffset="15058.12">12199 1370 503 0,'0'0'83'0,"0"0"8"0,0 0-61 16,-2-84-16-16,8 67-6 15,3 5-4-15,8 6-5 16,-1 6-4-16,0 0-2 16,6 13 22-16,2 11-9 0,0 7 4 15,-4 1 3 1,-4 5-4-16,-1-1-2 15,-7-1-6-15,-5-3 8 16,-3-7 2-16,0-3 0 16,0-9 1-16,0-6 3 15,0-5-1-15,0-2 0 16,0 0 13-16,0-6 4 16,0-15-4-16,0-14-15 15,0-5 1-15,0-7-13 16,0 0 0-16,0 4 2 0,0 10-4 15,0 9 2 1,0 8-5-16,11 13-1 16,3 3-6-16,10 1-4 0,2 23 12 15,2 8 8 1,0 5-2-16,-2 6 6 0,-5-2-5 16,-5-5-2-1,-4-4 0-15,-6-9-7 0,0-8 7 16,-6-3 3-1,2-7-3-15,0-3 3 0,-2-2 0 16,0 0 5-16,0-13-4 16,0-16-3-1,3-6 9-15,0-6-9 16,-1 0-2-16,4 3 0 0,-2 8 2 16,4 10-3-16,-2 10-2 15,2 7-2-15,1 3-8 16,4 0 0-16,2 8 6 15,2 15 13-15,4 3-2 16,-1 5 2-16,0 0-3 16,0 0-2-16,2-2-2 15,-2-8-14-15,1-5-91 16,1-8-85 0,-1-8-146-16</inkml:trace>
  <inkml:trace contextRef="#ctx0" brushRef="#br0" timeOffset="15716">12961 1280 593 0,'0'0'111'0,"0"0"-5"0,0 0-48 16,0 0-34 0,0 0-25-16,-22 22-4 0,22 9 6 15,0 10 1 1,4 2 1-16,10 2-2 0,0-7-2 15,2-5 1-15,1-9-3 16,-3-10-1-16,4-5-5 16,4-9-16-16,6 0 8 15,4-26 15-15,0-8 17 16,-6-7-6 0,-4 0-28-16,-8 2 37 0,-9 9-12 15,-5 5 3 1,0 5 2-16,0 10 7 15,-2 3 8-15,-1 2 6 16,1 5-19-16,2 0-18 16,0 0 0-16,0 19-10 0,0 9 23 15,7 6-7-15,10 4 2 16,-2-1-3-16,7-8-3 16,2-8-6-16,-1-8-3 15,5-11-19-15,0-2 1 16,0-7 15-16,0-24-13 15,-6-12 13-15,-6-10 10 16,-6-4 8-16,-10-6 0 16,0 0 6-16,-5 3 2 15,-16 6 19-15,-1 8 31 16,-2 11-19-16,6 7-2 16,6 7 1-16,3 7 14 15,7 7-20-15,-2 3-7 0,4 4-15 16,0 0-21-1,0 5 0-15,4 26-6 16,12 15 13-16,5 15 12 16,3 11-7-16,4 9-2 15,-2 2-1-15,2-5 3 0,0-10-8 16,0-9-1 0,-3-10-26-16,-3-17-84 15,-4-10-59-15,-4-19-58 16,-4-3-341-16</inkml:trace>
  <inkml:trace contextRef="#ctx0" brushRef="#br0" timeOffset="16178.59">13667 1027 749 0,'0'0'64'0,"0"0"47"0,0 0-46 16,0 0-38-16,-26-8-23 16,26 9-15-16,0 20 12 15,0 14 4-15,0 10 20 0,4 12-5 16,4 7 0-1,4 7-3-15,-4-2-7 0,-1-5-6 16,4-6-1 0,-5-8 1-16,0-9-3 0,-3-6-3 15,2-13-2 1,-5-5-50-16,0-16-108 0,0-1-115 16</inkml:trace>
  <inkml:trace contextRef="#ctx0" brushRef="#br0" timeOffset="16583.68">13576 1481 663 0,'0'0'56'0,"0"0"-17"0,0 0-35 0,0 0-3 16,0 0 2-1,135-58-1-15,-87 42 1 0,1 3-2 16,-3-1-2-1,-6 4-1-15,-5 3-38 16,-9 2-69-16,-9 4 60 16,-6 1 38-16,-7 0 2 15,-4 0 33-15,0 0 37 16,0 0 43-16,0 0 2 16,0 0-21-16,0 0-9 15,0 0-23-15,0 0-22 16,0 6-9-16,0 13-19 0,2 6 3 15,5 6 6 1,2 8-6-16,-3 0-3 16,2-4 2-16,6-3-6 15,-6-7 3-15,0-3-4 16,6-8 0-16,-6-13-7 16,1-1-45-16,4-10-111 15,-7-24-51-15,0-15-197 0</inkml:trace>
  <inkml:trace contextRef="#ctx0" brushRef="#br0" timeOffset="16798.49">14061 1121 449 0,'0'0'20'0,"0"0"-21"15,0 0 16-15,0 0-8 0,0 0-9 16,36-29 4-16,-34 20 45 15,-2 2 76-15,0 0-14 16,-4 1-54-16,-12 1-49 16,2 5-12-16,0 0 12 0,6 0-37 15,4 6-205 1,4 4-304-16</inkml:trace>
  <inkml:trace contextRef="#ctx0" brushRef="#br0" timeOffset="17098.15">14246 1327 859 0,'0'0'-4'16,"0"0"43"-16,0 0-22 0,0 0-13 15,0 0 6 1,-8 121 9-16,16-77 16 0,-6 5 19 15,0 4-17 1,-2-3-11-16,0 2-3 16,2-2-11-16,0-4-8 0,0-3 0 15,0-7-1-15,2-6-3 16,3-11-1-16,0-7-5 16,-3-12-19-16,0 0-118 15,0-25-136-15,-2-18-298 16</inkml:trace>
  <inkml:trace contextRef="#ctx0" brushRef="#br0" timeOffset="17380.54">14172 1330 361 0,'0'0'4'15,"0"0"5"-15,0 0-4 16,0 0-3-16,140 0-2 16,-110 14-10-16,-4 0-10 15,-5 8 8-15,-7 3 23 16,-8 6 41-16,-6 2 44 0,0 2 44 16,-4 0-26-1,-20-3-41-15,-4 2-37 0,-2-7-21 16,-5-4-12-1,5-8-5-15,0-9-22 0,4-6-226 16</inkml:trace>
  <inkml:trace contextRef="#ctx0" brushRef="#br0" timeOffset="18098.99">14628 1649 363 0,'0'0'-8'16,"0"0"43"-16,0 0 4 15,0 0 16-15,0 0-4 16,61-25 1-16,-46 0-14 16,-4-5-14-16,-1-12-7 0,-6-8-3 15,-4-6-6 1,0-4 8-16,0 0-1 0,-19 4 7 15,0 7 10-15,2 12-5 16,-1 11 4 0,8 10 8-16,1 8-12 0,7 8-12 15,2 0-7 1,0 12-4-16,0 19-6 0,13 9 6 16,8 13 1-1,5 7-2-15,4 4-1 16,2-5 2-16,0 0-2 15,-1-8 0-15,-1-12 0 16,4-9-3-16,-4-11-4 16,0-13 1-16,3-6-1 0,2-5 9 15,-3-23-3 1,-4-11 7-16,-3-7-4 0,-9-5 1 16,-8 7 1-16,-8 5-2 15,0 10 3-15,0 11 9 16,-4 12 14-16,-9 6-1 15,-2 11-8 1,2 21-6-16,0 11-10 0,7 6-1 16,1 5 8-1,5-1 1-15,0-8-6 0,0-4-5 16,15-10-3-16,19-14-1 16,10-9-7-16,16-8 7 15,0-13-2-15,1-30-194 16</inkml:trace>
  <inkml:trace contextRef="#ctx0" brushRef="#br0" timeOffset="19777.99">16500 1153 695 0,'0'0'28'15,"0"0"3"-15,0 0-38 16,0 0-32-16,0 0-199 16</inkml:trace>
  <inkml:trace contextRef="#ctx0" brushRef="#br0" timeOffset="26330.3">16080 1177 303 0,'0'0'68'0,"0"0"-14"15,0 0 15-15,-2-35 1 16,2 31-6-16,0 0-11 0,0 3 7 15,0 1-6 1,0 0-25-16,0 0-22 16,0 5-5-16,0 18-5 0,0 10 10 15,0 12-2-15,0 10 1 16,7 6-3 0,2 7 2-16,-1 0-3 0,1-7 0 15,2-5-1-15,-5-12 1 16,3-12-3-1,-5-14 1-15,0-9 0 0,-2-9 3 16,-2 0 19 0,0-8 72-16,0-19-46 15,0-8-39-15,0-11-7 16,0-11-4-16,3-8 6 0,-1-3-2 16,0-1-5-1,0 4 4-15,2 10 1 0,1 8-4 16,-3 16 2-16,0 8-3 15,0 11-1-15,4 8-1 16,1 4-5-16,6 0-9 16,2 22 7-16,6 7 10 15,5 8 1-15,0 3-1 16,0 3 5-16,-5 0-1 0,1-10-1 16,-7 1 2-1,-2-13-1-15,-3-3 0 0,-2-10-3 16,-4-5 3-1,0-3-1-15,2 0 5 0,0-7 3 16,6-22 1 0,0-10-4-16,2-8-5 15,0 2 0-15,-3 3 1 0,0 8-1 16,-5 10-1 0,-1 13 2-16,-5 7-4 15,2 4-13-15,2 0-3 16,2 15 8-16,3 10 10 0,2 8 4 15,1 9-3 1,2 3 0-16,-2 4 1 0,0 1-1 16,-2 1 1-1,0-3 1-15,6-8 1 0,-1-9-1 16,6-12-9 0,5-10-74-16,7-9-72 0,5-10-117 15</inkml:trace>
  <inkml:trace contextRef="#ctx0" brushRef="#br0" timeOffset="26629.48">16892 1148 571 0,'0'0'28'16,"0"0"42"0,-110 13-11-16,90-1-33 0,12 5-20 15,6 9-12 1,2-1 6-16,0 5 2 15,18 6-1-15,18-4-7 16,9-2-3-16,7-5 8 0,6-4-2 16,-4 0 17-16,-7 1-9 15,-13 1-15 1,-16 2-1-16,-18 4 8 0,0 6 6 16,-18-4 8-1,-16 0-5-15,2-2 3 16,-3-4-6-16,7-8-1 15,8-9-4-15,12-8-19 0,8 0-158 16</inkml:trace>
  <inkml:trace contextRef="#ctx0" brushRef="#br0" timeOffset="26998.23">17158 1252 586 0,'0'0'52'15,"0"0"-2"-15,0 0-40 0,0 0-26 16,115-40 38-16,-61 24-18 16,2 1-2-1,-3 1 0-15,-5 2-3 16,-14 5-2-16,-6 3-14 15,-9 4-84-15,-10 0-130 16</inkml:trace>
  <inkml:trace contextRef="#ctx0" brushRef="#br0" timeOffset="27282.89">17464 1198 776 0,'0'0'89'0,"0"0"-9"16,0 0-53 0,0 0-25-16,0 0-16 15,0 0 11-15,-24 88 7 16,20-47 3-16,0 6 5 16,4 6-6-16,0-1 1 0,0-4-1 15,0 1 0-15,0-5-6 16,0-6 3-16,0-6-1 15,0-11 1-15,2-5-3 16,2-15-4-16,0-1-48 16,-4-19-230-16,0-21-371 0</inkml:trace>
  <inkml:trace contextRef="#ctx0" brushRef="#br0" timeOffset="28080.31">18121 1159 338 0,'0'0'92'0,"0"0"21"16,0 0-38-16,0 0-25 15,-32-4-26-15,14 4-4 0,-4 0 6 16,4 0 11-1,-2-2-12-15,4-1-12 0,6-5 2 16,1 0 5 0,3-2-1-16,6-1-10 15,0-3-3-15,0-2-4 0,9 2-3 16,10 0 0 0,4 4 3-16,5 3-5 0,0 7 0 15,0 0 1 1,-2 7-7-16,-2 22 1 0,-3 10 6 15,-3 9 7 1,-6 10-4-16,-6 3 3 16,2 3-2-16,-5-3 3 15,2 1-2-15,-1-6-1 0,0-5 1 16,3-6-2 0,-7-6-6-16,0-5-139 0,0-11-423 15</inkml:trace>
  <inkml:trace contextRef="#ctx0" brushRef="#br0" timeOffset="28265.57">18127 2032 856 0,'0'0'8'0,"0"0"33"16,0 0-9-16,0 0-30 0,0 0-5 15,23 0-2-15,-14 0-44 16,0-5-342 0</inkml:trace>
  <inkml:trace contextRef="#ctx0" brushRef="#br0" timeOffset="29898.09">1363 2954 513 0,'0'0'103'16,"0"0"-21"-1,-8 0-26-15,-3 4-48 16,-3 11 1-16,2 3-6 0,-3 5 6 16,2 2-2-1,3-1-1-15,1 1-8 16,4-2 2-16,3 0 1 0,2-2-1 16,0-1-2-1,5-3-1-15,18-5-2 16,8-4-6-16,5-4 5 0,3-1-5 15,-3 1-25 1,-6 4-2-16,-6 2-14 0,-9 3 20 16,-12 4 4-1,-3 3 27-15,0 2 9 0,-11 0 13 16,-11 2 6-16,1-3 10 16,-2-2-9-16,2-5 1 15,4-4 3-15,5-5-3 16,3-5-12-1,2 0-11-15,3 0-11 0,4 0-12 16,0-17-74 0,0-5-107-16,11-4-146 0</inkml:trace>
  <inkml:trace contextRef="#ctx0" brushRef="#br0" timeOffset="30281.68">1715 3105 649 0,'0'0'72'16,"0"0"-1"-16,0 0-6 16,0 0-46-16,0 0-21 15,-55 21-6-15,49 8 6 0,0 4 2 16,4 6-1-1,2 0 1-15,0-4 0 0,2-2-1 16,15-10-3 0,0-4 3-16,7-6-4 15,-4-7-7-15,3-6-4 16,-1 0 5-16,-8-6 11 16,0-14 0-16,-8-8 12 0,-6-4 1 15,0-1 6-15,-2 2 18 16,-19 5-5-16,-6 5 3 15,-3 10-19-15,2 6-21 16,2 5 1-16,7 0-30 16,8 0-174-16,9 6-447 15</inkml:trace>
  <inkml:trace contextRef="#ctx0" brushRef="#br0" timeOffset="30764.66">2151 3259 284 0,'0'0'119'16,"0"0"1"-16,-22-142-25 0,1 99-18 16,2 4-19-16,-3 8-2 15,3 9-6-15,2 4-6 16,8 8 9-1,3 6-20-15,1 2 6 0,5 2-26 16,0 0-23-16,0 0-8 16,0 16-14-1,17 16 18-15,3 11 32 16,3 9-14-16,3 9 0 0,-2 0 2 16,2-1-7-16,-2-4 5 15,-5-5-3-15,2-12 4 16,-4-6-7-16,5-10-8 15,-2-16-30-15,0-7-70 16,4-15-104-16,-2-28-337 16</inkml:trace>
  <inkml:trace contextRef="#ctx0" brushRef="#br0" timeOffset="31231.84">2213 2890 707 0,'0'0'0'0,"0"0"11"16,0 0-12-16,0 0-3 0,0 0-5 15,85-25 0 1,-61 46-6-16,-4 5 20 0,0 6-3 15,-3 3 7 1,-6-1 2-16,0-2 1 0,-5-8 3 16,-4-5 0-16,0-8-2 15,-2-5-4-15,2-6-1 16,-2 0 10-16,0 0 18 16,0-14 26-16,3-8-28 15,0-8-24 1,5-7-6-16,0 1 0 0,-2 2-4 15,3 8-4 1,2 6 7-16,-5 9-10 16,6 7 2-16,0 4-8 0,4 0-6 15,2 13 12-15,2 9 7 16,1 7 3-16,-1 3 1 16,-3-1-1-16,0 3 5 15,-7-8-18-15,-2-5-121 16,-6-6-158-16</inkml:trace>
  <inkml:trace contextRef="#ctx0" brushRef="#br0" timeOffset="31677.92">3272 2946 515 0,'0'0'48'0,"0"0"-25"16,0 0-18-16,0 0-19 0,0 0 15 16,9 10-6-1,1-6-5 1,-1-4 8-16,0 0-1 0,-1 0 10 15,-6 0 38 1,1-10 17-16,-1 1-13 0,-2-3-9 16,0 4 5-16,0 4-29 15,0 4-15-15,0 0-29 16,0 0-220-16,-9 14-274 16</inkml:trace>
  <inkml:trace contextRef="#ctx0" brushRef="#br0" timeOffset="31950">3348 3465 401 0,'0'0'-9'16,"0"0"23"-16,0 0 7 15,0 0 14-15,0 0 7 0,64-3-13 16,-54-9 25 0,-7-2 8-16,-1 2 7 0,-2 1 5 15,0-1 3 1,0 5-25-16,0 2-40 0,-15 5-16 16,-7 0-96-16,-8 0-299 15</inkml:trace>
  <inkml:trace contextRef="#ctx0" brushRef="#br0" timeOffset="32778.06">5411 2855 697 0,'0'0'57'15,"0"0"-28"-15,0 0-43 16,4 12-4-16,16 13 20 15,1 8-2-15,3 6 9 16,-3 1-3-16,-2 1 4 16,3-9-6-16,-2-7 1 0,-2-7-3 15,2-12 2 1,2-6-6-16,-1-2 3 0,3-23 5 16,-7-8 1-1,-2-6-2-15,-2-3-2 16,-6 3 1-16,-7 5 2 15,0 8 4-15,0 7 31 16,0 7 1-16,0 6-1 16,0 6-20-16,0 0-39 15,0 20-1-15,4 14 20 16,4 13 2-16,4 16 0 16,-2 6 6-16,-2 8-3 15,4-1-1-15,-6-4 1 0,0-8 1 16,3-7-7-16,-3-12 3 15,5-11-2 1,4-14-2-16,-2-13-71 16,2-7-162-16,2-17-328 15</inkml:trace>
  <inkml:trace contextRef="#ctx0" brushRef="#br0" timeOffset="33364.66">6013 3364 552 0,'0'0'13'0,"0"0"-5"16,0 0-5-16,112-85 0 16,-78 51 0-16,-6-5-5 15,-6 2 5-15,-9 0 1 16,-11 4 2-16,-2 8 37 15,0 5 100-15,-15 10-40 16,-9 5-46-16,-2 5-27 16,5 0-11-16,0 0-10 0,1 19-5 15,5 8-6 1,4 8-4-16,7 4 4 0,4 4 6 16,0 0-3-1,2 0-1-15,22-11-4 0,6-7-1 16,4-13-1-1,3-10-20-15,-3-2-42 0,-2-8 32 16,-4-20 22-16,-4-1 2 16,-8-6 11-16,-6 1 3 15,-6 3-1 1,-4 8 4-16,0 7 7 16,0 7 11-16,0 5 10 0,0 4-18 15,0 0-24-15,0 2-2 16,16 13-2-16,7 7 10 15,5 1 3 1,2 7 1-16,-2 2-1 0,-4 4 1 16,-7 1-2-16,-4 4-2 0,-11-4 5 15,-2-2-3 1,0-5 4-16,-2-2-1 16,-18-4 2-16,0-6 4 15,-6-4-3-15,-1-4-1 16,6-9-4-1,2-1-38-15,10 0-257 0</inkml:trace>
  <inkml:trace contextRef="#ctx0" brushRef="#br0" timeOffset="33544.98">6949 3380 957 0,'0'0'59'0,"0"0"-49"0,0 0-13 16,-2 98 8-16,2-60-5 15,0-8-81-15,0-9-660 16</inkml:trace>
  <inkml:trace contextRef="#ctx0" brushRef="#br0" timeOffset="34265.57">8414 3190 434 0,'0'0'56'0,"0"0"12"16,0 0 3-16,0 0-9 0,0 0-10 15,-141-107-30 1,99 106 9-16,2 1 4 0,1 0-19 15,5 13-3 1,6 12-12-16,6 7 3 16,7 6-4-16,10 6 0 0,5 1 0 15,0-1-2-15,16-3 1 16,14-7-4-16,8-13 3 16,6-10-12-1,-1-11-17-15,-5 0 13 0,-4-11-3 16,-9-16 13-1,-8-5 1-15,-11-1 23 0,-6 2 5 16,0 1 23 0,0 6 15-16,0 5 9 0,0 8-13 15,0 3-10-15,0 4-21 16,0 4-19-16,0 0-19 16,0 10-12-16,13 14 14 15,6 6 24-15,7 4-4 16,11 6-3-16,3-4 0 15,4-7-21-15,-3-9-176 16,-1-15-515-16</inkml:trace>
  <inkml:trace contextRef="#ctx0" brushRef="#br0" timeOffset="35428.08">9652 3245 430 0,'0'0'108'0,"0"0"-14"16,0 0-22-16,0 0-26 0,-116-90-9 15,92 90-17 1,4 0-14-16,1 26-4 0,0 5-1 15,2 8 8-15,3 1-8 16,4 1 0-16,8-4 0 16,2-11-4-16,0-4 0 15,0-9-2 1,10-5 1-16,6-8-4 0,3 0 0 16,5-15 15-1,-1-14-2-15,-2-5 4 16,-3 0-2-16,-10 2-3 15,-4 4 4-15,-4 10 8 16,0 7 25-16,0 5 1 16,0 6-23-16,0 0-30 15,0 6-17-15,14 20 22 0,5 9 15 16,3 12-5-16,1 11-1 16,3 6 0-16,-5 3-1 15,3-6-2 1,-4-5-2-16,-6-8-24 0,-2-11-24 15,-10-10 7 1,-2-9 15-16,0-7 13 0,-12-9 24 16,-10-2-6-16,-6 0 2 0,2-12 4 15,2-13-9 1,2-8 7-16,14-5 4 16,8-9-7-16,0-3-2 15,4 0-2-15,22-2 0 0,8-3-1 16,4 3-3-1,6 4 6-15,-3 4-3 0,-7 4-1 16,-6 11 2 0,-8 8 2-16,-12 5-1 15,-8 9 7-15,0 3 0 16,0 2 4-16,-2 2-9 16,-4 0 1-16,2 0 0 0,1 0-6 15,3 0-2 1,0 0-1-16,0 0 0 0,15 0-3 15,17 0 3 1,12 0-2-16,7-2 13 0,3-6-7 16,-9 2-5-16,-8 2-2 15,-14 4 7-15,-14 0-12 16,-9 0-3-16,0 14 29 16,-7 11 9-16,-8 10 5 15,1 6-5-15,-2 8-8 16,8 2-4-16,6 2-2 15,2-3-8-15,0-7-2 16,21-7 4 0,7-11-5-16,6-11-16 0,12-14-72 15,1 0-10 1,5-19-45-16,-3-13-124 0</inkml:trace>
  <inkml:trace contextRef="#ctx0" brushRef="#br0" timeOffset="35828.05">10447 3251 510 0,'0'0'93'16,"0"0"2"-16,0 0-39 16,-120-12 2-16,101 12-26 0,1 2-18 15,8 16-10 1,2 7-6-16,6 4 0 16,2 4 1-16,0 3-1 15,8-3-2-15,16-6 1 16,4-12-3-16,4-7-5 15,5-8-19-15,3 0 5 16,-6-21 23-16,1-8-8 16,-7-4-13-16,-11-3 22 15,-8 4-1-15,-9 2 23 16,0 5 37-16,0 5 36 16,-4 4-1-16,-5 9-21 15,5 1-39-15,-1 6 3 16,3-3-12-16,0 3-19 0,0 3-14 15,2 22-7 1,0 9 21-16,0 4 1 0,0 6-4 16,15 0-2-1,4-5 0-15,5-8-3 0,10-12-6 16,10-11-65-16,1-8-15 16,2 0-87-1,-4-29-340-15</inkml:trace>
  <inkml:trace contextRef="#ctx0" brushRef="#br0" timeOffset="36099.46">10775 3181 718 0,'0'0'117'16,"0"0"-15"-16,0 0-38 15,0 0-52-15,0 0-21 16,-9 15-13-16,14 20 36 15,9 7 2-15,-2 12 1 16,0 5 6-16,-4-1-3 16,6-2-7-16,-6-8-7 15,-1-4-1-15,0-7-4 16,1-9 0-16,-4-11-1 16,-2-7-1-16,0-10-25 15,-2-2-77-15,0-29-109 16,0-18-358-16</inkml:trace>
  <inkml:trace contextRef="#ctx0" brushRef="#br0" timeOffset="36340.19">10674 3130 573 0,'0'0'29'0,"0"0"-25"0,0 0-1 16,0 0 2-16,125 4 0 15,-83 10-3 1,2 3 1-16,-12 6-6 16,-11 5 3-16,-12 2 5 0,-9 8 12 15,0-2 11-15,-5 1 36 16,-14-5-26-16,-2-6-29 0,6-9-8 16,4-11-19-1,6-6-157 1,5-14-371-16</inkml:trace>
  <inkml:trace contextRef="#ctx0" brushRef="#br0" timeOffset="36728.06">11008 3010 802 0,'0'0'75'16,"0"0"-31"-16,0 0-51 15,0 0 20-15,32 128 6 16,-13-78 11-16,0 3-7 0,-2-3 3 16,-4-6-6-16,0-5-7 15,-2-10 1 1,-4-8-9-16,-1-7-3 0,-4-8 1 16,2-6 0-1,2 0-1-15,0 0 3 0,2-21-5 16,4-4 13-1,2-4-3-15,2 1-7 16,2 3-5-16,-3 5 0 16,4 9 1-16,-4 8 2 15,5 3-6-15,0 0-1 16,-2 9-1-16,0 19 2 0,-4 7 0 16,-4 10 7-16,-2 8 3 15,-4-1-4-15,-4-10-116 16,4-12-394-16</inkml:trace>
  <inkml:trace contextRef="#ctx0" brushRef="#br0" timeOffset="37447.26">12877 3188 408 0,'0'0'98'0,"0"0"-20"16,0 0-33-16,0 0-22 15,-7 0-12-15,7 0 3 0,0 0-4 16,0 0-5 0,0 0 0-16,0 0-3 0,0 0 13 15,-2-7 29 1,-8-1 14-16,-4 2-1 0,-4 2-31 16,-5 4-18-1,-3 0-1-15,-3 6 1 0,5 17-1 16,-2 8-6-16,5 5 2 15,6 1-1-15,8 6-1 16,7-2 0-16,0 0-1 16,7-5 0-1,21-5-2-15,15-9-2 16,8-15-4-16,14-7-45 16,11-5-17-16,5-29-47 15,-3-6-151-15</inkml:trace>
  <inkml:trace contextRef="#ctx0" brushRef="#br0" timeOffset="37828.37">13196 3221 464 0,'0'0'95'15,"0"0"18"-15,0 0-28 0,-130-25-40 16,100 25-4-16,0 10-18 16,7 19-10-16,1 6-8 15,6 5-3-15,7 2 0 16,9 1-1-16,0-6-4 15,7-4 1-15,19-10 0 16,4-7-1-16,7-10-2 0,2-6-7 16,0 0-11-1,-1-23-2-15,-8-11 10 16,-10 2 8-16,-10-5 12 16,-10 4 4-16,0 2 10 0,0 6 16 15,-2 7 19 1,-6 7 18-16,2 8-14 15,6 3-29-15,0 0-43 16,0 6 0-16,0 13 17 0,2 3 2 16,12 7-2-16,3 1-2 15,5-4 0 1,6-2-1-16,3-7-37 16,2-7-160-16,0-6-220 15</inkml:trace>
  <inkml:trace contextRef="#ctx0" brushRef="#br0" timeOffset="38188.61">13409 3217 715 0,'0'0'74'16,"0"0"-50"-16,0 0-35 15,0 0-2 1,0 0 11-16,77 56 0 0,-47-19 8 15,-6 4-2 1,-5-4-6-16,-10-4 7 16,1-8-5-16,-5-6 11 0,-1-7-6 0,-2-8-3 15,-2-4 4 1,0 0 12-16,0-18-2 0,0-9-5 16,0-8-4-1,0-3-1 1,0-2-6-16,9 8 3 0,8 5-5 15,0 9 0-15,2 17-1 16,3 1-8-16,0 18 3 0,-3 17 13 16,-2 12 7-1,3 3-2-15,-6 7-8 16,2-5 6-16,-1-10-21 16,-3-9-332-16</inkml:trace>
  <inkml:trace contextRef="#ctx0" brushRef="#br0" timeOffset="38980.01">15022 3013 314 0,'0'0'119'0,"0"0"-13"16,0 0 1-16,0 0-16 0,-26-51-18 15,22 51-25-15,2 0-25 16,2 8-20 0,0 20 2-16,0 15 3 15,0 10 2-15,0 10 7 16,0 5-4-16,4-2-3 15,4-5-5-15,2-6-2 16,0-10-1-16,-1-13-2 0,-1-10 1 16,-1-11-2-16,-3-7 1 15,-2-4 1-15,-2 0 4 16,2-17 17 0,3-12-5-16,1-8-13 0,3-6-2 15,2-1-2-15,-3 3-1 16,5 7 4-1,-4 6-5-15,1 14 0 0,-1 7-2 16,0 7-3-16,1 0-15 16,-1 24 10-16,0 4 7 15,3 9 6-15,2-1 2 16,0 0 1-16,4-5-3 16,5-8-7-16,9-9-48 0,6-11-62 15,0-3-40 1,5-6-109-16</inkml:trace>
  <inkml:trace contextRef="#ctx0" brushRef="#br0" timeOffset="39358.07">15459 3204 627 0,'0'0'89'15,"0"0"-20"-15,0 0-19 16,-112 0-21-16,93 23-16 15,5 4-8-15,6 7-2 0,6-1-2 16,2 3-2 0,0-4 0-16,18-4-2 15,4-7 1-15,9-9-10 16,1-9-10-16,3-3-8 16,-3-1-8-16,-5-21 5 15,-3-7 14-15,-8-2 14 0,-6 0 16 16,-8 1 3-16,-2 5 9 15,0 5 31 1,0 7 12-16,0 4-1 0,-2 8-14 16,0 1-30-16,0 0-18 15,2 18-12 1,0 8 18-16,0 9-5 0,0 2-2 16,18 0-2-16,1-3-3 15,4-6 1-15,8-9-32 16,-1-6-89-16,0-11-108 15,8-2-270-15</inkml:trace>
  <inkml:trace contextRef="#ctx0" brushRef="#br0" timeOffset="39913.68">15821 3212 666 0,'0'0'86'0,"0"0"-18"0,0 0-39 15,0 0-39 1,0 0 10-16,30 57 6 0,-6-22 4 16,1 2-7-16,-2-1-1 15,-3-6 1-15,-1-5-1 16,-3-7-1-16,-4-9 1 16,-1-5-1-1,0-4-5-15,-1-1-8 0,4-25 22 16,-4-5 2-1,2-5-10-15,-2-1 0 0,-4 1 1 16,0 10-1 0,-3 8-3-16,1 12 1 15,1 6-1-15,1 6-23 0,5 19 21 16,6 2 12 0,4 3-8-16,7-7-1 0,4-6 1 15,6-9-1-15,0-8-2 16,3 0 0-16,-5-12 0 15,-4-13-8-15,-8-1 7 16,-10-5 3 0,-10-3 0-16,-4 1 5 0,0 4 6 0,-14 6 5 15,2 6 24 1,-4 5 6 0,6 10-9-16,-3 2-21 0,4 10-9 15,1 23-5-15,-1 7 3 0,5 9 1 16,4 2 9-1,0 4-11-15,11-4 0 16,17-7-3-16,12-3 3 16,18-12-6-16,13-13-10 15,9-16-182-15,2-12-284 0</inkml:trace>
  <inkml:trace contextRef="#ctx0" brushRef="#br0" timeOffset="40809.49">17550 3167 449 0,'0'0'57'0,"0"0"-4"15,0 0-13-15,0 0-10 16,15-66-21-16,-2 66-9 15,2 12-9-15,4 19 14 0,1 9 9 16,-3 7-5 0,-2 1-6-16,-6 0 13 15,-3-6-7-15,-2-8 2 16,-4-9 0-16,2-9-1 16,-2-8 0-16,0-8 3 0,0 0 23 15,0-8 44 1,0-15-57-16,0-6-10 0,0-6-14 15,3-8 4 1,8-1-1-16,-1 3-3 0,4 4 1 16,2 8-1-16,4 12-1 15,1 11-6-15,1 6-1 16,-2 12-7-16,-4 18 4 16,2 9 5-16,-6 0 7 15,-1-1 1-15,-4-7 3 16,-3-6-2-16,2-9-1 15,-3-6-1 1,-3-8 1-16,2-2-1 0,1 0 2 0,1-19 2 16,2-10 1-1,0-4-6-15,4-5 4 16,2-2-3-16,-1 7 1 16,-3 6-1-16,-1 10 2 15,1 9-4-15,-3 8 1 16,1 14-18-16,0 21 20 15,3 3 8-15,6 8-1 16,3-1-2-16,0-4 0 16,6-12-4-16,9-10-2 0,3-9-12 15,-2-10-61 1,6 0-89-16,-6-20-107 16</inkml:trace>
  <inkml:trace contextRef="#ctx0" brushRef="#br0" timeOffset="41819.81">18299 3148 490 0,'0'0'95'16,"0"0"5"-16,0 0-13 15,0 0-43-15,0 0-34 16,-19 13-26-16,19 18 19 0,0 8 1 16,0 7-1-16,10 0 1 15,6-5-4-15,1-7 1 16,2-11-4-16,2-12-1 15,3-9-2-15,-3-2 2 16,2-7 3-16,-2-19 8 16,0-6-12-16,1-3 16 15,-7-3-15-15,-2 6 10 16,-6 5-1-16,-1 6 13 16,-6 7 1-16,0 4 9 15,0 6 6-15,0 4-13 16,0 0-17-16,0 0-22 15,0 16-3-15,4 9 26 16,0 9-1-16,2-1 4 0,4 5-5 16,2-8 0-1,6-6-8-15,-2-9-21 16,6-9-23-16,4-6 8 16,4-4 15-16,1-21-10 15,-3-10-6-15,0-9 4 16,-5-6 35-16,-10-3 9 0,-9-5-1 15,-4 3 6 1,0 5 6-16,-12 6 33 0,-8 9 21 16,0 8 6-16,2 10-23 15,6 7-25-15,2 4-2 16,3 2-5-16,7 4-12 16,0 0-13-16,0 4-17 15,0 19 3-15,5 8 25 16,11 13-4-1,2 6-2-15,4 2 0 0,1 4-1 16,1-2 1-16,2-8-1 16,0-7-13-1,-1-11-40-15,4-13-5 0,3-14-1 16,2-1 23-16,5-8-4 16,-1-21-41-16,4-9-26 15,-10-6 35-15,-6-3 58 16,-7 2-4-16,-8 6 14 15,-9 11 17-15,-2 4 51 16,0 12 25-16,0 5-8 16,0 6-23-16,0 1-8 15,0-3-11-15,0 3-12 16,-2-2-3-16,-1 1-1 0,1-2 1 16,0 1-7-1,0-4-3-15,2 1-8 16,-2-3 5-16,-1-2-5 15,3-1 4-15,-4-5 1 0,1-1 2 16,-2 0 5 0,1 3 5-16,1 2 5 0,-1 3 2 15,1 5-10-15,1 4-11 16,2 0-19 0,0 0-1-16,0 11 2 15,0 11 9-15,0 7 4 16,0 7-1-16,0 9-4 15,0 8 5-15,2-2-2 16,5 6-3-16,0-5 1 0,1-4 2 16,-1-6-3-16,-1-10 0 15,4-6-4-15,0-8-46 16,-4-12-95-16,0-6-97 16,-4 0-241-16</inkml:trace>
  <inkml:trace contextRef="#ctx0" brushRef="#br0" timeOffset="42008.35">19002 3181 721 0,'0'0'21'16,"0"0"8"-16,0 0-7 15,41-24-17-15,-1 16-4 16,6-1 5-16,8 1-5 15,0-1-32-15,3 0-292 16</inkml:trace>
  <inkml:trace contextRef="#ctx0" brushRef="#br0" timeOffset="42264.14">19545 3105 792 0,'0'0'97'0,"0"0"-11"0,0 0-39 16,0 0-36 0,0 0-6-16,0 0 8 0,-4 77 2 15,4-46-2-15,0 1-10 16,0-1 0 0,0 0-1-16,0-4-1 15,0-4 1-15,0-6-2 16,0-7-3-16,8-10-92 0,-1 0-143 15,3-25-310-15</inkml:trace>
  <inkml:trace contextRef="#ctx0" brushRef="#br0" timeOffset="42459.65">19513 2941 603 0,'0'0'-9'0,"0"0"22"0,0 0-7 16,0 0-1-16,0 0 0 0,77-49-2 16,-73 38 32-1,-4 1 109-15,0 2-53 0,-2-2-40 16,-13 5-39 0,2 3-24-16,1 2-6 0,5 0-89 15,1 9-209-15</inkml:trace>
  <inkml:trace contextRef="#ctx0" brushRef="#br0" timeOffset="42781.3">19736 3216 845 0,'0'0'47'16,"0"0"-8"-16,0 0-25 16,0 0-2-16,0 0 7 0,11 118 15 15,-9-72 6-15,0 4-20 16,-2 1-8 0,0 2-5-16,0-3-4 0,0-5 0 15,0-4-2-15,0-4 2 16,0-6-3-16,0-10 0 15,0-9-5 1,3-12-96-16,5 0-91 0,1-25-147 16</inkml:trace>
  <inkml:trace contextRef="#ctx0" brushRef="#br0" timeOffset="43030.88">19736 3146 626 0,'0'0'1'0,"0"0"13"16,0 0 0-16,0 0-7 15,0 0 3-15,125 7-10 16,-95 11-1-16,-6 3 1 16,-5 3 3-16,-10 1-2 0,-7 4-5 15,-2 3 20 1,0 1 12-16,-13 2 9 0,-10-4-16 15,-1-2-9 1,-2-7-8-16,2-9-5 0,5-13-31 16,6 0-281-16</inkml:trace>
  <inkml:trace contextRef="#ctx0" brushRef="#br0" timeOffset="43647.43">20057 3432 233 0,'0'0'14'16,"0"0"26"-16,0 0 31 15,0 0-11-15,116-33-13 16,-92 0-7-16,0-10-15 15,-3-9 4-15,-2-9-2 16,-3-5 14-16,-8-2 4 16,-4 6 10-16,-4 10-3 15,0 9 4-15,0 14 6 16,-6 10 6-16,-3 11-15 0,5 4-23 16,-1 4-19-1,5 0-21-15,0 10-11 0,0 19 20 16,0 14 6-16,0 10-3 15,0 5-1-15,3 4 1 16,6 1 2 0,1-11 0-16,3-10-2 15,2-9-3-15,4-10 2 16,3-11-6-16,4-10-1 16,2-2-2-16,4-6 4 15,0-22-6-15,5-10 4 16,-7-8 3-16,-6-2-7 15,-10 5 4-15,-4 6 9 16,-10 11 1-16,0 11 0 0,0 13-6 16,-18 2 3-1,-4 18 2-15,1 14 11 0,4 10-5 16,2 2-1-16,4-1-3 16,7-3 3-16,4-4-7 15,0-9 0-15,17-9-7 16,11-4 9-1,9-9-2-15,3-5 1 0,6 0-69 16,1-17-156 0,3-14-501-16</inkml:trace>
  <inkml:trace contextRef="#ctx0" brushRef="#br0" timeOffset="44629.51">21335 3079 583 0,'0'0'119'15,"0"0"-11"-15,0 0-27 16,0 0-53-16,-6 10-41 15,6 25 15-15,0 10 5 16,0 9 1-16,0 2 2 0,0-3-3 16,6-9-5-1,0-7 0-15,-1-10 1 0,-1-8 0 16,1-7-2 0,-5-6 1-16,2-5 0 0,-2-1 0 15,0 0 6 1,0-16 3-16,0-18-3 15,-5-6 0-15,-6-10-3 16,-1-11-4-16,3 0-2 16,2 2 0-16,5 7 1 15,0 11-4-15,2 12 7 0,0 13 0 16,0 7-4 0,0 9-5-16,6 0-11 15,12 13 4-15,4 15 13 0,3 0 2 16,1 6-1-1,-2 1 0-15,-5-5 0 16,-4-4-1-16,-1-7 3 16,-6-5-2-16,-4-6 1 0,2-8 0 15,3 0-1-15,4-6-9 16,9-17 10 0,-1-6 7-16,3-5-6 15,0 1-1-15,-8 7 0 0,-2 6 0 16,-8 9 2-16,-4 6 2 15,0 5 0-15,-2 0-10 16,4 19-12-16,2 12 19 16,4 9 4-16,2 4 4 15,2 3 0-15,0-2-4 16,4-8-6-16,-1-1 2 0,0-11-1 16,2-8-2-1,7-9-3-15,2-8-36 16,2 0-51-16,9-25-22 15,0-12-83-15,4-7-131 16</inkml:trace>
  <inkml:trace contextRef="#ctx0" brushRef="#br0" timeOffset="44917.48">22045 3004 544 0,'0'0'133'0,"0"0"-33"0,0 0-36 15,0 0-17 1,-116 17-23-16,103 3-17 0,7 2-6 15,1 0-3 1,5 4 4-16,0 1-2 16,0-4-1-16,17-2-6 0,16-1 1 15,3-3-3 1,3-1 8-16,-2 1-36 0,-7 2-7 16,-13 5 26-16,-13 2 12 15,-4 1 7 1,0 1 3-16,-17-1 9 15,-9-2 11-15,0-3-4 0,-2-5-11 16,-2-2-7 0,6-3-1-16,1-6-6 0,8-6-53 15,6 0-98 1,9-13-179-16</inkml:trace>
  <inkml:trace contextRef="#ctx0" brushRef="#br0" timeOffset="45215.23">22273 3069 213 0,'0'0'89'0,"0"0"-30"16,0 0-12-1,138-49-15-15,-100 37-21 0,-1 2-7 16,-7 6-4 0,-6-1 0-16,-10 5-14 15,-10 0-188-15</inkml:trace>
  <inkml:trace contextRef="#ctx0" brushRef="#br0" timeOffset="45477.9">22344 3082 720 0,'0'0'61'0,"0"0"-20"0,0 0-22 16,0 0 16-16,0 0 2 15,7 125-4-15,-3-81-3 16,0 1-13-16,-2 4-2 16,0-2-1-16,0-3-5 15,0-5-2-15,0-4-4 0,6-6-3 16,2-4 1 0,6-10 1-16,2-6-11 0,13-9-89 15,5 0-59 1,6-31-132-16</inkml:trace>
  <inkml:trace contextRef="#ctx0" brushRef="#br0" timeOffset="45837.93">22862 3254 530 0,'0'0'31'0,"0"0"66"16,0 0-35-16,0 0-38 0,0 0-16 15,0 30-7 1,0-30-7-16,5 0 1 16,1 0 9-16,-1 0 4 0,1 0-2 15,-4 0 9-15,-2 0 1 16,0 0 1-16,0 0 9 15,0 0 18-15,0 0-24 16,0 0-15-16,0 0 9 16,0 4-12-16,0 2-1 15,0-5-1-15,0 0 2 16,0-1-4-16,0 0 3 16,0 0-2-16,0 0-13 15,-2 5-53-15,-6-2-69 0,-3 2-179 16</inkml:trace>
  <inkml:trace contextRef="#ctx0" brushRef="#br1" timeOffset="62437.93">2781 5517 374 0,'0'-1'65'0,"0"1"18"0,0 0-12 15,0 0-3-15,-2 0-11 16,0 0-18-16,-2 0-17 16,2 20-1-16,0 10-5 15,-4 8-10-15,5 11 0 16,-1 7-5-16,0 2 4 0,2 3 1 16,0-10-5-1,0-1 2-15,0-15 3 16,0-7-6-16,0-13 2 15,0-9-6 1,0-6 0-16,0 0 2 0,0-8 7 0,0-17 14 16,0-12 13-1,0-9-12-15,4-10-12 0,0-3-2 16,1-2 0 0,-3 3 0-16,-2 5-2 15,0 7-2-15,0 10 1 16,0 8 0-16,0 10 4 15,0 9 11-15,0 5 15 16,0 2-9-16,0 2-10 0,0 0-11 16,0 0-2-16,0 0-6 15,0 0-11-15,4 2-11 16,7 15 10-16,2 7 27 16,9 2-2-1,-2 10 1-15,7 2-9 16,-1 3 3-16,4 0 0 15,0-3-3-15,-4 1 3 16,0-6-3-16,-2-6 1 16,-6-3 2-16,-2-7 1 15,-4-3-5-15,-5-6 2 16,-3 3-30-16,-4-4-101 0,0-6-57 16,-13-1-286-16</inkml:trace>
  <inkml:trace contextRef="#ctx0" brushRef="#br1" timeOffset="62688.13">2795 5866 466 0,'0'0'56'0,"0"0"-14"15,0 0-22-15,0 0-15 0,0 0 13 16,28-50-5 0,-2 26-5-16,2 1-5 15,4-2 2-15,4 2-7 0,-4 0 4 16,-1 1-34 0,-15 9-218-16</inkml:trace>
  <inkml:trace contextRef="#ctx0" brushRef="#br1" timeOffset="63277.99">2706 5264 535 0,'0'0'45'0,"0"0"46"16,0 0-52-16,-122 27-11 0,85 4-9 15,1 10 0 1,-2 7-7-16,4 8 1 15,4 6 4-15,5 4 2 16,11 3 3-16,14 5-9 16,0 4-6-16,23 1 0 0,21 6-2 15,10 0-1 1,10-2-4-16,9-3 5 0,7-11-6 16,7-14 0-1,7-15 1-15,5-16-2 16,5-23-7-16,-1-1 2 15,-4-23 6-15,-9-18-18 16,-10-15 6-16,-13-12-4 16,-13-8 5-16,-14-12 22 0,-14-7-4 15,-13-3 3 1,-13-5 6-16,0 2 0 16,-20 5 19-16,-14 5 6 15,-15 5 5-15,-7 13-18 16,-7 12-9-16,-3 17-24 0,-4 15 11 15,3 22-14 1,7 7 4-16,7 40-26 0,7 12-95 16,16 10-203-1</inkml:trace>
  <inkml:trace contextRef="#ctx0" brushRef="#br1" timeOffset="64213.18">3664 5910 405 0,'0'0'46'15,"0"0"59"-15,0 0-13 16,-11 0-24-16,11 0-5 16,-2 0-1-16,2-1-35 0,0-4-15 15,0 1-12 1,21 1 2-16,7-3 3 0,14 1 0 15,11 4-2 1,16-3-4-16,22-2 4 0,26-5 0 16,34-8 2-16,26-4-4 15,12-7-2 1,6-5 4-16,-5 5 1 0,-20 6-4 16,-28 7 1-16,-35 7-1 15,-20 6 1-15,-23 2-1 16,-20 2-2-1,-14 0 5-15,-9 0-2 0,-8 0 0 16,-2 0 1 0,-7 0-2-16,0 0 1 15,0 0 1-15,-2 0 2 16,-2 0 2-16,0 0-4 0,0 0 0 16,0 0-3-16,0 4-14 15,-6 2-113-15,-7-4-272 16</inkml:trace>
  <inkml:trace contextRef="#ctx0" brushRef="#br1" timeOffset="64758.4">5979 5309 578 0,'0'0'106'0,"0"0"7"0,0 0-43 0,0 0-38 16,0 0-17-1,-17 17-12-15,17 8-1 16,0 6 4-16,0 11 16 15,2 9 12-15,6 2 3 16,3 3-13 0,-2-4-10-16,1 1-4 0,1-4-5 15,0-5-3-15,0-7 0 16,-3-6-1-16,1-9-1 16,0-5 0-16,-5-9 1 15,0-8-5-15,0 0-8 16,0-12-52-16,-4-19-49 15,0-7-72-15,0-9-262 16</inkml:trace>
  <inkml:trace contextRef="#ctx0" brushRef="#br1" timeOffset="65193.96">5880 5382 523 0,'0'0'13'0,"0"0"11"0,0 0-19 16,0 0 7-1,0 0-6-15,142-53-4 0,-97 52 1 16,-7 1-5 0,-8 0-7-16,-16 19 8 15,-12 10 5-15,-2 9 28 16,-18 5 20-16,-10-2-3 15,-2 0-6-15,5-7-20 0,7-4-14 16,8-11-6-16,8-5-7 16,2-5-3-16,0-3 3 15,2-4 0-15,17-2-1 16,7 0 6 0,6 0 8-16,7 0-2 0,2 0-4 15,-3-2-6-15,-1 2 7 16,-9 0-3-16,-4 0-3 15,-9 12-2-15,-6 9 2 16,-9 6 2-16,0 2 7 0,0 0-4 16,-16 2 1-1,-5 0-2-15,0-3-1 0,-3-2-1 16,0-1-3 0,0-7-93-16,1-7-244 0</inkml:trace>
  <inkml:trace contextRef="#ctx0" brushRef="#br1" timeOffset="65757.97">5958 5059 405 0,'0'0'39'0,"0"0"29"15,-130 0-16 1,83 19-7-16,1 8-8 0,4 4 15 16,1 8-5-1,7 9-20-15,8 7-15 0,6 8 1 16,14 5 3-16,6 5-2 15,0 5 4-15,28 4 4 0,15 4-12 16,13 5-4 0,6 0-2-16,9-6-5 15,7-5 7-15,-3-19-7 16,0-13-2-16,-2-18 0 0,-4-16 0 16,-7-14 2-1,-4 0 5-15,-4-22 0 0,-4-12-4 16,-3-10 3-16,-5-15-10 15,-2-11 9-15,-3-12 5 16,-9-7-8-16,-12-12 3 16,-10-1-1-1,-6 5 8-15,-18 7 0 0,-25 11-1 16,-9 12 9 0,-10 13 12-16,-9 16 10 15,-5 13-19-15,1 9-17 16,4 16-7-16,-4 4-14 15,-3 25-79-15,3 14-174 16</inkml:trace>
  <inkml:trace contextRef="#ctx0" brushRef="#br1" timeOffset="66608.27">3374 6303 401 0,'0'0'45'0,"0"0"7"15,0 0-9-15,0 0-24 16,-5 29-1-16,5-8 19 0,0 7 21 16,0 7-13-1,9 8-13-15,9 5-3 0,8 8 5 16,7 6-10 0,14 7-5-16,5 6-14 15,11 7 7-15,7 9-5 16,5 2 1-16,1 6-1 15,-1-1-3-15,-3-2-2 16,-10-7 0-16,-7-12 0 16,-5-8-1-16,-11-8 0 15,-9-7 2-15,-8-10-3 16,-10-7 3-16,-3-6 0 16,-2-8-2-16,-3-7 1 15,-2-9-2-15,-2-7 1 0,0 0-5 16,0-20-69-1,0-8-153-15</inkml:trace>
  <inkml:trace contextRef="#ctx0" brushRef="#br1" timeOffset="67662.85">4812 7936 375 0,'0'0'83'16,"0"0"-13"-16,0 0-25 0,0 0-19 15,-12-7-15-15,12 7 0 16,0 0 0-16,-2 0-7 16,2 0 2-1,0 0-1-15,0 0-4 0,-2 0 5 16,2 0 11-16,0 0 1 15,0 0 13-15,0 0-11 16,-2 0-2 0,2 0-3-16,-3 0-12 15,3 0 0-15,0 0-2 16,-2 0-1-16,2 0 0 0,0 0 2 16,0 0-1-16,0 0 3 15,0 0 1-15,0 0 2 16,0 0-2-16,0 0-4 15,0 0-2-15,0 0-3 16,0 0 4-16,0 0-4 16,0 0 5-16,0 0 0 15,0 0 6-15,0 0-3 16,0 0 7-16,0 0-5 0,0 0-4 16,0 0-2-1,0 0 1-15,0 0-5 0,0 0 5 16,0 0-1-1,0 0 0-15,0 0-3 16,0 0 2-16,0 0 0 0,0 0 0 16,0 0-3-1,0 0-7-15,0 0 2 0,0-4 8 16,0-5 12 0,0-3-8-16,0 1 19 15,0 0-6-15,-13 7 16 16,-6 0 7-16,-7 4-11 15,-2 0-10-15,0 0-14 16,0 1 1-16,4 12 0 0,5 9-7 16,4 1 4-1,8 7-5-15,7 2 2 0,0 7-1 16,0 3-3-16,17 1 7 16,9-2-1-16,4 2 1 15,3-7 0-15,4-8-2 16,1-12 1-1,5-10-3-15,1-6-1 0,0-7 2 16,-1-22-17-16,-6-13-74 16,-12-1-55-1,-11-6-158-15</inkml:trace>
  <inkml:trace contextRef="#ctx0" brushRef="#br1" timeOffset="68388.06">4757 7599 308 0,'0'0'25'16,"0"0"6"-16,0 0 48 0,0 0-20 15,-106-43-16 1,70 43-2-16,-3 0-4 0,0 1 14 16,-4 11-18-16,3 5-2 15,0 3 15-15,8 2-4 16,5 3-5-16,3 5-14 16,4 11-10-16,6 6-7 15,6 11-4-15,8 7 3 16,0 9-5-16,8 5 9 15,17 6-5-15,10 5 2 16,3-9-2-16,7-3 11 16,7-15-8-16,6-10-12 15,5-17 0-15,3-14 4 0,1-14 5 16,1-8 3 0,4-10-8-16,-3-21 3 0,-5-12 4 15,-4-4-26 1,-6-4-1-16,-5-2-5 15,-11-5 6-15,-6-2 22 16,-7-1 0-16,-5-7 0 16,-5-2-2-16,-9-2-9 0,-6-1 19 15,0 1-5 1,-19 4 4-16,-18 0 4 0,-10 9 10 16,-7 4-1-1,-4 11-3-15,-10 13-15 0,0 15-6 16,-5 15-1-1,3 1-10-15,5 23 3 0,11 8-26 16,18-5-117 0,14-11-324-16</inkml:trace>
  <inkml:trace contextRef="#ctx0" brushRef="#br1" timeOffset="69430.17">5120 7531 366 0,'0'0'48'0,"0"0"-25"16,0 0 3 0,0 0 12-16,0-4 12 0,0 2 6 15,0 1-3-15,0-2-23 0,0-7-14 32,0-2-1-32,16-12 14 0,7-8-3 15,8-6-7-15,5-7-7 16,4-5-4-16,1-6-6 15,5-2 1-15,-2-4 2 16,2-6-6-16,-1-4 5 16,3 1-1-16,-4-1-1 15,0 0-3-15,-3 6 1 16,-3 7 2-16,-2 4-1 16,-2 9-2-16,-9 7 4 15,-1 6-3-15,-5 5 1 16,-2 4-1-16,3 4-1 15,-8-1 3-15,4 4-3 16,-4-1 2-16,4 5-1 16,-8 1 1-16,3 3-2 15,-2 1 1-15,1 0 1 16,1 2-3-16,-2 1 3 16,1-5-2-16,1 4 1 0,-2 0 0 15,-3-1 1 1,3 1 0-16,-5 0 1 0,0-6 0 15,3 2 1 1,-2-3-1-16,1 0-2 0,-2-1 1 16,0 4-1-1,-2 4 2-15,-2 2-2 16,0 2 0-16,0 2-2 16,0 0-3-16,0 0 3 0,0 0 2 15,2 0 3-15,0 0-3 16,1 0 0-16,-1 0 2 15,0 0 0-15,1 0-1 16,-1 0-1-16,-2 0 2 16,0 0-2-16,0 0-8 15,0 0-2-15,0 0-139 16</inkml:trace>
  <inkml:trace contextRef="#ctx0" brushRef="#br1" timeOffset="78508.02">4476 5219 486 0,'0'0'86'0,"-4"0"13"0,4 0-24 16,-2 0-29-16,0 0-25 16,0 0-6-16,2 0 12 15,0 0 16-15,-2 0-2 16,2 0-15-16,0 0-7 15,-2 0-5-15,2 8-9 16,-2 6 0-16,2 6-3 0,0 8-4 16,0 6 3-1,0 6 0-15,0 2 2 16,0-1-1-16,2-1-1 16,2-9 2-16,4-1-3 15,2-11-3-15,-4-4 2 16,0-7-1-16,-2-5-1 15,-2 0 3-15,1-3 5 16,-3 0 4-16,0 0 11 16,0-6 4-16,0-17 2 0,0-9-6 15,0-4-12-15,-7-5-6 16,-3-2 1-16,-4 5-1 16,2 7 3-16,-1 6 3 15,2 3-6-15,-1 3 0 16,3 1 0-1,2 7-2-15,3-1 2 0,0 1-1 16,-1 5-1 0,3 0 1-16,0 0 0 0,0 4 0 15,2 1-2-15,-2 1 3 0,-3 0-1 32,5 0 0-32,-4 0-4 0,-7 0-2 15,-3 15-8-15,-4 12 1 16,-4 10-33-16,4 0-116 15,6-2-117-15</inkml:trace>
  <inkml:trace contextRef="#ctx0" brushRef="#br1" timeOffset="78846.31">4423 5711 632 0,'0'0'25'0,"0"0"-16"15,0 0-6-15,0 0 10 0,87-31-15 16,-43 10 9-16,6-2-4 16,-3 3 0-16,1 1-3 15,-10 1-9-15,-5 6-76 16,-14 6-113-16</inkml:trace>
  <inkml:trace contextRef="#ctx0" brushRef="#br1" timeOffset="79810.33">3046 7203 421 0,'0'0'99'0,"0"0"-17"15,0 0-21-15,0 0-39 0,-4 0-20 16,4 0 2 0,0-3 12-16,8-5 6 15,6 2 6-15,0 0-10 16,10 0-10-16,-2 3-1 0,8 0 3 15,-1 3-6 1,1 0-6-16,-1 0 4 0,-6 18-4 16,-1 7 2-1,-11 8 11-15,-7 9-11 16,-4 1 25-16,0 0-17 0,0-4-1 16,-6-4-1-16,-7-6 1 15,0-4-1-15,0-8 2 16,3-3 1-1,0-4 0-15,6-4 3 16,-2-4-5-16,6-2 3 16,0 0 3-16,0 0-1 15,0 0-12-15,0 0-1 16,0 0-6-16,0 0-4 0,8 0-4 16,18 0 10-16,7-2 7 15,5-4 13-15,8 0-11 16,1 0 0-16,-4 2-3 15,-2 0-1-15,-9 4 1 16,-4 0 0-16,-8 0 0 16,-6 0-2-16,-3 0-1 15,-6 0-27-15,-5 6-97 16,0-4-237-16</inkml:trace>
  <inkml:trace contextRef="#ctx0" brushRef="#br1" timeOffset="80908.23">5768 6999 191 0,'0'0'80'16,"0"0"16"-1,0 0 4-15,-21-18-12 0,21 12-30 16,0-3-38-16,0-3-3 16,10 0-6-16,6 2 1 15,-4 1 5-15,1 1-2 16,0 4 0-1,2 2 7-15,2 2-8 0,5 0-5 16,1 0-1-16,5 0-9 16,0 6 1-16,-2 10 2 15,-4 5 0-15,-7 5-6 0,-9 2 13 16,-6 4-10 0,0 2 3-16,-4-1 10 0,-17 0-8 15,-5-3-9 1,-2-1 20-16,0-2-9 0,4-9 0 15,4-2 0 1,6-5 1-16,3-5 9 16,7-3 10-16,-1-3-1 0,5 0-11 15,0 0-8 1,0 0 1-16,0-3-9 0,0-3 4 16,15 0-2-16,9 3-3 15,8 1-3-15,5 2 5 16,6 0 2-1,0 0 2-15,4 0-3 0,-6 0 2 16,-4 0-3 0,-9 5-17-16,-9 1-106 15,-13 0-186-15</inkml:trace>
  <inkml:trace contextRef="#ctx0" brushRef="#br2" timeOffset="106958.21">9998 5264 473 0,'0'-4'70'15,"0"3"13"-15,0-2-10 16,0 3-32-16,0 0-17 0,0 3-15 16,0 22-15-1,0 8 21-15,-2 13 3 16,-5 5-6-16,1 4-3 0,-5-2 2 16,5-11-5-16,2-3-4 15,-1-11 0-15,3-5-2 16,0-7 1-16,2-4-1 15,0-5 1-15,0-4-1 16,0-3-1-16,0 0 6 16,0-14 16-16,0-19-5 15,0-14-4-15,2-10-6 0,7-9-2 16,-1-4-1 0,3 1-2-16,-5 11 0 0,1 9-1 15,-3 12 4 1,-4 8-1-16,5 6 10 15,-3 6 2-15,0 3-2 16,0 4 0-16,2 4-10 16,0 2 2-16,3 4-5 15,4 0-5-15,1 2 8 16,6 16 4-16,4 7 2 16,-4 6-3-16,6 4-1 15,-2 3-7-15,2 3 6 16,-3-3 0-16,1 2-3 15,-5-4 0-15,2-3 1 16,-3-6 1-16,-4-3-3 16,-1-3 1-16,-2-8 0 15,-5-1 0-15,0-4-2 16,-4-4-24-16,0-4-67 16,0 0-2-16,-8-4-99 0,-12-16-298 15</inkml:trace>
  <inkml:trace contextRef="#ctx0" brushRef="#br2" timeOffset="107208.77">10000 5393 398 0,'0'0'30'0,"0"0"1"0,0 0-8 16,0 0 2-16,0 0 4 15,69-48-3-15,-33 32-11 16,6 3-12-16,-2 1 0 16,3 0-7-16,-3 4-50 0,-8-3-181 15</inkml:trace>
  <inkml:trace contextRef="#ctx0" brushRef="#br2" timeOffset="107803.69">10099 4915 343 0,'0'0'65'16,"0"0"45"-16,-114 0-58 16,71 16 5-16,1 3-15 0,-2 7-7 15,3 2 5 1,3 7-6-16,3 8-12 0,2 5-6 15,8 6-4-15,4 9 8 16,5 1-6-16,10 7-4 16,6 0-3-16,0 4-3 15,6 1 0-15,22-2 0 16,12-5-3-16,4 0 0 16,10-12-5-16,13-8 3 15,6-16-3-15,9-14 4 16,6-13-5-16,0-6 2 15,3-8 6-15,-6-23 2 16,-3-10-5-16,-11-5 1 16,-11-8-10-16,-8-6 5 15,-13-6 1-15,-9-4 15 16,-13-5-4-16,-10-5-4 16,-7 3-1-16,0 0 3 0,-9 7 5 15,-19 4 0 1,-2 6 17-16,-6 12 11 0,-4 1-15 15,-2 13-17 1,-3 8-1-16,-3 17-2 16,0 9-11-16,2 3 4 0,7 35-4 15,7 8-38-15,6-1-94 16,6-5-221-16</inkml:trace>
  <inkml:trace contextRef="#ctx0" brushRef="#br2" timeOffset="108588.03">12993 4998 216 0,'0'0'74'0,"0"0"53"16,0 0 0-16,0 0-31 16,-10-19-5-16,8 18-18 15,0 1-18-15,-4 0-14 0,4 0-19 16,0 8-12 0,0 17-2-16,0 6 0 0,2 9 3 15,0 6-1 1,0 3 0-16,0 1-3 15,0-1 0-15,2-3-1 16,6-5-3-16,0-9 0 16,-2-1 0-16,-2-8-2 15,-2-5 2-15,-2-7-2 16,0-3-1-16,0-6 0 16,0-2-6-16,0 0-83 15,0-17-145-15,-2-16-269 0</inkml:trace>
  <inkml:trace contextRef="#ctx0" brushRef="#br2" timeOffset="109090.19">12890 5053 503 0,'0'0'8'0,"0"0"5"15,0 0-3-15,0 0 4 16,0 0-7-16,137-43-2 0,-96 42-1 16,-2 1-4-1,-6 0 0-15,-7 0-1 0,-15 13-3 16,-11 10 0-16,0 4 5 16,-19 8 17-16,-15 4 17 15,-2-4-19-15,1-1-5 16,9-5 0-16,5-7-8 15,12-7-5-15,7-4 1 16,2-2-1-16,0-6-7 0,0-3 5 16,9 0 1-1,8 0 2-15,6 0 11 16,2-9-5-16,1-1 1 16,3 4-5-16,-3 6-1 0,-4 0-2 15,0 0-3-15,-4 6 0 16,-7 12 3-16,0 1 8 15,-7 1-10 1,-4 4-2-16,0-1 10 16,0 5 6-16,-17-2-4 0,-2 2-4 15,-3-1 16-15,-4 3-7 16,0-8-8-16,-4 3-1 16,-2-2-3-1,0-5-6-15,2-6-105 0,-3-12-176 16</inkml:trace>
  <inkml:trace contextRef="#ctx0" brushRef="#br2" timeOffset="109738.06">12961 4692 433 0,'0'0'21'0,"0"0"74"15,0 0-32-15,-143 61-29 0,107-25-5 16,-2 11-6 0,3 11-5-16,1 7 8 15,3 7-5-15,8 6-5 0,5 5 0 16,12 1 0 0,6 3-6-16,0-1 0 0,8-1 1 15,26-3-5 1,8-5 1-16,12-5-9 15,9-9 5-15,9-13-8 16,6-11 3-16,4-11 1 0,6-14 0 16,2-12 5-1,-1-2-2-15,-1-14 1 0,-4-17-7 16,-1-7 2-16,-9-9-1 16,-9-6-10-1,-14-7 5-15,-10-5 7 0,-11-7 1 16,-11-5 1-16,-15-4-6 15,-4-3 5-15,-2 4 12 16,-28-2 5-16,-13 2 9 16,-9 11 18-1,-4 2-9-15,-3 9-14 16,1 12 0-16,2 7-11 0,-1 14-8 16,3 14-1-1,-2 8-5-15,5 3-4 0,1 18 2 16,6 15-65-16,0 8-105 0,1 5-259 15</inkml:trace>
  <inkml:trace contextRef="#ctx0" brushRef="#br2" timeOffset="112938.25">11801 7494 188 0,'0'0'2'0,"0"0"18"16,0 0-8-16,0 0 5 0,0 0-7 15,0 10-4 1,0-7 1-16,2-1 4 16,-2 0 0-16,2-2-3 15,-2 0 4-15,0 0 7 16,0 0 7-16,0 0 2 0,0 0 3 16,0 0-8-16,0 0-7 15,0 0-5-15,0 0-4 16,0 0-2-16,0 0-3 15,3 0-1-15,-3 0-2 16,2 0-2 0,0 4-7-16,4-2 9 0,3 0 11 15,-1-2-7 1,8 0 1-16,-2 0-1 0,4-12 3 16,2-3 5-16,-6-2-2 0,0-1-4 15,-8 1 1 1,-4 3 2-16,-2 1 20 15,0 1 10-15,-6 2 12 16,-18 2-13-16,-2 4-5 16,-2 4-4-16,-2 0-11 15,1 0 1-15,4 14-4 16,4 6-3-16,3 7-7 0,8 8 0 16,3 7-3-1,2 2 1-15,5 5-1 0,0-1 1 16,0 1-1-1,2-4-2-15,12-11 2 0,6-2-1 16,3-12 1 0,4-4-2-16,8-10-1 0,7-6 0 15,0 0 2-15,6-19-1 16,-4-12-23 0,-3-7-89-16,-3-6-85 15</inkml:trace>
  <inkml:trace contextRef="#ctx0" brushRef="#br2" timeOffset="113538.53">11710 7061 373 0,'0'0'69'15,"0"0"1"1,-135 28-20-16,87 11-3 0,2 7-1 16,-2 9-11-16,11 8-4 0,7 5-7 15,8 4-5 1,12 2 5-16,10 2 1 15,0 5-5-15,14-1-7 16,18 1-1-16,15-2-7 16,7-2-2-16,10-10-3 15,14-4-1-15,5-13-1 16,10-13 0-16,3-16-7 16,6-15 8-16,-1-6 3 15,-4-13-3-15,-9-17-16 0,-6-7-6 16,-9-8 3-1,-15-8 6-15,-6-5 10 16,-9-8 3-16,-11-7-1 16,-6-11 5-16,-16-1-1 0,-10-7-7 15,0 4 16 1,-12 1-5-16,-30 6 2 0,-6 12 14 16,-13 6 13-16,-7 8-1 15,-4 9-6 1,-1 11-3-16,5 7-7 15,3 9-12-15,7 12-13 16,8 7 7-16,9 6-7 0,7 28-25 16,8 17-64-16,4 11-99 15,6 6-181-15</inkml:trace>
  <inkml:trace contextRef="#ctx0" brushRef="#br2" timeOffset="117989.39">4695 5397 40 0,'4'-6'36'0,"-2"1"-6"16,2-1 0-16,-4 2-1 15,2 2 7-15,-2 0-2 16,2 0 2-16,-2 2-4 15,0 0-4-15,0 0-8 16,0 0 2-16,0 0-9 16,0 0 1-16,0 0-13 0,0 6-2 15,0 7 16 1,0 5 3-16,0 5 6 16,0 4-14-16,0-2 2 15,0 3-9-15,0-3 4 16,-2-4 1-16,0-5-1 15,0-3 2-15,0-6-3 16,2-1-1-16,0-6 2 16,0 0-3-16,0 0 4 0,0 0 7 15,0 0-7 1,0-7-3-16,4-12 18 16,4-6-8-16,6-5-9 0,-4-3-3 15,1 2 2 1,-2 4-3-16,-3 6-2 0,-4 5 2 15,3 7 1 1,-5 3 0-16,0 4 6 0,0 2 6 16,0 0 9-16,0 0-3 15,0 0-12-15,0 8-9 0,0 9-4 16,-9 9 0 0,-2 3 19-16,0 0-13 15,5 0-2-15,-5-5 2 16,9-10-3-1,-2-3 2-15,4-9-3 0,0-2 0 16,0 0-8-16,0 0 4 0,0 0-3 16,2-13 22-1,7-4-5-15,-1-3-1 16,-1-1-5-16,-1 2 3 16,-4 3-4-16,3 7 1 15,-5 5-1-15,0 4-3 16,0 0-21-16,-5 23-173 0,-12 4-263 15</inkml:trace>
  <inkml:trace contextRef="#ctx0" brushRef="#br2" timeOffset="121458.19">10773 5519 190 0,'0'3'1'16,"0"-3"4"-16,0 0-7 0,0 0 4 15,0 0-7 1,0 0 5-16,0 0 1 0,0 1 2 15,0-1 2-15,0 2 5 16,0-2 20-16,0 0 15 16,0 0-5-1,0 0-6-15,0 0-5 16,0 0 7-16,0 0 6 0,0 0-1 16,0 0-4-1,0 0-12-15,0 0-2 0,0 3 13 16,0-3 4-1,0 0-8-15,0 0-13 16,0 0-7-16,0 0-7 16,0 0-4-16,0 0 2 0,0 0 0 15,0 0 3 1,0 0 10-16,0 0 16 0,0 0 4 16,0 0-3-1,0 0-7-15,0 0-2 16,0 0-2-16,0 0-1 0,0 0-2 15,0 0-7-15,0 0-3 16,0 0-4-16,0 0-1 16,0 0-2-16,0 0 0 0,0 0-2 15,0 0-2 1,0 1 5-16,0-1 0 0,0 0 3 16,0 0 1-1,0 0-2-15,0 0-1 0,0 0 0 16,6 0-4-1,4 0 5-15,4 0 2 16,0 0 2-16,6 0 0 16,-4 0-6-16,0 0-1 15,2 0 0-15,-3 0 0 16,2 0-1-16,2 0 0 16,3 0 0-16,6 0-1 15,6 0 3-15,1 0-3 16,1 0 2-16,3-6-2 0,-4 2 0 15,-7 1 0 1,-5 3 0-16,-4 0 0 0,-4 0-1 16,1 0 2-1,1 0 0-15,2 0-1 0,3 0 1 16,4 0-2 0,2-3 2-16,2 1-1 15,-2 1 1-15,-1 1-2 0,-3 0 0 16,-2 0 1-1,0 0 0-15,-6 0-1 16,4 0 2-16,1 0-1 16,5 0 0-16,0 0 1 0,2 0-2 15,2 0 1-15,-4-3-1 16,-2 0 2-16,-8 3-1 16,0 0 1-16,-3 0-2 0,0 0 0 15,6 0 2 1,2 0-1-16,8 0 0 15,3-6 1-15,2 0-1 16,1 0-2-16,-6 1 4 16,0 1-2-16,-10 2 0 15,-4 2 1-15,-2 0-4 16,-2 0 4-16,-1 0 0 16,6 0-1-16,-4 0 1 15,6 0 0-15,1 0-1 16,-2 0 2-16,2-2-2 15,1 0-1-15,0 2 1 0,-6 0 0 16,8 0 0 0,0 0 0-16,-1 0 0 0,3-2 1 15,4-2-1-15,-2 2-1 16,0-2 2 0,-3 2-1-16,-4 0 1 0,-1 0-2 15,-8 2 1 1,2 0-1-16,2 0 2 0,1 0-2 15,0 0 2-15,6 0-1 16,3 0 0 0,-2 0 2-16,1-1-3 0,-5-3 1 0,-5 2 0 31,-3 2 1-31,-1-3-1 0,-4 2 1 16,3 1-1-16,-2 0 1 0,3-2-2 15,4 0 1 1,-2-2 0-16,3 2-1 15,-2-2-1-15,-2 0 2 16,-4 0 1-16,-4 2 4 16,2 2-1-16,-2-1 1 15,-2 1 1-15,0 0-2 16,0 0-1-16,-2-3 0 16,-20-2-5-16,-13-7-90 15,-10-7-245-15</inkml:trace>
  <inkml:trace contextRef="#ctx0" brushRef="#br2" timeOffset="122526.67">11803 4886 420 0,'0'0'116'15,"-4"0"-20"-15,4 0-30 16,0 0-18-16,0 0-4 15,0 0-7-15,0 0 0 16,0 0-4-16,0 0-8 0,0 0-9 16,-3 0 0-1,3 4 0-15,0 4-1 0,0 5-5 16,0 3 8-16,-1 4 0 16,1 3 0-16,0 2-9 15,0 3 0-15,0 5-2 16,0-1-2-1,0 0 1-15,4 3-4 0,0-4 4 16,-2-6-3-16,1-1 0 16,-1-6 0-16,2-5-2 15,-2-6 0-15,0-1 1 16,-2-4 0 0,3-2-1-16,-3 0 3 15,0 0 3-15,0 0 11 0,0-2 7 16,0-16-11-16,0-2-7 15,0-6 1-15,0-1-5 16,0 2-1-16,0-2 2 16,-7 5-4-16,3 3 4 15,-1 0-3-15,1 2 0 16,-1-3-1-16,1 3 0 0,0-2-2 16,2 0 2-1,0 1-1-15,-2 0 2 16,2 1 1-16,-1 3-2 15,3 3-2-15,-2 1 2 16,0 2 0-16,2 2 0 16,0 1 0-16,-2 2-1 0,2 0 2 15,0 3-2-15,0-3 1 16,0 3 0 0,0 0 1-16,-3 0-3 0,1 0 0 15,-4 0-5 1,-6 12 4-16,-10 11 1 0,-6 9 5 15,-2 5-3 1,0 1-29-16,6-3-63 16,7-13-84-16,12-10-153 15</inkml:trace>
  <inkml:trace contextRef="#ctx0" brushRef="#br2" timeOffset="123209.29">11720 5328 391 0,'0'0'95'0,"0"0"-11"16,0 0-20-16,0 0-20 0,-5 0-15 15,5 0-11 1,0 0-5-16,0 0-5 16,0 0 2-16,0 0 1 15,0 0 1-15,0 0-1 0,3 0 1 16,11-5 2-16,8-2 1 16,6-3-4-16,4-4-6 15,7 1-2-15,-5 0-1 16,-2 1-1-16,-2 2 1 15,-8 2-2-15,-3 3 1 16,-8 3 1-16,-5 2 0 16,1 0 8-16,-5 0 8 15,-2 0-2-15,0 0-10 16,0 0-8-16,0 0-4 16,0 0-12-16,0 2-117 0,-10 3-322 15</inkml:trace>
  <inkml:trace contextRef="#ctx0" brushRef="#br2" timeOffset="127909.11">3718 7592 263 0,'0'-10'26'16,"0"2"-3"-16,0-3-4 15,0 5 3-15,0 3 2 16,0 2 9-16,0 1 14 16,0 0-18-16,0 0-14 15,0 0-7-15,0 13 20 0,0 2-6 16,-5 4-10-1,-2 3-5-15,-1 3-1 0,0 4-5 16,-1 0-1 0,0 0-3-16,1-4-46 0,-3-7-299 15</inkml:trace>
  <inkml:trace contextRef="#ctx0" brushRef="#br2" timeOffset="128825.2">6041 7414 200 0,'0'0'28'0,"0"0"3"16,0 0 9-16,0 0-2 0,30-13-8 15,-17 9-5 1,0 0-12-16,-3 0 1 16,2 3 1-16,-8 1 2 0,-2 0-5 15,0 0-5 1,-2 0-2-16,0 0 0 16,-2 0-7-16,-22 1-51 15</inkml:trace>
  <inkml:trace contextRef="#ctx0" brushRef="#br2" timeOffset="133259.64">3326 6400 307 0,'0'0'11'15,"0"0"7"-15,0 0-14 0,0 0-4 16,2 0 1-16,2-2 0 15,0 1 1-15,1 1-2 16,-5 0 8-16,0 0 13 16,0 0 11-16,0 0 13 15,0 0 1-15,0 0-7 16,0 0-3-16,0 0-3 16,0 0-9-16,4 0-7 15,1 0 1-15,3 0 11 16,0 0-1-16,2 3 1 15,-2 3-5-15,0 2-2 0,0 0-3 16,-2-2-1 0,0 1-7-16,0-1-5 15,1 1 1-15,-5 1-1 0,5-3-2 16,-1 3 0-16,2 1 2 16,-3-2-2-16,1 0 0 15,3 2-1 1,-3 0 1-16,-1-1-1 0,1 2 0 15,-2 0 2 1,3-3-1-16,-3 5 0 0,1-2 2 16,-1-1-3-1,0-1 0-15,0 0-3 16,0-3 2-16,-1 1 0 0,4-2-1 16,-5 0-1-16,2 2 2 15,0-1-2-15,2 5 4 16,1 0-3-16,0 2 2 15,-1 3-2-15,2 1 1 16,2 2 0-16,-2-4-1 16,0 3-2-16,1-4 1 15,0 0 1-15,1-1 0 0,1 1-1 32,0 0 0-32,0 2 2 15,1 2-2-15,-1-2 2 0,-2 3-2 16,3-1 2-16,0 0-1 15,-2-1-1-15,-2-2 1 16,4-1 0-16,-4-1-1 16,3-1 0-16,-4-2 0 15,-1-2 0-15,0 0 0 16,0-1 2-16,1 2-1 16,-2 1 0-16,-1-2 0 15,0 1-1-15,2 2 1 16,-1-3 0-16,-3 2 0 15,2 0-1-15,-1-4 1 0,-1 1-1 16,0-4 0-16,0 2 1 16,0-1-1-1,0 0 0-15,0 0 0 0,-2 1 0 16,3-2 0-16,-1 2-1 16,0-2 2-16,-2 0-1 15,0-2 1 1,0 0-1-16,4 0 1 15,0 0-5-15,3 2-2 16,0-2 4-16,-7 0-136 16,0 0-326-16</inkml:trace>
  <inkml:trace contextRef="#ctx0" brushRef="#br2" timeOffset="134439.78">10738 6088 52 0,'-2'-11'29'0,"0"-3"29"16,-5 1 13-1,-3-1-45-15,1-1-8 16,-2-1-24-16,0-3-51 16,5 1-118-16</inkml:trace>
  <inkml:trace contextRef="#ctx0" brushRef="#br2" timeOffset="135388.21">10624 5847 197 0,'0'0'42'0,"0"0"10"0,0 0 9 16,0 0-7-16,0 0-14 16,0 0 8-1,-12-19 4-15,12 19 4 0,-2 0-9 16,2 0-6-1,-3 0-6-15,0 0 7 0,1 0-5 16,0 0-4 0,0 0 0-16,2 0-1 15,-2 0-11-15,2 0-10 0,0 3-7 0,0 5 1 16,0-2-1 0,0 5 2-1,0 3 3-15,6 1 5 0,4 3-1 16,0 1 7-16,-2 4-4 15,0-2-3-15,2 5 6 16,-2-3-2-16,1 6-6 16,4-2-3-16,0 2-3 15,4 5 0-15,0-7-2 16,1 4 0-16,-2 0-1 16,4 3 2-16,-2-5-1 15,0 4-2-15,2-2 6 16,-2 1-2-16,0 2 1 15,0-8-3-15,-1 1 0 16,0-4 0-16,0 1-2 16,-3-1 0-16,0-3-1 15,0 1 3-15,-2-2-1 0,-1 1 1 16,2-1-1 0,-3 0 2-16,4-1-3 0,1-1 1 15,-5 1 0 1,6 0 1-16,-2 2-2 0,0-1 0 15,-2 5-1 1,2-2 1-16,0-1-1 0,-2 2 0 16,-2-3 2-1,2 0-1-15,0 0-2 16,0-1 0-16,-3 2 1 0,4 1 3 16,-2 3-5-16,-1-1 6 15,1-2-4-15,0 4 2 16,0-3-2-1,0 0 0-15,-1-6-2 0,1 3 4 16,-4-5-2-16,-1-1 1 0,2-2 0 16,-4-1-1-1,2-1 2-15,-2 1-3 16,0 4 1-16,2 1 1 16,0 2 1-1,1-2-2-15,-2-2 0 0,3 3 1 16,-2-3-3-16,1-3 1 0,-3 0 1 15,1-1 1 1,-3-2 0-16,4-1 0 16,-4-1 1-16,3 0-2 15,-5-2 1-15,2-2-1 16,-2-1-4-16,0-1 0 16,0 0 2-16,0 0 2 15,0-11 2-15,0-10 1 0,0-5-2 16,0-5-14-1,0-3-141-15,-15-4-281 16</inkml:trace>
  <inkml:trace contextRef="#ctx0" brushRef="#br2" timeOffset="136375.64">10204 6961 376 0,'0'0'94'0,"0"0"-6"15,-6 0-19-15,6 0-14 16,0-1-12-16,0-5-10 16,0 0-1-16,4 0 17 15,10-2-9-15,0 1-22 16,4 1-8-16,4 2-2 0,3-2-2 16,5 4-3-1,-2 2-3-15,0 0 3 0,-4 0-1 16,-2 2-7-1,-8 18-1-15,-8 3 8 16,-4 7 10-16,-2-1-7 16,0 2 3-16,0-3-2 15,-4-3-5-15,-4-4 1 16,0-1 0-16,-2-5-1 16,4-3 1-16,-2-3 0 15,4-1 1-15,-1-4 1 16,3-4 4-16,2 0 2 15,0 0 0-15,0 0-5 16,0 0-2-16,0 0-5 0,11 0-4 16,15 0 7-1,8 0-6-15,7-4 8 16,0-4-1-16,-4 2-1 16,-7-1-1-16,-9 3 2 15,-8 2-1-15,-9 2-3 0,-2 0-4 16,0 0-4-16,-2 2-44 15,2 2-101-15,0-4-216 16</inkml:trace>
  <inkml:trace contextRef="#ctx0" brushRef="#br2" timeOffset="137219.63">12436 7029 475 0,'0'0'5'0,"0"0"-2"0,0 0-13 16,-4 0-9-16,4 0-35 15,0 0-6-15,8 0-43 16</inkml:trace>
  <inkml:trace contextRef="#ctx0" brushRef="#br2" timeOffset="137489.97">12690 6824 431 0,'0'0'3'15,"0"0"-4"-15,0 0-203 16</inkml:trace>
  <inkml:trace contextRef="#ctx0" brushRef="#br2" timeOffset="137670.01">12763 6666 432 0,'0'0'6'0,"0"0"-7"15,0 0-18-15,0 0-165 16</inkml:trace>
  <inkml:trace contextRef="#ctx0" brushRef="#br2" timeOffset="137839.47">12870 6513 183 0</inkml:trace>
  <inkml:trace contextRef="#ctx0" brushRef="#br2" timeOffset="143658.16">11143 8842 467 0,'-4'-6'113'16,"2"3"-55"-16,2 0-4 15,0 3-32-15,0 0-28 16,0 0-2-16,0 2 5 16,0 17 1-16,2 6 15 15,6 10 33-15,-2 5-3 16,-2 8-14-16,2-1-9 0,-6 0-6 16,2-1-7-1,2-11-2-15,-2-3-2 0,2-13-1 16,0-6-1-1,-2-7 0-15,0-4 0 0,-2-2 1 16,0 0 20 0,0-8 31-16,0-15-15 0,0-12-24 15,0-12-7-15,0-8-5 16,0-7 1 0,0 2-1-16,0 5 0 15,0 9-3-15,0 13-7 16,-2 6 19-16,2 10 3 15,0 7-9-15,0 2-3 16,0 5-2-16,0 2 0 0,0 1-6 16,0 0-5-16,7 1-6 15,14 17 6-15,7 6 21 16,3 1-4-16,-3 4-4 16,0 4-5-16,-10-4 5 15,-2 0 0-15,-6-2-2 16,0-5 3-16,-4-3 0 15,2-7-4-15,-4-4 3 16,1-8-2-16,-1 0-2 16,3-1-1-16,1-20 13 15,1-8-6-15,-3-6 0 16,5 0 0-16,-4 0-5 16,-3 6 3-16,-2 8 0 0,-2 5-3 15,2 7 5 1,-2 5-2-16,2 2-1 15,-2 2 1-15,0 0-5 16,4 0 2-16,5 0-11 16,0 21-2-16,3 5 14 15,2 12 3-15,-2 1-2 16,2 5 4-16,-6-3-4 0,2-4 2 16,2-6-3-1,-2-4 0-15,1-8 1 16,-2-4-2-16,-1-3 1 15,-3-6-3-15,-1-6-12 0,-2 0-47 16,0-2-34 0,0-23-18-16,1-4-108 0</inkml:trace>
  <inkml:trace contextRef="#ctx0" brushRef="#br2" timeOffset="144083.63">11808 8716 658 0,'0'0'61'16,"0"0"8"-16,0 0-31 16,0 0-22-16,-112 46-10 15,90-19 2-15,10 4-6 16,2-2 2-16,10-2-7 15,0-2 4-15,0-4-1 0,11 1-1 16,6-4 1-16,5-5 1 16,6-1-6-1,2-5 2-15,0-1 0 0,1-2 0 16,-4 4 0 0,-8 1-10-16,-3 5 1 15,-10 2 7-15,-6 2 5 16,0 4 3-16,0 0 2 15,0 1-1-15,-10 0 4 16,-8 0 0-16,5-2-1 16,-4-3 1-16,4-4-1 15,3-5-3-15,3-4 2 16,2-5-4-16,5 0-11 16,0-12-99-16,0-13-245 15</inkml:trace>
  <inkml:trace contextRef="#ctx0" brushRef="#br2" timeOffset="144689.82">11965 8855 466 0,'0'0'68'15,"0"0"-26"-15,0 0-13 0,0 0-21 16,0-6-4-16,16 2 7 16,9-2 14-16,7-3-2 15,6-3-7-15,8-2-6 16,3-3-6-16,-3-2-2 0,-4 2-2 15,2 4 2 1,-12 4-2-16,-7 1 0 16,-5 5 0-16,-10 1-2 15,2 2-3-15,-10 0-79 0,-2 0-95 16,0 0-115 0</inkml:trace>
  <inkml:trace contextRef="#ctx0" brushRef="#br2" timeOffset="145040.82">12245 8791 552 0,'0'0'66'15,"0"0"1"-15,0 0-4 0,0 0-37 16,0 0-3 0,-10 45 19-16,10-18-6 15,0 3-3-15,0 5-10 0,0 6-2 16,2 2-3-16,6 1-1 16,-2 1-5-16,0-1 1 15,-2-3-4 1,6-3-5-16,-2-11 0 15,-2-3-4-15,3-5 0 16,2-7 2-16,-5-6-2 0,0-6-22 16,-6 0-161-16,0-8-179 15</inkml:trace>
  <inkml:trace contextRef="#ctx0" brushRef="#br2" timeOffset="145676.12">12559 8991 421 0,'0'0'101'0,"0"0"-44"16,0 0-12-16,0 0-17 15,-5 0-23-15,12 0 9 16,12-3-3-16,4-4 5 0,5 1 0 16,5-3-2-16,1 0-5 15,-4 1-1 1,0-1-6-16,-4 3 0 15,-7 0 0-15,-6 4-3 0,-1 1 3 16,-6 1-1-16,-4 0-3 16,-2 0-8-1,0 0-127-15,0 3-108 0</inkml:trace>
  <inkml:trace contextRef="#ctx0" brushRef="#br2" timeOffset="146174.53">13064 8657 692 0,'0'0'76'0,"0"0"25"0,0 0-12 15,0 0-45-15,0 0-23 16,-17-14-17-16,17 14-4 15,0 0-3-15,0 1-2 0,0 14 16 16,0 8-4 0,0 8 2-16,0 5 1 0,0 2 6 15,0 5-3 1,0 1-5-16,0-1-2 16,0 0-2-16,0-3-1 15,6-5-1-15,-1-4-1 16,-1-4 0-16,-2-4 1 15,0-7-2-15,1-5 1 16,-3-3-1-16,0-2 0 16,0-4 0-16,0-2-1 0,0 0-25 15,0 0-74-15,0 0-81 16,-1-2-276 0</inkml:trace>
  <inkml:trace contextRef="#ctx0" brushRef="#br3" timeOffset="152085.23">16700 5004 436 0,'0'0'67'16,"0"5"3"-16,-8 8-27 0,1 4-20 15,-1 5 2-15,1 8 6 16,-1 3-3 0,3 6-8-16,1 1-5 0,-2 7 1 15,-1 1-3 1,0 1-5-16,1-3-3 0,0-5 0 15,4-6-4 1,-2-12 0-16,2-8 0 16,2-6-5-16,0-9 2 0,0 0 5 15,0-10 17-15,0-15 16 16,6-10-4-16,4-10-15 16,-3-5-8-16,2-6-2 15,-3-1 0-15,-4 5 0 16,2 0-1-1,-2 6 2-15,-2 6-3 0,5 9 1 16,-3 9-1 0,2 6-1-16,1 7 0 0,-3 3-1 15,2 6-3-15,0 0-3 16,9 0-1-16,2 6 3 16,4 16 4-16,7 14 2 0,0 6 9 15,0 8-4 1,0 5 0-16,-2-3-1 0,-3-3-3 15,-1-8-2 1,-4-1-2-16,-2-11-1 16,-4-4-1-16,2-6 2 15,-8-3-2-15,-2-7 3 16,0-3-3-16,-2-4-1 16,0-2-66-16,0 0-93 15,-4-10-184-15</inkml:trace>
  <inkml:trace contextRef="#ctx0" brushRef="#br3" timeOffset="152307.85">16707 5382 464 0,'0'0'24'15,"0"0"0"-15,0 0-7 16,0 0 0-16,0 0-4 0,114-78-1 16,-78 65-9-1,-3-2-1-15,-1 0-1 0,-5 2-3 16,-3-4-66 0,-6 1-200-16</inkml:trace>
  <inkml:trace contextRef="#ctx0" brushRef="#br3" timeOffset="152857.5">16862 4820 484 0,'0'0'14'0,"0"0"32"0,0 0 13 15,-125-11-26 1,93 11 1-16,-3 15-1 16,-4 9-5-16,1 8 0 15,-3 7 3-15,4 8 8 16,3 7-24-16,6 4-1 16,9 7-2-16,7 3 2 0,12 5-6 15,0-3-1-15,12-1-3 16,20-2 1-1,7-7 0-15,8-4-3 0,6-11-2 16,6-8-1-16,5-10-1 16,3-12 0-16,2-9 0 15,-4-6 1-15,-3-4-1 16,-6-23 0-16,-7-6 5 16,-5-11-4-16,-6-6 7 15,-4-9-4 1,-1-8-4-16,-7-3 8 0,-5-6-3 15,-8-1 1 1,-7 0 8-16,-6 3-4 0,0 5 4 16,-12 4 1-16,-12 9 1 0,-4 10-7 15,-4 7-1 1,-3 14-6-16,-1 7-5 16,4 15 0-16,-3 3-6 15,7 7-35-15,4 22-76 0,7 0-251 16</inkml:trace>
  <inkml:trace contextRef="#ctx0" brushRef="#br3" timeOffset="153470.1">19640 4778 533 0,'0'0'109'16,"0"0"0"-16,0 0-44 15,0 0-40-15,-4-5-17 16,1 17 8-16,0 12 15 15,1 6 15-15,2 8-6 0,0 4-12 16,0 5-5 0,0 3-8-16,0-5-2 15,5 3-6-15,4-8-2 16,-3-7-3-16,-2-6 0 0,2-7-1 16,-2-7 0-1,-4-11-3-15,0-2-78 16,0-2-76-16,0-23-150 15</inkml:trace>
  <inkml:trace contextRef="#ctx0" brushRef="#br3" timeOffset="153918.47">19586 4818 542 0,'0'0'14'0,"0"0"8"0,0 0-8 16,0 0-8-16,0 0-4 16,118-40 1-16,-86 40 1 15,-8 0 0-15,-7 7-3 16,-13 13-2-16,-4 3 15 16,-2 4 15-16,-23 0-7 15,-1 2 2-15,-2-2-6 16,4-4 0-16,6-3-6 15,8-6-9-15,10-5-7 16,0-2 2-16,0 2 2 16,10-6-5-16,16 3 2 0,7-1 9 15,4-4-1 1,4 3-2-16,-5 2 0 0,-8 2-6 16,-6 3 1-1,-16 4-2-15,-6 7-1 0,0 1 8 16,-2 2 1-1,-22 1 3-15,-4 1 0 0,-2-2-3 16,-2-2-1 0,2-3-2-16,4-6-1 0,5-7-4 15,3-7-78 1,10 0-190-16</inkml:trace>
  <inkml:trace contextRef="#ctx0" brushRef="#br3" timeOffset="154469.56">19644 4577 493 0,'0'0'29'16,"0"0"46"-16,-119 9-16 16,79 11-5-16,-6 6 7 15,10 5-26-15,-3 10-7 0,3 3-12 16,10 9-2 0,4 5 0-16,10 6 0 0,7 5 5 15,5 6-9 1,0 1-2-16,25 2-4 15,13-4-1-15,6-5 0 16,11-7-4-16,7-10 3 16,11-8-6-16,7-18-5 15,4-10 8-15,1-14 1 0,1-2 1 16,-6-2 4 0,-5-20-10-16,-6-10 12 15,-7-7-9-15,-8-12 0 16,-6-6 2-16,-9-14 0 15,-13-6 2-15,-12-6 2 0,-10-1 2 16,-4 2-4 0,-8 8 8-16,-24 6 3 0,-9 14 7 15,-9 12 14 1,-6 11-11-16,-4 13-10 0,-2 12-8 16,-1 6-2-16,1 2-6 15,-1 26-28-15,1 3-140 16,-2-1-296-16</inkml:trace>
  <inkml:trace contextRef="#ctx0" brushRef="#br3" timeOffset="155501.43">18246 7720 457 0,'0'0'53'16,"0"0"-6"-16,0 0-18 15,0 0-16-15,12 0-2 0,-8 0 3 16,3 0-6-16,-1 0-4 16,-3 0 0-16,1 0 1 15,-4 0-2-15,2 2 1 16,0-2-3-16,2 0 0 16,1 4 1-16,-1-2-1 15,-2 0 1 1,3 2-2-16,-3-2 2 0,0 2-2 15,0-4 0-15,-2 0 1 16,2 0 1 0,0 0 2-16,5 0-2 0,-1 0-11 15,5-4 29-15,2-8 2 16,-1-1-10-16,2-3-7 16,-4 1-2-16,-4 1 3 15,-6 1 3-15,0 5 7 16,0-2 26-16,-2 4 8 15,-16 5-16-15,-4 1-15 16,-1 0-7-16,-4 5-8 16,2 16 12-16,1 7-10 15,2 7-4-15,10 0 1 0,8 6 3 16,4-3-4 0,0-1 1-16,18-6-2 0,17-6-1 15,4-8-1 1,8-7 1-16,5-8-11 0,6-2-44 15,-3-8-49-15,-1-18-88 16,-6-7-154 0</inkml:trace>
  <inkml:trace contextRef="#ctx0" brushRef="#br3" timeOffset="156007.4">18340 7307 440 0,'0'0'22'0,"-110"-22"68"0,58 22-21 15,3 0-18 1,-1 14-10-16,6 16 3 0,0 13-10 16,6 7-9-16,-1 9 0 15,9 1-3-15,8 3-4 16,12 7 0-16,8 2 0 15,2 4-3-15,8-4-4 16,24 6-3-16,11-4-3 16,11-2-5-16,4-9 0 0,4-9 1 15,7-9-2 1,3-14-2-16,5-12 6 0,1-17 1 16,5-2-6-1,1-17 1-15,0-18-22 16,-3-12-22-16,-5-5-1 15,-9-7 9-15,-5-12 13 16,-12-4 7-16,-9-4 12 16,-15-2 6-16,-18-1 1 15,-8 5-3-15,-2 6 14 16,-28 6 11-16,-13 9 6 16,-7 5 7-16,-6 11-7 15,-2 4-11-15,-3 9-13 16,8 8 0-16,4 10-10 15,12 7 0-15,7 2-33 16,8 0-111-16,3 0-262 16</inkml:trace>
  <inkml:trace contextRef="#ctx0" brushRef="#br3" timeOffset="157742.56">4735 5432 314 0,'0'0'59'0,"0"0"-4"15,0 14-19-15,0-7-15 16,0 3-4-16,0 0-8 15,0-2 5-15,0-3 0 0,0 1 4 16,0-4-2 0,0-2 0-16,0 0 2 0,0 0-6 15,0 0-6-15,0 0-6 16,0 0 5 0,0 0-2-16,0-8 3 0,7-1-4 15,-1 1 3-15,-4 2-3 16,3 2 2-1,-5 2-3-15,0 2 0 16,0 0-1-16,0 0-10 0,0 8-7 16,0 5 35-16,0-3-16 0,0 0 4 15,0-2-4 1,0-4-5-16,0-4-8 0,0 0 16 16,0 0-2-1,0 0 1-15,0-8 1 16,0-6-1-16,0-1-3 15,0-1 2-15,4 1-5 16,-2 1 1-16,0 4 1 0,-2 5 1 16,0 1-2-1,0 2 2-15,0 2 1 16,0 0-10-16,0 0-6 16,0 0-2-16,0 7 23 0,0 3-8 15,0 0-3 1,0-1-40-16,0 0-128 0,0-8-190 15</inkml:trace>
  <inkml:trace contextRef="#ctx0" brushRef="#br3" timeOffset="160698.82">17327 5320 114 0,'0'-3'19'15,"0"2"17"-15,0-4-1 16,0 3-4-16,0-3-17 15,0 2-4-15,0-3 1 16,0 2 10-16,0-2-7 0,0 0 2 16,0 3 1-16,2 0 5 15,0 2 4 1,-2 1 22-16,0 0 16 16,0 0-16-16,0 0-19 15,0 0-4-15,0 0-1 16,0 0-3-16,0 0 0 15,0 0 2-15,0 0 3 0,0 0 1 16,0 0-3 0,0 0-2-16,0 0-5 0,0 0-4 15,0 0 4 1,0 0-1-16,0 0-6 16,0 0-3-16,0 0 0 0,0 0-2 15,0 0 0-15,0 0 2 16,0 0-1-16,0 0-1 15,4 0 2-15,2 0 4 16,1 0 5-16,2 0-2 16,3 0 0-16,2 0 0 0,3 0-3 15,0 0 2 1,0 0-4-16,5 0-2 0,-3 0 0 16,-2 0-3-1,1 0-2-15,-4 0-1 16,2 0 1-16,-4 0-1 15,6 0-1-15,3 0 1 16,3 0 1-16,4-5-1 16,2-1 1-16,2 1-4 15,-4-1 6-15,-4 0-2 16,-5 3 0-16,-6 0-2 0,-5 3 0 16,-1 0 0-1,-1 0 1-15,7 0-1 16,0 0 0-16,7 0 2 0,3 0 0 15,1 0-2 1,3 0 1-16,-2 0-1 0,-4 0 1 16,-4-2-1-1,-1 2 0-15,-4 0-1 16,4 0 2-16,0 0-1 0,6-1 1 16,6-3-2-1,5 0 1-15,-3-2 1 0,0 2 0 16,-4 2-2-1,-5-2 1-15,-6 4-1 0,2 0 1 16,-2-2 1 0,7 2-1-16,1-3 2 0,3-3-2 15,2 2-2-15,-2 0 5 0,0 0-3 16,-4 2 0 0,-3-2 0-16,-4 4 0 15,0 0-2-15,-2 0 4 16,3 0-2-16,5 0 0 15,1-1 0-15,5-3 0 16,1 2 1-16,0-4-2 16,-2 2 1-16,-4 2 1 15,-4-2-1-15,-6 4 0 16,0-2-2-16,-4 2 4 16,4 0-3-16,2 0 2 15,2 0-1-15,-1 0 0 0,2 0 2 16,0-2-2-1,-1 2 1-15,-6-2-2 0,1 1 0 16,-4 1 1-16,-1 0 0 16,0 0 0-16,0 0 0 15,4 0 0-15,-4 0 0 16,1 0 0-16,3 0 1 16,-3 0-2-1,1 0 2-15,-2 0-2 16,3 0 2-16,-4 0-2 15,5 0 2-15,-1 0-1 0,2 0 1 16,-1 0-1 0,3 0 1-16,2 0-1 0,-6 0 0 0,4 0 1 15,-4 0-1 1,-3 0 0-16,0 0 0 16,-3 0 0-16,5 1 0 15,-1-1 1-15,1 2-2 16,0 0 1-16,2-2 1 15,-6 0-1-15,3 0 0 16,-2 0 0-16,0 0 0 16,2 0 0-16,-3 2 0 15,4-2 0-15,-1 0 0 16,-1 0 1-16,3 0-1 16,-3 0-1-16,-1 0 1 0,-1 0 1 15,-2 0-2 1,6 0 2-16,-3 0-1 0,6 0 0 15,-1 0 0 1,4 0-2-16,-4 0-2 16,0 0 6-16,0 0 0 0,-8 0-1 15,2 0 0 1,-4 0 3-16,0 0 0 0,0 0 0 16,0 0 1-16,0 0-1 15,0 0-1 1,0 0-1-16,0 0-1 15,0 0-1-15,0 0 0 16,0 0 1-16,0 0 1 16,0 0-2-16,0 0 1 0,0 0-1 15,0 0 0 1,0 0 1-16,0 0-2 0,0 0-4 16,-16 0-27-16,-14-7-261 15</inkml:trace>
  <inkml:trace contextRef="#ctx0" brushRef="#br3" timeOffset="161738.45">18405 4628 513 0,'0'0'116'0,"-2"-7"5"15,2 5-42-15,0 0-24 16,0 2-17-16,0 0-12 16,0 0-5-16,0 0 3 0,0 0 2 15,0 0-10 1,-2 0 3-16,0 0-9 0,-2 8 2 16,2 9-1-1,0 4-1-15,0 5-4 16,2 2-3-16,0 2 0 15,0 2 3-15,0 2-5 16,0-2 4-16,0-3-4 0,0 0 1 16,4-5 0-16,-2-4-2 15,4-7 2-15,-4-3-2 16,0-4 0 0,0-4 1-16,-2-1 0 0,0-1 2 15,1 0-1 1,-1 0 6-16,3 0 5 0,-3 0 5 15,0-13 0 1,0-5-6-16,0-9-6 0,0-2 1 16,0-6-3-1,0-2-1-15,0 1 0 0,0 0-2 16,0 4-1-16,0 1 1 16,0 3 0-16,0 3 3 15,0 4-6-15,0 4 4 16,0 3-2-16,0 1 1 15,0 3-1-15,0 4 0 16,-3 3 0-16,2 3 3 0,1-3-3 16,0 3 0-1,-2 0 0-15,2 0-3 0,-6 0-2 16,-6 0 2 0,-5 18 1-16,-4 1 4 0,-3 6 0 15,-2 2-6-15,7 5-65 16,8-7-106-16,4-6-114 15,7-7-326 1</inkml:trace>
  <inkml:trace contextRef="#ctx0" brushRef="#br3" timeOffset="162190.15">18327 4978 560 0,'0'0'93'0,"0"0"-43"0,0 0-25 15,0 0-19-15,20 0-13 16,6-5 13-16,6-4 6 15,4-2 0-15,-2-1-5 16,3 0 0-16,-8 2-2 16,-3 4-4-16,-9 2 0 15,-8 4-3-15,-9 0-3 0,0 0-15 16,-7 14-90 0,-21-1-409-16</inkml:trace>
  <inkml:trace contextRef="#ctx0" brushRef="#br3" timeOffset="174589.72">19813 5535 235 0,'-2'-1'70'0,"0"-2"-9"15,2 1-3-15,-2 1-24 16,0 1-23-16,2 0-5 15,-2 0-2-15,0 0 5 0,-2 0 9 32,0 1 6-32,-5 5 7 0,2 4 18 15,1-2-11-15,-3 3-10 16,1 0-11-16,1 3-3 0,-3 1-2 16,3 1-2-1,1-1-1-15,-3 3 1 16,-2 3 1-16,3 0 3 15,-4 1 8-15,0 1 0 0,2 0-5 16,-2-2-8 0,4 1-3-16,-4 0 0 15,2-2-5-15,2 4 1 16,-6 2 0-16,2 4 0 16,-1 1-2-16,0-2 3 0,2 1-3 15,1-2 3 1,3-5-2-16,0 0 2 0,1-4 0 15,2 4 0-15,-7-1 4 16,-4 3 0-16,-1 3 0 16,-2 2-1-16,-2-1-1 15,3-1-3 1,2-3 0-16,0-4-2 0,2 2 1 16,-4-2-2-1,-1 7 3-15,-6 2 0 16,-2 4 1-16,-5 2 0 15,5 1-2-15,0-6 0 0,7 0-2 16,4-8 1-16,6-2-1 16,0-5 0-16,3-1-1 15,2 1 3 1,-2-3 1-16,-2 5-1 0,-2 3 0 16,2-2-1-16,-5 1 0 15,4-2 3-15,1-3-3 16,-2-1-2-16,2-3 2 15,2 1 0-15,-1 1 0 16,0 1 2-16,-3 3-2 16,1 1 1-16,1-1 0 15,-3 0-2-15,0 0 2 16,1-3-1-16,1 0 2 0,-1-1-2 16,1 2 1-1,-1-5-2-15,2 5 2 16,-2-4-1-16,0 1 1 15,4-3-2-15,0-3 3 16,0 2-4-16,4-4 3 16,-1 0 0-16,1 0 1 15,0-1-2-15,-3-1 2 0,5 4-2 16,-3-4 0 0,0 2 0-16,1 1 1 15,-2 1 0-15,2 0 0 16,-3 0-1-16,1 0 0 0,2-4 0 15,2 1 0 1,-3-3 0-16,3 0 0 0,-2 3 1 16,0 0 0-1,0 3 1-15,-2 2-2 0,0 1 1 16,-1 0 2-16,-2 0-4 16,6 0-1-16,-4-4 2 15,1-2 0-15,4 1 0 16,-2-2 2-16,0 2-1 15,-1 1-1-15,-1 2 1 16,-1 2-1-16,2 3 0 16,-3-1 1-16,3 2-3 15,1-6 2-15,-1-2-1 16,1 0-3 0,2-5-11-16,0 0 10 0,0 0 16 0,0 0 9 15,0 0-1-15,0 0-4 16,0 1 0-16,0-1-8 15,0 2-5-15,0 1 4 16,-2-3-3-16,2 0-1 16,0 0-1-16,0 0 2 15,0 0 0 1,0 0-3-16,0 0-4 0,0 0-18 16,9-16-102-1,15-9-73-15,12-14-304 16</inkml:trace>
  <inkml:trace contextRef="#ctx0" brushRef="#br3" timeOffset="175320.23">19700 6586 515 0,'0'0'73'0,"0"0"-6"0,-18-23-6 16,14 15-6-16,2 4-17 0,2-2-20 15,0 0-10 1,0 1-10-16,0-1-5 0,13 2 13 16,2 0-4-16,5 2-2 15,1 2-1-15,-6 0-4 16,0 6 1 0,-6 13-2-16,2 5 12 15,-7 1-7-15,-2 4 8 0,-2 0-4 16,0 2-5-1,0 4 10-15,-12-4-4 0,0 0-1 16,-2-5 2-16,5-2 13 16,0-7 7-16,5-5-11 15,0-8-2-15,4-2-8 16,0-2-3 0,0 0-5-16,14 0 4 0,16 0 3 15,14-8 5-15,8-9 1 16,5-5-4-1,1 1-3-15,-4 1 0 16,-11 6-4-16,-11 3 2 16,-10 8-1-16,-7 0 1 0,-6 3-3 0,-7 0-2 15,-2 3-1 1,0 6-35-16,-11 2-110 16,-12 1-361-16</inkml:trace>
  <inkml:trace contextRef="#ctx0" brushRef="#br3" timeOffset="176567.57">17632 8915 490 0,'0'0'19'0,"0"0"16"0,0 0 30 0,0 56 3 15,0-27 8 1,0 3-19-16,0 5-20 0,0 2-8 16,5 2-3-1,-5 0 4-15,0 0-5 0,0-1-1 16,0-5-7 0,0-6-3-16,0-8-6 0,0-9-3 15,0-4-5-15,0-8 1 16,0 0-1-16,0-12 10 15,0-17 15-15,0-7-7 16,1-12-12-16,4-6-5 16,-3-1 1-16,2 0-1 15,-4 6-1-15,0 11 1 0,2 7 1 16,-2 8 0 0,2 5-1-16,2 7-1 0,3 3 0 15,2 2-5 1,1 4 3-16,6 2-3 15,1 0-3-15,0 20-2 16,3 9 10-16,-2 3 2 16,2 7 4-16,-5-4-5 0,-1-4 1 15,-4-5-2 1,-4-6 1-16,4-8-1 16,-6-6 1-16,0-6-1 15,0 0-3-15,2-6-1 16,3-17 8-16,2-6 2 15,-3-8-7-15,4 5 4 0,-2 2-3 16,-2 10-2 0,-3 3 4-16,-2 11-1 0,0 6-1 15,-1 0-5-15,3 0-1 16,-1 6-5 0,8 16 14-16,0 6-1 15,2 9-1-15,-1 8 1 16,3 5-1-16,-6-3 1 0,4-4 0 15,-4-3-2 1,-2-9 1-16,3-7 0 0,-2-7-1 16,-1-5 0-1,0-9-16-15,0-3-104 16,-2 0-28-16,5-18-47 0,-2-13-30 0,6-7-126 16</inkml:trace>
  <inkml:trace contextRef="#ctx0" brushRef="#br3" timeOffset="176924.26">18297 8915 454 0,'0'0'128'16,"0"0"-8"0,0 0-64-16,0 0-17 15,-75 31-9-15,57-8 9 16,8 1-14-16,1-4-15 0,9 2-7 15,0-1-3 1,0 2 0-16,9-1-1 0,5 1 4 16,6-4-2-16,4 1-2 15,-1-7-2 1,1 3 2-16,2-5 3 0,-7 1 5 16,-2 8-4-16,-5 1-2 15,-8 5 0-15,-4 7 2 16,0 2 4-1,0-3-1-15,-12-1 3 0,0-5-3 16,-1-6-5 0,2-5 1-16,0-3-4 0,3-6-15 15,-1-6-98 1,5-4-108-16</inkml:trace>
  <inkml:trace contextRef="#ctx0" brushRef="#br3" timeOffset="177298.53">18508 9029 512 0,'0'0'46'0,"0"0"13"16,0 0-26-16,0 0-21 0,0 0 3 15,58-47 6 1,-18 33-2-16,6-5-9 0,1 1-7 15,3-2 0 1,-10 6-3-16,-5 5 1 16,-11 3-4-16,-7 6-20 0,-17 0-80 15,0 0-12 1,0 11-21-16</inkml:trace>
  <inkml:trace contextRef="#ctx0" brushRef="#br3" timeOffset="177589.27">18721 8960 597 0,'0'0'90'0,"0"0"-33"0,0 0-16 16,0 0 0-16,0 0-10 15,0 0-12-15,-6 78 2 16,10-50-2-16,3 3-1 15,-2 5 4-15,-1 2-2 16,2 3 6-16,-4-7-7 16,0 1-6-16,2-10-7 15,-2-5-1-15,2-3-5 16,0-4 0-16,0-3-3 16,-4-2-5-16,0-3-97 15,0-2-121-15,0-3-446 0</inkml:trace>
  <inkml:trace contextRef="#ctx0" brushRef="#br3" timeOffset="177940.21">19099 9171 638 0,'0'0'78'0,"0"0"-30"15,0 0-16-15,0 0-30 16,0 0-9-16,18-20 12 16,6 12-3-16,4-2-1 15,2-1 4-15,2-1-7 16,-7 1-8-16,-3-1-158 16,-2 0-232-16</inkml:trace>
  <inkml:trace contextRef="#ctx0" brushRef="#br3" timeOffset="178448.23">19470 8851 592 0,'0'0'32'0,"0"0"-13"0,0 0 0 15,0 0-4-15,0 0-7 16,71-50 2-1,-52 50-4-15,-2 0-3 16,0 9-1-16,1 11 2 16,-6 7-8-16,-6 4 5 0,-3 9 7 15,-3 3 3-15,0 4 25 16,-13-2 11-16,-6 2 0 16,2-6-4-16,2-6-5 15,4-6-10-15,4-7-11 16,3-8 5-16,4-3-11 15,0-8-8-15,17-3-6 16,17-2-2-16,16-21 20 0,4-5-8 16,0-2-7-1,-3 3-12-15,-7 5-62 0,-21 17-3 16,-14 5-26 0,-9 0-122-16,0 10-316 0</inkml:trace>
  <inkml:trace contextRef="#ctx0" brushRef="#br3" timeOffset="184497.83">2749 9563 378 0,'-4'-9'29'15,"0"1"65"1,0 2-3-16,3 6-23 16,-1 0-28-16,-2 0-15 0,-2 6 7 15,-1 13-17 1,0 10 4-16,3 6-1 0,2 8-4 16,2 2-7-1,0 1-5-15,0-5 0 0,13-2-2 16,6-11-3-16,3-6 1 15,6-15-2-15,-1-7 5 16,3 0-3 0,-4-13 3-16,-4-15 5 15,-4-5 1-15,-10 1 0 16,-8-1-1-16,0 2 13 16,-8 2 23-16,-16 2 7 0,-4 3-20 15,2 6-7-15,6 4-18 16,4 6-1-1,10 2-9-15,6 1-74 0,0 5-139 16,18-5-240-16</inkml:trace>
  <inkml:trace contextRef="#ctx0" brushRef="#br3" timeOffset="185169.86">3223 9712 537 0,'0'0'8'15,"0"0"-3"-15,0 0-2 16,0-124 4-16,-12 93 30 16,-6 9 26-16,-2-1 3 0,1 8-12 15,-1 8-13 1,7 3-12-16,-1 4-20 0,11 0-13 15,-1 0-1-15,4 0 10 16,0 0-3 0,0 0-14-16,19 4 5 0,5 0-3 15,2-1-8 1,0 0-1-16,-4 0 11 0,-2 1 5 16,-6 2 5-16,-4 5-6 15,-1 5-3-15,0 4 3 16,1 7 2-16,-1-1 9 15,4 4-7-15,0-3 3 16,4-4-2-16,-2-5 0 16,3-11-1-16,2-1-5 15,2-6 5-15,6 0 1 16,2-13-6-16,1-11 10 16,-3-9 0-16,-2 0-1 0,-6-1-2 31,-10-2-1-31,-6 9 6 15,-4 3 16-15,0 10 45 0,0 2 35 16,0 9-22-16,0 0-11 16,0 3-21-16,0 0-19 15,0 0-14-15,0 0-20 16,0 12-9-16,0 11-1 0,10 11 23 16,6 0-1-1,3 5-2-15,5-2-1 0,-5-8-5 16,2-6-1-1,1-8 2-15,-2-7-10 16,-6-8-48-16,-2 0-72 16,-8-17-75-16,-4-18-228 0</inkml:trace>
  <inkml:trace contextRef="#ctx0" brushRef="#br3" timeOffset="185298.15">3559 9240 797 0,'0'0'83'0,"0"0"-11"16,0 0-44-16,0 0-28 15,0 0-17-15,-28-9-79 0,28 24-143 16</inkml:trace>
  <inkml:trace contextRef="#ctx0" brushRef="#br3" timeOffset="185839.46">3842 9500 591 0,'0'0'7'0,"0"0"4"16,0 0 49-16,0 0-21 0,0 0-34 15,0 0 11-15,-40 18-4 16,35 8-7-16,3 5-3 16,2 1-1-16,0-1-1 15,0-1 1 1,11-3-3-16,6-8 1 16,-2-7-3-16,4-10-8 15,1-2 7-15,-1-10 14 16,-2-15 2-16,1-6-5 15,-8-5-1-15,-8 6-2 16,-2 2 4-16,0 3 44 16,0 7 52-16,-8 5-42 0,0 2-10 15,0 4-11 1,4 5 1-16,4 0-17 0,0 2-19 16,0 0-10-16,0 2-17 15,2 21 0 1,14 5 22-16,-2 5 11 0,6 9-8 15,0 2 0 1,-3-1 0-16,-4-2-1 0,-1 0 0 16,-3-4-1-1,-5-2 0-15,-4 5 0 0,0-8-2 16,-4-1-8-16,-13-6-24 0,-3-11-31 16,4-10-56-1,-2-4-68-15,8-23-182 16</inkml:trace>
  <inkml:trace contextRef="#ctx0" brushRef="#br3" timeOffset="186137.9">4027 9507 804 0,'0'0'36'16,"0"0"46"-16,0 0 15 0,0 0-64 16,0 0-24-1,-28-19-8-15,28 19-11 0,2 15 5 16,14 11 16-16,3 8-9 16,0 4 0-1,0 4 13-15,1-3-12 0,-4-9-1 16,-2-6 0-1,-4-9-3-15,2-9-34 0,-4-6-69 16,-6-15-38-16,0-19-194 16</inkml:trace>
  <inkml:trace contextRef="#ctx0" brushRef="#br3" timeOffset="186288.68">4012 9300 743 0,'0'0'62'0,"0"0"-32"16,0 0-23-16,0 0-23 16,0 0-92-16,0-1-200 0</inkml:trace>
  <inkml:trace contextRef="#ctx0" brushRef="#br3" timeOffset="186738.08">4337 9486 613 0,'0'0'6'16,"0"0"35"-16,0 0 32 15,0 0-57-15,0 0-29 16,0 0 28-16,41 8-7 15,-17 19 11-15,-5 3 15 16,-2-5-7-16,-3-1-10 0,-6-3-1 16,-2-5-2-16,-4-3 0 0,0-7-7 31,-2 0-3-31,0-6-1 0,0 0 0 16,0 0-1-16,0-21 19 15,4-8-8 1,2-8-9-16,0 2-4 0,2 1 5 15,-2 8-7-15,4 11 2 16,0 13 1-16,1 2-5 16,2 5-6-16,2 19 18 15,4 2 2-15,2 2 1 0,-1 1-5 16,0-5-1 0,0-7-5-16,2-7-1 15,2-4-11-15,4-6-87 16,4-7-56-16,1-24-95 15</inkml:trace>
  <inkml:trace contextRef="#ctx0" brushRef="#br3" timeOffset="187298.14">4950 9350 754 0,'0'0'86'16,"0"0"29"-1,0 0-41-15,0 0-48 16,-128 61-21-16,104-19 0 15,2 2 2-15,9-1-4 16,7-4-3-16,6-8-1 0,0-9-2 16,0-7 0-1,4-9 1-15,11-5-2 0,5-1-2 16,1-10-4-16,2-22 2 16,3-6-10-16,-2-7-14 15,-7-2 5 1,-4 4 18-16,-4 15 9 15,-5 6 3-15,-2 16 1 16,-2 6 10-16,0 16-12 16,0 24 4-16,0 3-5 15,7 6 2-15,-3-5 1 0,7-6-4 16,4-10-1 0,-2-13-2-16,4-11-1 0,4-4 2 15,3-16-8-15,-2-22 11 16,1-17-31-16,-1-14-41 15,-5-12 32-15,-8-5 20 16,-7 6 15-16,-2 4 7 0,0 16-6 16,0 11 24-1,-6 17 40-15,-1 14 31 0,0 11-24 16,3 5-7 0,2 2-18-16,2 0-17 0,0 22-24 15,0 21-7 1,0 11 10-16,0 16-1 0,2 7 0 15,9 1-1 1,-2-6 0-16,3-11 0 0,-1-5-3 16,4-11-2-16,-4-4-9 15,-4-8-134 1,-5-6-183-16</inkml:trace>
  <inkml:trace contextRef="#ctx0" brushRef="#br3" timeOffset="188567.59">5960 9362 297 0,'0'0'71'16,"0"0"18"-16,0 0 7 15,0 0-29-15,-76-24-29 0,48 30-12 16,0 12 10-1,5 3-19-15,-1 3-16 0,8 2 14 16,4 0-8-16,6-3-3 16,6-2-3-16,0-3-5 15,0-8-1-15,18-6 0 0,8-4 4 16,7-3-5 0,3-22 19-16,3-6-5 0,-4-3-10 15,-9 3 4-15,-7 2-3 16,-10 5 1-1,-9 10 15-15,0 5 39 16,0 6 23 0,0 0-24-16,-3 3-19 0,3 0-35 15,0 3-19-15,0 23 5 16,7 9 28-16,12 5-9 16,1 9-2-16,1 4 1 15,2-7 0-15,1-3-4 16,-2-9-5-16,-5-5-14 15,-4-9-25-15,-7-5-16 0,-6-3 9 16,0-6 24 0,0-4 33-16,-10-2 1 0,-12 0 0 15,0 0-4-15,6-12 5 16,-2-7 3-16,6-9 5 16,5 1-7-16,7-8-5 15,0-1-1 1,0-9-2-16,11-3-2 0,8-5 1 15,4 3 0-15,-1 5 1 16,-4 7-1 0,-4 13-2-16,-5 7-6 15,-5 12 12-15,-4 6 6 16,0 0-1-16,0 0-1 0,0 0 5 16,0 0 1-16,0 0-6 15,0 0-8-15,0 0-5 16,0 0-5-16,3 0-7 15,5 0 16-15,14 0 6 16,14 0-12-16,13-3-1 16,18-22 13-16,5-7-2 15,-6 3-45-15,-16 10 43 16,-23 12-16-16,-22 7-6 16,-5 9 13-16,-24 20 43 0,-4 0 21 15,4 0-12 1,12-4-20-16,8 0-22 15,4-1-1-15,0-1 0 16,4 0 1-16,13-2-4 16,0-3-3-16,2-4-11 15,-1-7-66-15,1-5-6 16,0-2-51-16,-3 0-59 16,4-9-137-16</inkml:trace>
  <inkml:trace contextRef="#ctx0" brushRef="#br3" timeOffset="189168.26">6741 9186 569 0,'0'0'86'15,"0"0"-6"-15,0 0-7 16,0 0-16 0,-103-10-18-16,91 26-21 0,2 4-13 15,6 3-3-15,4-1-2 16,0 2-2-1,0-6 0-15,14-2 0 16,6-7-2-16,2-7-2 0,3-2-22 16,2 0-8-1,2-16 16-15,1-9-11 0,-7-6-10 16,-2-2 7-16,-11-2 28 16,-8 6 6-16,-2 2 1 15,0 7 30-15,0 7 25 16,-8 5 18-16,4 6-3 15,2 2-39-15,-4 0-23 16,6 17-13-16,0 5 8 16,0 3 2-16,0 4-6 15,0-3 0-15,18-3-6 0,2-9-16 16,5-7-14 0,5-7-10-16,5 0-16 0,0-18 12 15,3-11-47 1,-4-3-82-16,-6 0 80 0,-12 6 102 15,-4 0-1 1,-10 7 126-16,-2 2 55 16,0 9-56-16,0 0-33 0,-6 2-12 15,-2 3-29 1,7 3-11-16,1 0-32 0,0 18-16 16,0 19 5-1,0 14 12-15,9 9-6 16,4 5 0-16,4 2-1 15,0-3-2-15,3-7 1 16,0-10-2-16,-2-10 1 16,-2-12-2-16,0-8 1 0,-4-13-4 15,-4-4-23 1,-6-12-123-16,-2-22-232 0</inkml:trace>
  <inkml:trace contextRef="#ctx0" brushRef="#br3" timeOffset="189455.37">7022 9018 610 0,'0'0'7'0,"0"0"-1"15,0 0 0-15,0 0 0 0,84-2-5 16,-51 2 2-16,-3 0-2 15,-2 2 0 1,-4 9-1-16,-6 4 1 0,-6 7-2 16,-9 9 7-16,-3 5 53 15,0 5 6-15,-6 3-22 16,-9-6-26 0,3-7-13-16,4-8-6 0,4-14-89 15,4-9-162 1</inkml:trace>
  <inkml:trace contextRef="#ctx0" brushRef="#br3" timeOffset="189949.31">7382 8845 510 0,'0'0'16'0,"0"0"22"15,0 0 11-15,0 0-3 16,0 0 5-16,34 35-5 16,-17 6 9-16,-2 7-11 15,-2 7-10-15,2 2 3 16,-4-2-6-16,2-5-2 15,-4-7-5-15,-1-9-12 16,3-10-5-16,-4-12-6 16,1-5-1-16,0-7-3 0,2 0 1 15,1-18 9 1,6-13 3-16,-1-5-6 0,0-5-3 16,1 3-1-1,-5 6 0-15,0 9-1 16,-4 8 3-16,0 6-2 15,4 9-3-15,-4 0-2 0,4 0 4 16,2 22-1 0,0 3 4-16,-2 4 1 15,-5 6 1-15,5 3-3 0,-5-4-1 16,-5-5-14 0,-2-3-119-16,0-6-148 0</inkml:trace>
  <inkml:trace contextRef="#ctx0" brushRef="#br4" timeOffset="212368.29">1393 11774 492 0,'0'-3'15'0,"-4"0"35"15,-3 0 3-15,4 0 10 16,-1 3 8-16,2 0-3 0,-1 0-17 16,3 0-27-1,-5 0-9-15,1 0 7 0,-1 16-10 16,4 6-7-1,-3 6-6-15,2 9 2 16,0 4 2-16,2 3 1 0,0-3-4 16,0-4 2-1,0-6-1-15,8-3-2 16,7-9-3-16,-3-9 0 16,7 1 2-16,-3-10-2 15,4-1 2-15,1 0-1 0,1-6 5 16,4-16 1-16,0-12 9 15,-8-4-7 1,-1-5 0-16,-8 1-3 0,-9 0 5 16,0 7 3-16,-10 6 5 0,-16 1 12 15,-4 2 8 1,-2 5-9-16,3 4-11 0,3 4-12 16,1 5-4-1,9 6-5-15,7 2 0 16,4 0-8-16,5 0-29 15,0 14-85-15,2 1-175 16</inkml:trace>
  <inkml:trace contextRef="#ctx0" brushRef="#br4" timeOffset="212688.08">1439 12036 549 0,'0'0'81'16,"0"0"-25"-16,0 0-54 16,0 0-7-16,0 0 4 15,47 0 1-15,-13 0 5 16,6 0 1-1,0 0 1-15,-3 0-3 0,-3 0-3 16,-6 7 2-16,-2 2 3 0,-4 3-4 16,-4-1 1-1,-2-3-2-15,-1-2-7 16,-6-4-79-16,-7-2-126 16</inkml:trace>
  <inkml:trace contextRef="#ctx0" brushRef="#br4" timeOffset="213098">1843 11734 711 0,'0'0'53'15,"0"0"-25"-15,0 0-26 16,0 0-8-16,0 0 9 16,-9 34-2-16,9-13 2 0,0-4-1 15,0-1 1 1,0 2-1-16,0-5 0 0,0 0-6 16,0-3 3-16,5 1-1 15,12-5-1 1,5-3-6-16,4-1-7 0,2 0 19 15,0 2 1 1,-2 4-4-16,-3 3-3 16,-10 7-4-16,-4 3 12 0,-5 2-4 15,-4 3 2 1,0-3 1-16,0 1-1 0,0-5-4 16,0-2 3-1,-7-8-2-15,-2-6-26 16,-1-3-77-16,-1 0-132 0</inkml:trace>
  <inkml:trace contextRef="#ctx0" brushRef="#br4" timeOffset="213404.29">1787 11724 404 0,'0'0'58'0,"0"0"-9"0,0 0-16 16,0 0-25-1,0 0-12-15,7 0 4 16,21-4 0-16,8-11 7 15,12-7 12-15,0 1-2 16,-6 0-11-16,-7 9 0 16,-18 6-16-16,-15 6-173 0,-2 0-186 15</inkml:trace>
  <inkml:trace contextRef="#ctx0" brushRef="#br4" timeOffset="214403.64">1863 11232 274 0,'0'0'11'16,"0"0"44"-16,0 0 10 0,0 0 0 15,-128-39-23 1,92 39-15-16,-7 0 9 0,-2 4-8 16,-2 10-2-16,-2 6-7 15,5 0 7-15,-4 5-3 16,6 5 5-16,-1 3-21 15,2 3-3-15,0 5 6 16,1 5 10-16,2 4-7 16,2 3-5-16,4 7-1 0,3 2-2 15,3 4 4 1,6 3-6-16,2 5 2 16,8 0-4-16,5 3 10 15,5 3-11-15,0-1-2 16,9 1 3-16,18-1-1 15,12-4 1-15,13-5-4 16,11-10 4-16,9-8-6 16,15-15 0-16,9-15 6 15,12-14-1-15,4-8 4 0,3-8 2 16,5-23-5 0,-8-14 11-16,-7-3-11 0,-8-9 2 15,-15 1-6 1,-12-5-1-16,-11 0-4 15,-13-3-3-15,-8-1 17 16,-10-1-5-16,-9-3-1 16,-4 0 2-16,-7 2-2 0,-8-4 4 15,0 6 0-15,-10-3 3 16,-25 4 3 0,-8 0 12-16,-13 2 6 15,-4 5 5-15,-9 0-11 0,0 7-6 16,1 4-4-1,-4 9-7-15,8 9-6 0,-5 15-3 16,5 13-2-16,-5 4-6 16,-1 34-43-16,-2 12-156 15</inkml:trace>
  <inkml:trace contextRef="#ctx0" brushRef="#br4" timeOffset="-204062.86">3933 11559 519 0,'0'-1'70'16,"-2"1"5"-16,2-2-12 0,-2-1-23 15,2 3-17 1,0-2-7-16,-2 2 0 15,2 0 4-15,0 0 8 16,-3 0-6-16,0 0-16 16,3 0-11-16,0 2 1 0,0 20-7 15,0 9 9 1,0 10 11-16,0 7-5 0,6 8 0 16,-4-1-2-1,2 1 1-15,-4-6-1 16,0-6 1-16,2-7 0 15,-2-8 1-15,0-10-2 16,0-7 3-16,2-4-1 16,-2-5-2-16,0-3 1 15,0 0 3-15,0 0 10 16,0-15 21-16,0-12-8 16,0-10-6-16,0-9-13 0,0-6-4 15,-4 2-1-15,-5 2-4 16,0 4 4-16,-1 7-4 15,1 7 2-15,2 5 0 16,5 1-4-16,-2 7-1 16,2 2 1-16,2 5 0 15,0-1 0-15,0 6 0 16,0-2-2-16,0-1 0 0,0-4-3 16,13 2 3-1,4-3 0-15,9 0-2 0,2-1 1 16,2 3 1-1,-2 4 1-15,0 2-2 16,-5 5-1-16,-5 0-14 16,-4 0-31-16,-2 3-19 15,-4 13-10-15,-6 6-67 0,-2-1-60 16,0 4-214 0</inkml:trace>
  <inkml:trace contextRef="#ctx0" brushRef="#br4" timeOffset="-203810.19">3985 11853 561 0,'0'0'3'16,"0"0"13"-1,0 0-6-15,0 0 2 0,27-37 4 16,3 18-1-16,7-2-7 16,4 2-5-16,-3-1-1 15,-1 7-2-15,-7 7-2 16,-8 6-56-16,-16 0-188 16</inkml:trace>
  <inkml:trace contextRef="#ctx0" brushRef="#br4" timeOffset="-203448.74">4482 11762 571 0,'0'0'64'16,"0"0"26"-16,0 0-44 15,0 0-23-15,0 0-23 0,-22 3-10 16,22 18 9 0,0 5 6-16,0 2 0 0,0 3 2 15,0-1-1 1,2-2-3-16,2-4-1 15,2-4 2-15,2-4-2 16,-4-2-1-16,2-5 2 0,-4-3-2 16,2-2-3-16,0-2 0 15,-2-2-17-15,3 0-124 16,-2-23-164 0</inkml:trace>
  <inkml:trace contextRef="#ctx0" brushRef="#br4" timeOffset="-203126.3">4414 11543 589 0,'0'0'31'0,"0"0"-16"0,0 0-16 16,0 0-16-16,0 0-2 15,30-17 17-15,-14 13-1 16,-4-3 7-16,-4 1-2 16,-8-3 2-16,0 1 23 0,0-4 3 15,-6 6 17 1,-6-3-22-16,-6 1-10 16,4 6-2-16,1 2-13 15,4 0-3-15,1 0-6 0,5 4-33 16,3 11-141-1,0-5-333-15</inkml:trace>
  <inkml:trace contextRef="#ctx0" brushRef="#br4" timeOffset="-202592.82">4701 11780 489 0,'0'0'13'0,"0"0"10"16,0 0 0-16,0 0-25 15,0 0-28-15,4 17 49 16,7 12 4-16,6 3-16 16,-6-3 5-16,0 0-7 15,-7-6-1-15,-2-4 2 16,0-4 3-16,-2-3 7 16,0-4 9-16,0-4-4 0,0-2-7 15,0-2-1 1,0 0 7-16,0-17 31 0,0-9-31 15,0-7-10-15,0 0-9 16,0 1-1 0,0 2-1-16,2 11-2 0,5 4 0 15,3 11 0 1,-3 4-5-16,2 0-9 0,3 0 4 16,0 10 13-1,2 6 6-15,2 2-7 16,0 6 13-16,2 1-5 15,-3 0-1-15,0 0-3 16,0 0-1-16,0-1 0 16,-2-5-33-16,0-6-140 0,2-9-189 15</inkml:trace>
  <inkml:trace contextRef="#ctx0" brushRef="#br4" timeOffset="-202098.57">5224 11809 674 0,'0'0'43'15,"0"0"9"1,0 0-6-16,0 0-14 16,0 0-24-16,-123-6-10 15,99 31 7-15,2 11-4 0,8 0-1 16,3 3-1-16,8-2 0 15,3-8-3-15,0-10-1 16,14-6 1-16,10-10-2 16,3-3-18-1,3-6 10-15,5-25-4 0,-2-8 18 16,-3-9-16 0,-9-9-3-16,-8-5 15 0,-11-1 4 15,-2-3 10 1,-11 7 5-16,-12 8 10 0,-5 14 26 15,4 8 11 1,2 13 7-16,7 8-18 0,4 2-19 16,5 6-9-1,4 0-7-15,2 0-16 0,0 6-14 16,0 23-6-16,15 14 22 16,4 10 4-1,7 7-2-15,4 9-3 0,0-5-1 16,0-3 1-1,-2-4-1-15,3-7 1 0,1-9-2 16,-2-8-1 0,-6-14-122-16,-5-13-228 0</inkml:trace>
  <inkml:trace contextRef="#ctx0" brushRef="#br4" timeOffset="-200698.84">6638 11410 437 0,'0'0'101'0,"0"0"-7"16,0 0-22-1,0-9-29-15,0 9-13 16,0 0-13-16,0 0-11 16,0 15 1-16,0 14 18 0,0 9-1 15,0 10 6-15,0 8-2 16,2 4-5-16,1-2-4 16,2-4-3-16,-3-4-3 15,0-12-1 1,0-4-5-16,0-14-2 0,2-5-4 15,-1-8-4 1,2-7 1-16,-4 0 1 0,-1 0 3 16,3-23 13-16,-1-8 2 15,-2-12-7-15,0-9-7 16,0-5 0-16,0-6-2 0,0 2 3 16,-5-4-6-1,5 9 2-15,0 6-1 0,0 9 2 16,0 10-2-1,0 10 0-15,0 10 4 16,0 5 4-16,0 3 5 16,0 3-1-16,0 0-11 15,0 0-11-15,5 12-4 0,12 14 10 16,4 5 6 0,8 7 2-16,-1 7 0 0,0 0-1 15,0-1-1 1,-5-5-1-16,-4-7 1 0,-3-5 1 15,-6-5-4 1,-1-7 1-16,-6-5 2 0,3-4 1 16,-2-2-4-16,-2-4 2 15,2 0-5 1,3-18-5-16,-1-13 14 0,5-13 2 16,0-6-1-1,1-3-3-15,-2 5 0 0,-2 9-3 16,-2 12 1-1,-4 13 0-15,2 8 2 0,-4 6 1 16,0 0 2 0,0 0-2-16,0 0-3 0,2 0-4 15,6 6-8-15,0 17 1 16,4 6 16 0,4 12-8-16,3 7 7 0,1 2 0 15,1 4-1-15,-2-2-1 16,1-6-2-16,-3-3 1 15,0-7-1-15,-3-5 1 16,0-7 1-16,-3-7-2 16,0-5 0-16,-1-6-5 0,-5-6-64 15,-3 0-98 1,-2-24-146-16</inkml:trace>
  <inkml:trace contextRef="#ctx0" brushRef="#br4" timeOffset="-200076.44">7507 11612 472 0,'0'0'102'16,"0"0"-20"-16,0 0-5 15,-108 2-16-15,85 5-9 0,4 1-17 16,7 2-19-16,-2 5-7 15,7 7-7-15,0 5 1 16,3 4-3-16,2 6-1 16,2-2 2-16,0-1-2 15,0-5-1-15,9-8-2 16,7-7 0-16,2-6-1 16,4-8-3-16,1 0-3 0,0-8 3 15,1-20 7 1,-5-2 7-16,-3-10-1 15,-8-4 1-15,-4-1 1 16,-4 1-2-16,0 6 4 16,0 6-1-16,-6 12 11 15,0 5 36-15,4 6 11 16,-1 8-23-16,3 1-18 16,0 0-11-16,0 0-14 15,0 0-11-15,0 20-2 0,14 8 11 16,9 5 9-1,5 7-1-15,6 3-3 16,3-6-2-16,-3-5 0 16,5-2-1-16,-4-11-23 15,-5-8-157-15,-6-9-152 0</inkml:trace>
  <inkml:trace contextRef="#ctx0" brushRef="#br4" timeOffset="-199371.23">7644 11612 605 0,'0'0'8'0,"0"0"-1"0,0 0 7 16,0 0-7-16,0 0-5 15,92 27 2-15,-68 12-4 16,-4 1 8-16,-10 4-5 16,-5 0-1-16,-5-6-1 15,0-7 5-15,0-10 8 16,0-7 11-16,-5-8 22 16,1-6-4-16,4 0-18 0,0-15-12 15,0-17 5 1,11-4-10-16,4-8-5 0,2-6-3 15,1 8 3 1,-10 7-2-16,0 8 2 0,-3 10-3 16,-5 5 4-16,0 9 6 15,0 3 28-15,0 0-10 16,0 0-16-16,0 5-7 16,0 10 9-1,0 6-9-15,0 5-6 16,5-3 0-16,5 1-1 15,10-7 1-15,0-4-1 16,2-3 0-16,4-6-5 16,1-4-2-16,7 0-12 15,0-22 6-15,-4-6 8 16,0-7-15-16,-4-2 3 0,-4 1 15 16,-13 1 8-16,-6 6 0 15,-3 5 17-15,0 6 57 16,0 7 10-16,-8 5-21 15,1 0-15-15,1 6-14 16,1 0-21 0,5 0-5-16,0 0-13 15,0 18-8-15,0 12-2 0,0 7 20 16,14 10-7-16,3 0 3 0,0-1-5 16,4-9-2-1,3-11 1-15,-2-2-1 16,-3-13-7-16,2-8-45 15,-3-3-51-15,-9-17-75 16,1-21-214-16</inkml:trace>
  <inkml:trace contextRef="#ctx0" brushRef="#br4" timeOffset="-199110.62">8104 11276 639 0,'0'0'-1'0,"0"0"12"16,0 0-14-16,0 0 6 15,91-19 0-15,-59 6-2 16,-8 0-2-16,-12-1-3 16,-9 2 0-1,-3 0 14-15,-6 5 7 0,-21 1 26 16,0 4-5-16,-1 2-32 15,0 0-8 1,4 0-47-16,4 0-337 0</inkml:trace>
  <inkml:trace contextRef="#ctx0" brushRef="#br4" timeOffset="-198326.37">8585 11558 555 0,'0'0'35'15,"0"0"14"-15,0 0-15 16,0 0-21-16,0 0-15 0,-7-37 0 16,24 55 3-16,1 7 13 15,-2 5 2 1,-4 5 13-16,-2-2 4 0,-4-6-9 15,-1-4 4 1,-5-5-14-16,2-6-10 16,-2-7 2-16,0-1 1 0,0-4 0 15,0 0 13-15,0-8 21 16,0-13-22-16,-7-8-11 16,3-6-4-1,-2-5 1-15,6-2-5 0,0 6 0 16,0 5 0-1,0 8-1-15,2 11-2 0,11 9-3 16,6 3-4-16,1 3 1 16,1 23 9-16,3 8-1 15,-5 3 2-15,0 4-1 16,-5-3 7-16,-2-5-6 16,-8-5 0-16,4-9-1 15,-6-6 2-15,2-5-1 16,-4-8 0-16,0 0 1 15,0 0 5-15,0-17 3 16,0-12-6-16,0-8-1 16,4-5-2-16,4 3-1 0,1 3 0 15,2 7 0 1,-3 10-3-16,1 8 3 0,4 8-2 16,-2 3-1-1,2 0 0-15,2 11 3 16,4 11 5-16,2 6 7 15,3 5-2-15,-4-1-3 16,-1 1-4-16,0-2-2 16,-6-3 2-16,2-1-3 15,-2-10-8-15,2-6-108 0,-2-11-133 16</inkml:trace>
  <inkml:trace contextRef="#ctx0" brushRef="#br4" timeOffset="-197828.81">9136 11526 654 0,'0'0'24'16,"0"0"18"-16,0 0 21 15,0 0-58-15,0 0-6 16,6 21 14-16,8 7-4 15,0 0-1-15,0 4-4 0,0-5-2 16,3-4 0 0,-4-3-2-16,0-8 1 15,4-7 0-15,-2-5-1 0,7 0 0 16,4-15 6 0,-3-13-2-16,0-4-3 0,-3-6-1 15,-5-2-3 1,-10 4 5-16,-5 3 0 0,0 1 5 15,0 9 43 1,-5 6 28-16,-6 5-11 16,3 6-20-16,2 0-1 0,1 3-2 15,2 3-9 1,1 0-12-16,2 0-17 16,0 3-13-16,0 21-8 0,0 5 20 15,14 10 0 1,0 4 0-16,2-1-3 15,3 0-1-15,-2-1 0 16,-2-6 0-16,3-6-1 16,-4-6 0-16,4-6-7 0,-4-5-83 15,0-12-80 1,0 0-136-16</inkml:trace>
  <inkml:trace contextRef="#ctx0" brushRef="#br4" timeOffset="-197043.01">9503 11459 364 0,'0'0'44'15,"0"0"12"-15,0 0 2 0,0 0-15 16,0 0-15 0,77 2 0-16,-63 23 6 0,-2 7 6 15,-3 1 17-15,-2 5 9 16,-5 2-17-16,-2-5-3 16,0 0 4-1,0-8-24-15,2-8-14 16,-2-3-7-16,2-6-2 0,0-7-2 15,0-3-6 1,0 0 1-16,-2-3 9 0,3-19 14 16,-3-9-9-16,2-5-5 15,0-7-3 1,0 0-2-16,0 6 2 0,2 6-2 16,1 9-2-16,4 5 1 15,-3 4 2-15,2 5-2 16,4-1-1-1,-2 3 1-15,8 4-1 16,-4 2 2-16,4 0-4 0,-2 14-1 0,-2 17-1 16,-2 6 6-1,-1 1 7-15,-4 3-2 16,-3-3-4-16,5-6 1 16,-3-9 2-16,-2-6-2 15,1-5 0-15,-1-7-1 16,3-5-2-16,-3 0 1 15,0-9 1-15,2-16 9 16,6-16-7-16,-2-5-2 16,2-7 0-16,4 3-1 15,-1 7-1-15,-6 10 2 16,1 10-2-16,-1 11 1 16,-2 6-2-16,1 6-2 15,5 0 1-15,0 5 3 0,4 16-1 16,-2 12 3-1,2 6 0-15,-3 8 3 16,-4 3 8-16,-4 4 5 16,-2-6-4-16,4-4-7 0,-4-5-6 15,0-8 1-15,-2-7-4 16,0-10-6 0,-2-10-105-16,0-4-186 0</inkml:trace>
  <inkml:trace contextRef="#ctx0" brushRef="#br4" timeOffset="-196210.4">11005 11207 403 0,'0'0'104'15,"0"0"-7"-15,0 0-11 0,5-39 12 16,-5 39-19-16,0 0-26 15,-2 0-29 1,-14 18-13-16,-4 5 2 0,-3 2-8 16,0 5-1-16,5-1-2 0,5-7-2 15,5-2 0 1,6-2-3-16,2-7-3 0,0-6 3 16,17 1-1-1,9-6 1-15,10 0 2 16,2 0 6-16,2 0-8 15,1 0-10-15,-7 8-15 16,-4 12-15-16,-8 5 1 16,-10 9-2-16,-5 4 24 15,-7 2 18-15,0-2 0 0,0-4 4 16,-13-7 4 0,-3-8 11-16,-6-7 22 15,-2-6 3-15,-2-6-10 16,0 0-2-16,3 0-12 0,1 0-11 15,6-6-5 1,4-4-1-16,10 0-5 16,2-1-8-16,0 1-63 0,12-1-50 15,8-1-91 1</inkml:trace>
  <inkml:trace contextRef="#ctx0" brushRef="#br4" timeOffset="-195878.73">11412 11412 801 0,'0'0'77'0,"0"0"-13"15,0 0-45-15,0 0-14 16,0 0 22-16,28 109 12 15,-7-61-9-15,1 6-10 16,-5 1-6-16,-2-3-1 16,-1-2-1-16,-4-4 1 0,-4-1-3 15,-4-6 4 1,-2-5-6-16,0-8-1 0,0-9-3 16,0-5-3-1,0-12-2-15,0 0-11 16,-8-31-96-16,-2-15-102 15,-6-12-240-15</inkml:trace>
  <inkml:trace contextRef="#ctx0" brushRef="#br4" timeOffset="-195610.65">11364 11401 605 0,'0'0'16'16,"0"0"-10"-16,0 0-2 0,0 0 8 16,140-16-5-16,-95 16-4 15,-4 0-3 1,-8 8 2-16,-14 11-1 0,-13 8-1 16,-6 8 5-16,-6 3 41 15,-22 0 0-15,-7-1-22 16,1-9-12-16,8-2-9 15,7-11-5-15,10-13-23 16,9-2-202-16,0-10-280 16</inkml:trace>
  <inkml:trace contextRef="#ctx0" brushRef="#br4" timeOffset="-195127.12">11933 11364 618 0,'0'0'81'0,"0"0"-7"16,0 0-25-16,-119-11-24 16,87 15-10-16,2 18 0 15,4 3 2-15,4 4-4 16,10 6-5-16,2 3-5 15,10-4-1-15,0 2 0 0,0 0 2 16,12-7-5-16,9-6 1 16,4-8-1-16,4-11 1 15,3-4-5-15,0 0-6 16,2-15-1 0,-1-12-20-16,-7-6 2 0,-9-6 16 15,-5-2 11-15,-9-1 6 16,-3 7 7-16,0 2 17 15,0 8 23 1,0 10 30-16,0 6-6 0,0 8-23 16,0 1-14-1,0 0-15-15,0 7-17 0,0 16-4 16,0 9 9 0,0 9-5-16,2 2-2 0,11-1-1 15,4-4-2-15,7-6 0 16,-2-4-3-16,1-10-34 15,-4-8-115-15,1-10-181 16</inkml:trace>
  <inkml:trace contextRef="#ctx0" brushRef="#br4" timeOffset="-194660.85">12066 11378 568 0,'0'0'15'15,"0"0"-12"-15,0 0 12 16,0 0 7-16,0 0-11 0,103 34 5 16,-81 5 9-1,-8 4 20-15,2 2 12 16,-8-3-4-16,-4-5-22 15,0-7-8-15,-4-6-7 16,0-9 1-16,0-7-8 16,0-4-3-16,0-4-1 0,4 0-1 15,-4-14 13 1,4-13-5-16,-1-10-7 0,2-3-1 16,-1-2-3-16,2 0-2 15,4 7 2-15,-4 12 0 16,4 6-2-16,4 9 0 15,0 6 2-15,4 2 0 16,1 0 2-16,5 18 0 16,-2 11 6-16,-2 4-2 0,0 3 3 31,-7 5-3-31,-2-4-5 0,-5-4 0 0,0-8-3 16,-1-6-13-1,-1-7-134-15,1-12-223 0</inkml:trace>
  <inkml:trace contextRef="#ctx0" brushRef="#br4" timeOffset="-194181.05">12496 11403 643 0,'0'0'0'0,"0"0"7"16,0 0 6-16,0 0 5 0,0 0-2 16,89 19-8-1,-73 16 10-15,-4 5 3 0,-2 0 22 16,-6-6 1-16,-2-4-7 16,0-6-8-1,-2-8-11-15,2-7-8 0,-2-6 0 16,3-3 0-16,0 0-1 15,-3-14 16-15,5-17-11 16,2-8-6-16,1-8-6 16,6-3-5-16,-2 4 5 15,6 7-1-15,-5 8-2 16,-1 10 0-16,-3 12 0 16,2 6 2-16,1 3-4 15,2 0 4-15,0 18 5 16,1 5 1-16,3 4-1 15,-1 0-1-15,-4 2-5 0,2-4 2 16,-4-3 1 0,0-4-5-16,-3-5 1 15,1-10-63-15,-1-3-42 16,4 0-93-16,-1-22-267 16</inkml:trace>
  <inkml:trace contextRef="#ctx0" brushRef="#br4" timeOffset="-193926.24">12981 11296 790 0,'0'0'77'15,"0"0"41"-15,0 0-26 0,0 0-67 16,0 0-24-16,-8 19-12 16,8 5 24-16,0 5-4 15,6 4-1 1,-2 2 3-16,0 3 1 15,0 0-7-15,-2-4 0 16,0 1-2-16,2-7-2 16,-2-4 1-16,3-7-1 15,2-7-2-15,3-10-5 16,-1 0-26-16,0-10-100 16,1-19-219-16</inkml:trace>
  <inkml:trace contextRef="#ctx0" brushRef="#br4" timeOffset="-192927.39">12955 11087 496 0,'0'0'113'16,"0"0"-5"-16,-16 0-52 0,13 11-47 16,3 3-1-1,0 4-3-15,0-1-3 0,7-3 0 16,5-7-3-16,0 1 0 16,0-6 2-1,-6-2-1-15,2 0 0 0,-6 0 2 16,-2-6 15-16,0-9 9 15,0 0 15-15,-4 1 23 16,-8-2-29-16,-6 8-18 16,7 1-13-16,0 5-8 15,8 2-3-15,3 0-50 16,0 3-137-16,0 9-344 16</inkml:trace>
  <inkml:trace contextRef="#ctx0" brushRef="#br4" timeOffset="-192472.84">13158 11357 558 0,'0'0'10'0,"0"0"-8"15,0 0 1-15,0 0 18 16,0 0 10-16,74 86-9 16,-59-46 4-16,-4-1-11 15,-7-8 15-15,-4-3-2 16,0-12-2 0,0-4 2-16,0-6 5 15,0-6 8-15,0 0 17 16,0 0-12-16,-4-15-34 15,-3-14-3-15,5-5-4 0,2-7-3 16,0-4-2 0,0 2-1-16,2 4 0 0,16 11 0 15,-1 8-2-15,0 11-2 16,7 9-2-16,0 0-1 16,-3 23-2-16,-2 6 13 0,-1 8-3 15,1-2 4 1,-2 0-2-16,-4-5-1 15,2-6-1-15,2-6-1 16,7-10-37-16,2-6-108 16,6-2-49-16,7-6-118 0</inkml:trace>
  <inkml:trace contextRef="#ctx0" brushRef="#br4" timeOffset="-192044.5">13731 11339 633 0,'0'0'117'0,"0"0"-37"16,0 0 2-16,-120-16-20 16,94 16-18-16,7 9-25 15,5 15-14-15,8 3-5 16,6 6 0-16,0-2-2 0,6-2 2 16,18-5-2-16,4-6-1 15,5-14-7 1,1-4-7-16,1 0-25 0,1-13-4 15,-6-12-13 1,-4-2 15-16,-13-2 36 0,-2-1 11 16,-7 7 7-1,-4 4 16-15,0 4 33 0,0 6 10 16,0 3-21 0,0 6-19-16,0 0-23 15,0 13-19-15,0 20 8 0,4 11 16 16,0 8-7-16,1 14-2 15,1 3-1-15,-1 1 1 16,-5-4 0-16,0-5-2 16,0-8 0-16,0-8 1 15,0-10 1-15,-12-8-2 16,0-8 2-16,-10-9 0 16,-3-6-6-16,-10-4-152 0,-6-11-224 15</inkml:trace>
  <inkml:trace contextRef="#ctx0" brushRef="#br4" timeOffset="-191392.62">14467 11214 614 0,'0'0'105'0,"0"0"-30"15,0 0-41 1,0 0-42-16,24-27 16 0,15 12-3 16,9-4 0-16,6-1-3 15,5 3-1-15,-7-1-1 16,-10 7 1-16,-14 5-3 16,-19 6-20-1,-9 0-114-15,0 0-51 0,-27 6-162 16</inkml:trace>
  <inkml:trace contextRef="#ctx0" brushRef="#br4" timeOffset="-191111.46">14632 11128 639 0,'0'0'128'0,"0"0"-14"16,0 0-38-16,0 0-53 15,0 0-6-15,0 0 4 16,-28 94 14-16,28-54-6 16,0 4-10-16,0 6-3 0,0 1 1 15,8 1-1 1,2 1-3-16,-2-6 0 16,1-6-6-16,2-8-5 15,-1-6-2-15,4-11-4 0,-2-9 1 16,6-7-16-1,-3 0-66-15,0-19-63 16,-4-16-101-16,1-7-303 16</inkml:trace>
  <inkml:trace contextRef="#ctx0" brushRef="#br4" timeOffset="-190668.54">14912 11315 620 0,'0'0'61'0,"0"0"-26"16,0 0-6-16,0 0 4 0,0 0-2 15,0 130 7 1,0-99-4-16,4 1-4 0,-1-9-9 16,-1-3-3-1,-2-7-1-15,0-5-2 16,2-4-6-16,-2-4 0 15,0 0-1-15,0 0 6 16,0-17 3-16,3-8-3 0,1-6-7 16,2-10-5-1,2 1-1-15,4-4-1 16,2 5 2-16,6 0-4 16,-1 8 1-16,3 6-1 15,1 9 1-15,-1 10-4 16,-1 6 0-16,-3 6-7 15,-4 23 3-15,-2 8 6 16,-4 1 2-16,-4-1 3 0,-2-5 0 16,-2-9 1-16,0-5-2 15,0-9 0 1,0-7 0-16,0-2-2 0,0 0-53 16,0-14-119-1,0-7-216-15</inkml:trace>
  <inkml:trace contextRef="#ctx0" brushRef="#br4" timeOffset="-190093.54">15286 11476 439 0,'0'0'25'0,"0"0"17"0,0 0-14 15,0 0-13-15,0 0-11 16,110-93-2-16,-99 66 3 16,-4-3 0-1,-3 1 8-15,-4 7 29 0,0 4 10 16,0 1-9-16,0 8 3 0,0 6 10 16,0 1-10-1,0 2-15-15,-9 0-18 16,-1 11-12-16,1 14 7 15,-1 6-3-15,3 2-4 16,2 9-1-16,5-3-1 16,0-3 1-16,2-5-1 15,18-8-1-15,2-8-1 0,10-12-5 16,7-3 5 0,3-6 5-16,2-20 3 15,1-6-4-15,-3-7-1 16,-4 0-2-16,-10-2 3 0,-12 5-2 15,-7-1 3-15,-6 6 3 16,-3 4 0-16,0 6 12 16,-16 5 33-16,-6 13 13 15,-4 3-29-15,2 0-12 16,-2 19-12 0,2 16-1-16,6 9-7 15,8 4 6-15,10 5-4 0,0-3 1 16,10-3-2-1,25-4-3-15,12-15 0 0,18-9-2 16,1-8 2 0,6-11 2-16,-8 0-74 15,-8-14-190-15</inkml:trace>
  <inkml:trace contextRef="#ctx0" brushRef="#br4" timeOffset="-189377.56">16522 11079 647 0,'0'0'131'0,"0"0"-43"0,0 0-50 15,0 0-7-15,-92 74 6 0,78-24 3 16,6 6-11 0,4 8 3-16,4 6-9 0,0-2-6 15,0-1-3 1,10-2-6-16,16-5-5 16,6-12-1-16,16-7-7 15,5-15-3-15,5-11-43 0,5-15-91 16,-3 0-26-1,-10-18-243-15</inkml:trace>
  <inkml:trace contextRef="#ctx0" brushRef="#br4" timeOffset="-188427.55">17021 11162 623 0,'0'0'96'0,"0"0"-8"16,0 0-26-16,0 0-48 15,0 0 13-15,-22 57 16 16,22-17-7-16,0 4 1 0,0 6-7 16,2-2-3-1,5 2-6-15,-2-1-8 16,-1-5-2-16,-2-5-1 16,0-7 0-16,-2-8-4 15,0-7-3-15,0-9-2 16,2-2-2-16,0-6 2 15,-2 0-3-15,2 0 4 16,1-14 6-16,-1-16 9 0,-2-9-7 16,4-14-6-16,0-7-5 15,1-7 3-15,-1 1-1 16,-2 0-1-16,-2 8 1 16,0 9-1-1,0 7 2-15,0 9 0 0,0 9 0 16,0 5 0-1,0 8-1-15,0 3-1 16,0 3 0-16,0 3-2 0,0 2-1 16,7 0-3-1,7 2-3-15,2 20 7 0,8 8 2 16,2 8 3-16,-4 8 0 16,7 7 2-16,-6 0-1 15,-3-2-6-15,-5-1 3 16,-5-3 0-16,-3-10 0 15,-4-4 1 1,-3-13-1-16,0-5 3 0,0-8-2 16,0-7-4-16,1 0 2 15,4 0-2-15,1-25 3 16,5-13 8 0,0-11-8-16,5-10 2 0,0-1-2 15,-1 2 0-15,-2 6-2 16,-3 16 1-16,-3 11 2 15,-5 11-3-15,1 9 3 16,-1 5-1-16,-2 0 1 16,0 0-5-16,4 0-2 15,0 9-4-15,3 17 9 16,1 4 4-16,3 9-2 16,0 7 2-16,-3 0-1 0,1 4 2 15,2-5 0 1,-5-1-3-16,2-6 1 0,-1-6-3 15,0-5 1 1,-3-8 1-16,2-2-5 0,1-2 5 16,-2-5-3-16,-1-4 0 15,-2-6-40-15,0 0-68 16,-2-16-81 0,0-18-62-16</inkml:trace>
  <inkml:trace contextRef="#ctx0" brushRef="#br4" timeOffset="-187948.63">17802 11075 725 0,'0'0'65'0,"0"0"9"0,0 0 18 15,0 0-43-15,-73-44-29 16,51 45-21-16,-6 24 15 16,0 7-8-16,2 3-1 0,7-2 7 15,6-3-6 1,6-3-5-16,7-9-2 16,0-3 0-16,0 2 0 15,9-6-1-15,11-4 2 0,6 4-1 16,2-8 3-1,2 2 0-15,2 0 2 16,-4 3-3-16,-2 1 0 0,-7 7-2 16,-6 2 0-1,-8 8-1-15,-5 1 6 0,0-1-1 16,0 0-1 0,-2-2 1-16,-12-4-1 15,-1-5 2-15,-5-3 0 16,2-5 1-16,-4-1 2 0,2-1-1 15,2-5-1 1,0 0-1-16,6 0-2 16,-2 0-3-16,10-11-1 15,2-1-3-15,2-1-47 0,0-5-99 16,0-1-144 0</inkml:trace>
  <inkml:trace contextRef="#ctx0" brushRef="#br4" timeOffset="-187326.73">17955 11091 313 0,'0'0'84'0,"0"0"55"0,0 0-43 16,0 0-41-1,-2 0-26-15,5 0-23 0,22 0 8 16,7-8 11-16,4 0-6 0,8-3-8 16,1-2-6-1,-5 1-4-15,-6-3 0 16,2 5 0-16,-11-1-1 15,-1 4 0-15,-5 1-1 16,-5 3-12-16,0-3-40 16,-3 3-62-16,-7 0-71 15,-4 3-124-15</inkml:trace>
  <inkml:trace contextRef="#ctx0" brushRef="#br4" timeOffset="-186998.49">18183 11007 623 0,'0'0'55'0,"0"0"28"0,0 0-2 16,0 0-42-1,0 0-28-15,-9 32 20 16,9-7 19-16,0 6-11 16,0 6-18-16,0 3-9 0,0 3-5 15,0 1-3 1,0 3 3-16,2 0 1 16,2-7 3-16,-1-5 0 0,-1-4 4 15,5-7-9-15,-3-7-5 16,2-5-1-16,-2-9-1 15,2-3-39-15,0-1-161 16,-4-27-212-16</inkml:trace>
  <inkml:trace contextRef="#ctx0" brushRef="#br4" timeOffset="-186439.28">18385 10732 550 0,'0'0'50'0,"0"0"35"15,0 0-12-15,0 0-29 16,116 55-11-16,-85-14-7 16,1 5-9-16,-3 12-2 15,-4 9-1-15,-6 0-1 16,-7 6-1-16,-5 2 3 15,-7-7 4-15,0 0 0 16,0-6-4-16,-4-3-7 16,-11-5-2-16,0-8-2 15,-1-5-2-15,-4-6-4 16,1-12-103-16,0-11-248 16</inkml:trace>
  <inkml:trace contextRef="#ctx0" brushRef="#br4" timeOffset="-180096.52">17176 11837 280 0,'-2'0'96'0,"0"0"-14"15,2 0-36-15,0 0-7 0,0 0-21 16,0 0-10-16,0 0-12 16,0 0 7-16,10 0-1 15,6 0 2-15,5 0-7 16,3-4 7-1,1-1-4-15,-6 2 2 0,-1 0-1 16,-6 3-3-16,-12 0-4 16,0 0-95-16,-4 0-256 15</inkml:trace>
  <inkml:trace contextRef="#ctx0" brushRef="#br4" timeOffset="-167867.34">19626 11192 610 0,'-16'-5'118'0,"0"4"-35"0,10 1-28 16,-1 0-32-16,4 19-17 15,2 13-1-15,1 7 5 16,0 8 3-16,0 3-5 15,0-1-4-15,0-6-2 16,13-8-2-16,7-10-1 16,-2-10-2-16,4-11-5 15,4-4 7-15,2-7-2 16,-2-18 11-16,-2-11-1 0,-9-1-4 16,-9-4 0-1,-6 3 2-15,0 3 3 0,-21 6-2 16,-5 4-2-1,-4 7 1-15,2 5-1 16,6 7-5-16,4 0 1 16,6 3 3-16,6 0-4 15,6 3 1-15,0-1-7 16,0-1-2-16,8-2-2 16,14-6 6-16,10-5 2 15,5-7 5-15,10-4-2 16,2-6-6-16,1-5-25 15,-5 3-11-15,-8-2-6 16,-16 4 27-16,-10 5 23 0,-9 5 1 16,-2 3 6-1,0 8 13-15,-4 1 24 16,-5 8 5-16,1 2-11 0,-1 0-17 16,2 12-5-1,1 21-5-15,2 16-8 16,0 11 1-16,4 13 3 15,0 6-1-15,8-1-3 16,9 1-1-16,5-6-2 0,3-9-1 0,3-11-2 31,4-11 0-31,3-11-1 16,-3-12-2-16,-2-9-18 0,-2-10-21 16,-8 0 15-16,-8-6 2 15,-4-20 12-15,-8-2 8 16,0-4-1-16,-12-2 6 0,-20-1 1 15,-4 6 1 1,-7 6 2-16,-3 2-1 16,8 5 1-16,6 3 9 0,8 5 16 15,9-3-2 1,10 1-9-16,5-7-17 16,0 0 3-16,26-3-2 15,10-5-3-15,10 1-2 0,6 1 4 16,1 5-4-1,-3 6 2-15,-5 11-50 16,-10 1-99-16,-8 0-110 16</inkml:trace>
  <inkml:trace contextRef="#ctx0" brushRef="#br4" timeOffset="-166962.45">21241 10772 528 0,'0'0'62'0,"0"0"86"15,0 0-34-15,0 0-48 16,-35-28-61-16,31 56-2 0,-3 16 23 16,3 10-4-1,-1 15 4-15,1 4-6 16,4 0-3-16,0-5-6 16,0-4-6-16,17-16-6 15,9-10-2-15,6-16 3 16,2-15-1-16,4-7 0 0,2-7 7 15,-1-29-4 1,0-13-11-16,-12-13-25 0,-5-8 11 16,-13-6 21-16,-9 3 2 15,0 6 1 1,0 8 2-16,-9 13 2 0,1 16 2 16,0 11 14-1,2 9 16-15,4 8-10 0,2 2-19 16,0 11-14-1,0 21-14-15,6 15 35 16,4 11 1-16,5 14-2 16,-2-3-3-16,2-1-1 15,0-6-2-15,2-14-5 16,0-7-1-16,-2-13-2 0,1-12 0 16,-6-7 0-16,6-9-4 15,-2 0 2-15,6-25 8 16,-1-9-1-16,0-1-6 15,1 3-9 1,-7 3 3-16,-3 7 6 0,-5 13 1 16,1 9 0-16,1 0-2 15,-1 3-15-15,2 11 19 16,8 1-1-16,4-3-2 16,2-6 1-16,4-6-4 15,7 0-2-15,-1-18-15 0,2-11-12 16,-4-9 1-1,-2-4 0-15,-8-7 18 16,-7-1 10-16,-8 7 4 16,-5 8 1-16,0 12 4 15,-22 13 13-15,-4 10 24 16,-2 2-4-16,-2 21-1 16,4 6-8-16,7 8-12 0,10 4 0 15,9 0-15 1,0-7-1-16,9-1-4 0,21-9 0 15,13-13 1-15,2-7-3 16,7-4-18-16,-7-2-78 16,-8-14-80-16,-19 1-106 15,-12 1-221 1</inkml:trace>
  <inkml:trace contextRef="#ctx0" brushRef="#br4" timeOffset="-166613.93">20718 11221 727 0,'0'0'8'0,"0"0"33"15,0 0-5-15,0 0-27 16,-39 0-23-16,66-2 12 16,9-3 7-16,8-4 8 15,8-3 1-15,4 1-7 0,2-1-3 16,-2 4-3-1,-4-3 1-15,-14 2-63 16,-18-1-548-16</inkml:trace>
  <inkml:trace contextRef="#ctx0" brushRef="#br4" timeOffset="-165245.75">22994 10909 67 0,'0'0'82'16,"0"0"30"-16,8-37 7 0,-8 26-33 15,0-1-19-15,-6 2 20 16,-11 4 1-16,-6 6-17 16,-3 0-33-16,-2 0-13 15,-1 14-20-15,-1 11 9 16,4 4-12-16,3 4 0 16,8 2 0-16,6-3 0 15,9-1-3-15,0-3-1 16,5-7-2-16,18-9 0 15,7-10-3-15,7-2 3 16,-5-2 5-16,-1-18-3 16,-6-3 1-16,-8-2 3 15,-11 1 0-15,-6 4 7 16,0 4 3-16,0 4 12 16,0 5 17-16,0 4-3 15,0 3-21-15,0 0-23 16,0 10-19-16,12 18 30 15,2 9 0-15,6 9-2 16,-1 8-2-16,-2 4 1 0,0 5-2 16,-5-2 1-16,-8-4-2 15,-4-4-11 1,0-6-37-16,0-12 16 0,-4-8 18 16,-16-9 10-1,-2-11 9-15,-1-7-1 0,-1 0-1 16,5-16 2-1,8-18-6-15,9-11 7 16,2-6-5-16,2-3 0 16,24 3 1-16,4 1-3 15,4 6 1-15,-3 7-1 16,-1 5 3-16,-6 6-1 16,-5 3 0-16,-6 2 1 0,-7 0 1 15,-4 0-1-15,-2 2 2 16,0-5 1-16,0 2 3 15,0 9-1-15,0-1-1 16,-4 5 2-16,2 6-1 16,2 0-4-16,0 3-3 15,2-6 0-15,30 0-21 16,15-7 22-16,16-1 1 16,-1-1 0-16,0 3 0 15,-14 6-3-15,-18 6-9 16,-19 0-18-16,-11 2 33 15,0 15 5-15,-11 3 1 16,-4-1 5-16,2 1-1 16,5 3-9-16,2 2-3 15,3 6-1-15,3 1 0 16,0 4-2-16,0-7 1 16,9 0 1-16,10-9-3 0,5-7-6 15,2-9-25 1,5-4-34-16,4 0-56 0,-3-14-47 15,0-9-31 1,-1-6-89-16</inkml:trace>
  <inkml:trace contextRef="#ctx0" brushRef="#br4" timeOffset="-164696.33">23758 10922 355 0,'0'0'170'0,"0"0"-38"16,0 0-20-16,0 0-30 0,-82-46-27 15,62 63-23-15,2 12-18 16,2 0 0-1,10 7-8-15,6-8-9 0,0-3 0 16,4-5 3 0,18-8-3-16,-1-6 0 0,2-6-12 15,-3 0-15-15,2 0-21 16,-5-14-5-16,-4-7 21 16,-2-7 23-16,-5 0 14 15,-2-3 0-15,-4 1 0 16,0 5 9-16,0 4 5 15,0 9 7-15,0 12 16 16,0 0-18-16,2 8-12 16,7 15-4-16,3 0-7 0,7 4 4 15,1-7-6 1,8-7 1-16,3-2-9 0,5-11-4 16,1 0-16-1,2 0-33-15,-7-18-66 0,-6 0-35 16,-9-2 122-1,-11 0 58-15,-6 2 111 16,0 1 25-16,0 3-27 0,-10 3-24 16,3 5-15-16,1 2-21 15,4 2-18 1,-1 2-12-16,1 6-24 16,2 25-11-16,-2 12 15 15,2 10-7-15,0 12 0 16,0 2 0-16,0-3 1 0,2-6-2 15,7-8-1 1,2-6 0-16,-1-13-2 0,1-3-3 16,-2-15-2-16,-3-10-28 15,-2-3-114-15,-2-22-114 16,-2-25-329-16</inkml:trace>
  <inkml:trace contextRef="#ctx0" brushRef="#br4" timeOffset="-164468.61">23980 10816 555 0,'0'0'31'0,"0"0"-33"0,0 0 14 0,0 0-10 16,120-2-3 0,-83 16-16-16,-7 5-2 15,-8 8 16-15,-13 4 8 16,-6-2 4-16,-3 5 17 0,-3-3 29 15,-14-4-6 1,-4-2-23-16,4-3-21 16,4-8-4-16,8-12-10 0,5-2-186 15</inkml:trace>
  <inkml:trace contextRef="#ctx0" brushRef="#br4" timeOffset="-164061.02">24261 10626 752 0,'0'0'60'0,"0"0"-12"16,0 0-39-16,0 0 2 0,0 0 20 16,35 125 16-16,-27-73-8 15,-4-4-7-15,1-2-8 16,-1-6-4-16,3-12-15 15,-1-4-1-15,0-10-3 16,-2-3-1-16,4-10-2 16,0-1-2-16,6 0 2 15,2-12 10 1,4-10 2-16,-4-2-5 16,4-1-2-16,-7 4-2 0,-4 9-1 15,4 6-3-15,-5 6 0 16,0 0-2-16,4 16 4 15,-2 9 5-15,3 6 0 16,-4 3 3-16,-3-1 0 16,2-1-4-16,-3-3-1 15,4-6-3-15,-3-7 1 16,0-12-78-16,-1-4-324 16</inkml:trace>
  <inkml:trace contextRef="#ctx0" brushRef="#br4" timeOffset="-162529.6">5081 12934 632 0,'0'0'69'0,"0"0"10"0,0 6-55 16,0 6-23-16,0 7 11 16,7 7 1-16,2 5 0 15,-1 7-1-15,3 0-9 16,4 3 3-16,0-4-5 15,5-8 0-15,4-6-1 16,4-10-6-16,2-8-6 16,-1-5-11-16,1-6 11 0,-8-15 8 15,-4-2 7 1,-10-3 5-16,-6 3 3 0,-2 3 3 16,0 1 1-1,0 3 5-15,0 5 4 16,-2-1 2-16,0 6-4 15,2 5-12-15,0 1-6 16,0 0-10-16,0 7-17 16,8 16 22-16,10 7 9 15,3 4 3-15,5-3-5 16,6-2-2-16,2-11-4 0,6-11-7 16,-2-7-33-16,3 0-19 15,-2-26-5 1,-7-9-51-16,-9-6 3 15,-5 2 72-15,-14 2 41 16,-4 5 14-16,0 10 38 0,-4 9 52 16,-12 8-8-16,2 5-38 15,5 0-28 1,5 19-22-16,4 9 0 16,0 0-11-16,4 3 1 15,17-1 1-15,5-1-2 0,0-4 2 16,4-1 1-16,-2-1-1 15,-2-4-6-15,-7-1-23 16,1-3-10-16,-14-4 25 16,-2 1-16-16,-4-5 3 15,0-1 38-15,-17 0-5 0,-6 0-4 16,-1-1 0 0,3-5 4-16,5 0 0 15,8 0 2-15,8-11-13 16,0-12 0-16,10-2 6 15,21-5-3-15,1-4-6 16,4 5-40-16,-2 0-71 0,-2 4 66 16,-9 4 38-16,-8 2 19 15,-2 1 11 1,-7-1 35-16,-1 3 53 16,-3 3-11-16,-2 1-12 15,2 3-1-15,-2 3-15 16,2 3-1-16,-2 3-11 15,0 0-14-15,0 0-24 0,4 6-18 16,5 18-3 0,-3 7 18-16,5 2-2 0,2 4 0 15,0-1-7 1,0-1 1-16,-5-9-3 16,4-5 0-16,-6-9-5 0,0-6-68 15,-2-6-114 1,0-6-108-16</inkml:trace>
  <inkml:trace contextRef="#ctx0" brushRef="#br4" timeOffset="-162381.27">5970 12828 684 0,'0'0'117'0,"0"0"-10"16,0 0-38-1,0 0-51-15,-73-34-25 16,73 34-15-16,0 0-161 15,15 10-236-15</inkml:trace>
  <inkml:trace contextRef="#ctx0" brushRef="#br4" timeOffset="-161927.56">6274 13072 669 0,'0'0'6'0,"0"0"0"15,0 0-17-15,0 0 9 16,0 0 5-16,0 0-2 0,94 51 11 16,-70-21 1-1,-7-3-5-15,-6-4 0 0,-7-7-3 16,-1-5 14-1,-3-2 27-15,0-8 4 16,0-1-7-16,0 0 2 0,0-6-14 16,0-17-21-1,0-6-9-15,0-6-5 0,0 0 6 16,8 4-2-16,2 6 0 16,2 12-2-16,0 10-3 15,8 3-5-15,-1 10 2 0,5 15 9 16,2 4 2-1,3 0-1-15,2-4-1 16,-1-7-2-16,0-10-12 16,2-8-63-16,3 0 3 0,1-4-11 15,0-21-38 1,0-4-38-16,-2-4-64 0</inkml:trace>
  <inkml:trace contextRef="#ctx0" brushRef="#br4" timeOffset="-161518.9">6913 12958 485 0,'0'0'187'15,"0"0"-61"-15,0 0-31 0,-123 0-33 16,97 23-22-16,7 7-16 16,8 11-17-1,9 5-8-15,2 1 3 16,2-5-2-16,22-2-2 16,6-14-7-16,3-10 3 0,0-14 1 15,2-2-3 1,-5-10 0-16,-6-17-9 0,-9-4 1 15,-5-4 14 1,-8 2 1-16,-2 6 6 16,0 6 4-16,0 7 13 0,0 7 17 15,0 7-1-15,0 0-29 16,0 19-25-16,10 19 12 16,2 15 11-1,2 12-4-15,-4 10 6 16,0 7-1-16,-5 2-4 15,-2-8-4-15,-3-3 1 0,0-9 2 16,0-8-3-16,-18-8 0 16,-6-11 0-16,-10-14-2 15,4-13 4-15,2-10 0 0,4-28-3 16,15-24 1 0,9-27 1-16,4-4-3 15,30-4-1-15,15 4-27 16,-1 13-122-16,0 17-97 15</inkml:trace>
  <inkml:trace contextRef="#ctx0" brushRef="#br4" timeOffset="-160978.85">8527 12691 727 0,'0'0'83'16,"0"0"9"-16,0 0-48 16,0 0-31-16,-3 49 23 15,12-12 32-15,6 9-12 16,-4 7-21-16,-1 4-9 16,-1-1-12-16,2-5-7 15,-1-4-4-15,-3-11-2 16,0-8-1-16,-1-11-1 15,0-13-9-15,-4-4-94 0,0-14-92 16,-2-22-116-16</inkml:trace>
  <inkml:trace contextRef="#ctx0" brushRef="#br4" timeOffset="-160728.77">8486 12664 413 0,'0'0'28'0,"0"0"-6"16,0 0-5-16,0 0 1 16,120-53-9-16,-79 53-4 15,-9 0-5-15,-8 23 9 16,-15 7 44 0,-5 3 54-16,-4 3-19 0,-4-1-5 15,-14-5-40 1,3-6-30-16,-2-5-9 0,4-7-3 15,3-8 0-15,4-4-29 16,2-6-130-16,4-17-203 16</inkml:trace>
  <inkml:trace contextRef="#ctx0" brushRef="#br4" timeOffset="-160062.52">8899 13021 565 0,'0'0'-7'15,"0"0"22"-15,0 0-3 16,0 0-1-16,0 0-3 16,82-81-6-16,-68 50-1 15,-8-2 1-15,-6 2 0 16,0 2 1-16,-18 6 4 0,-6 7-1 15,-4 8 16 1,4 7 58-16,7 1-44 0,6 0-16 16,11 0-9-16,0 1-10 15,15 1-13 1,16-2 10-16,9 0 4 16,2 0 0-16,-2 0-33 15,-6 0 11-15,-8 0 16 0,-4 0 4 16,-11 0 1-1,-3 0 2-15,-2 0 8 16,-1 2 14-16,-3 6 9 0,5 4 13 16,-3 5 11-16,2 6-10 15,2 6 2-15,2 2-19 16,2-2-17-16,2 1-10 16,5-7-4-16,0-8 1 15,2-5-2-15,5-8-3 16,0-2 4-16,8-8 0 15,-1-17-1-15,-3-8-11 16,-2 0-3-16,-8 0 15 16,-12 2 1-16,-8 6 4 15,0 5 5-15,-4 7 21 16,-9 1 40-16,2 7-8 0,5-1-16 16,-1 6-12-1,5 0-16-15,2 0-11 0,0 11-14 16,0 14 2-1,0 4 8-15,13 9-2 16,4-2-4-16,-2 0 6 0,5-10-5 16,-6-2-5-1,0-10-15-15,-2-2-41 0,-3-10-39 16,-4-2-60 0,-5-5-121-16</inkml:trace>
  <inkml:trace contextRef="#ctx0" brushRef="#br4" timeOffset="-159911.28">9439 12487 777 0,'0'0'60'16,"0"0"-5"-16,0 0-29 0,0 0-23 0,0 0-22 16,-37-23-153-1,42 34-412-15</inkml:trace>
  <inkml:trace contextRef="#ctx0" brushRef="#br4" timeOffset="-159348.59">9639 12833 789 0,'0'0'12'16,"0"0"-3"-16,0 0 1 15,0 0-8-15,0 0 3 16,0 0 8-16,45 6 2 16,-30 25 4-16,1 4 0 0,-6-1-2 15,-2-8-9 1,4-5-6-16,-8-5 0 16,0-7-2-16,-4-6 3 15,0-3-1-15,0-3 9 0,0-18 5 16,0-10-13-1,0-6-2-15,6-5-1 16,3-3-1-16,2 8 0 16,1 7 3-16,1 9-4 0,-2 15 1 15,2 6-9 1,-2 15-1-16,0 16 15 0,-3 5-1 16,0 3-3-16,0-4 4 15,-2-8-3-15,-2-5-1 16,2-9 1-16,4-7-1 15,-2-6-3 1,2 0 2-16,4-1 5 16,-2-23 2-16,6-1-4 0,-4-6 1 0,2 2-3 31,-3 3 2-31,-1 9-1 0,-1 9 2 0,2 8 7 16,-2 0-3-1,2 24 5-15,-5 6 4 0,4 5-5 16,-2 0-6-1,-4-4-4-15,5-7-1 16,0-13-2-16,4-8-65 16,2-3-70-16,5-16-212 15</inkml:trace>
  <inkml:trace contextRef="#ctx0" brushRef="#br4" timeOffset="-159196.45">10248 12500 817 0,'0'0'60'0,"0"0"0"0,0 0-21 16,0 0-40-16,0 0-18 15,-20 37 25-15,20-16-89 16,0 3-249-16</inkml:trace>
  <inkml:trace contextRef="#ctx0" brushRef="#br4" timeOffset="-158899.47">10676 12683 831 0,'0'0'4'0,"0"0"-5"15,0 0 19-15,0 0 9 16,-26 104-18-16,30-81-8 15,16-4-1-15,6-1 3 16,-3-1-1-16,-1 3-2 16,-5 1 0-16,-8 7 1 15,-9-2 1-15,0 5 0 16,0-5 4-16,-14 2 0 16,-5-8 6-16,2-5 3 15,-2-3-11-15,-3-5-6 16,-2-7-96-16,-4 0-393 15</inkml:trace>
  <inkml:trace contextRef="#ctx0" brushRef="#br4" timeOffset="-158168.83">12048 12621 610 0,'0'0'65'0,"0"0"-12"0,0 0-13 15,-34 144-2 1,30-81 1-16,1 2-2 16,3 1-7-16,0-9-16 15,0-4-1-15,0-14-8 16,0-12-1-16,0-11 0 15,0-14-5-15,0-2-9 0,0-24 23 16,7-18 10 0,4-17-13-16,2-10-2 15,-5-4-6-15,-4-3 3 0,-2 6 1 16,-2 11 6 0,0 14 15-16,0 14 7 0,0 15 6 15,0 13-9-15,0 3-30 16,18 9-20-16,4 20 16 15,6 11 12 1,2 7-6-16,0 4 3 0,2-1-2 16,-3 0-1-16,-2-7-1 0,-4-2-1 15,1-10-2 1,-6-6-5 0,-10-6-109-16,-8-7-67 0,0-11-157 15</inkml:trace>
  <inkml:trace contextRef="#ctx0" brushRef="#br4" timeOffset="-158011.52">12050 12947 720 0,'0'0'72'0,"0"0"-36"16,0 0-19-16,0 0-11 0,0 0-5 15,115-96-1 1,-70 78 0-16,-2 3-148 0,-7 7-327 15</inkml:trace>
  <inkml:trace contextRef="#ctx0" brushRef="#br4" timeOffset="-157668.48">12451 13022 408 0,'0'0'22'0,"0"0"19"15,0 0 3-15,115-69-28 16,-80 32-10-16,-7-3-1 0,-8-8-4 16,-12-1 1-16,-8-2 4 15,0 4 31 1,-2 2 57-16,-14 8-33 0,2 12-4 16,2 8 8-16,4 7 22 15,4 10-12-15,4 0-38 16,0 10-30-16,0 13 3 15,0 9-5-15,2 12 0 16,13 6-4-16,0 2 1 16,7 6 0-16,2-2-1 15,2-4-2-15,4-5 0 16,5-12-37-16,5-16-81 16,3-13-27-1,0-6-144-15</inkml:trace>
  <inkml:trace contextRef="#ctx0" brushRef="#br4" timeOffset="-157246.36">13023 12752 604 0,'0'0'121'16,"0"0"-15"-16,0 0-38 16,0 0-36-16,0 0-17 15,-118 52-5-15,116-23-6 16,2-1-3-16,0-3 0 15,2-2 1-15,18-10-4 16,5-7-1-16,6-6-2 16,1 0-3-16,-1-13-36 15,-6-11-17-15,-6-3 37 0,-6 2 18 16,-9 2 7-16,-4 5 3 16,0 5 7-16,0 3 18 15,0 10 37-15,-2 0 0 16,0 0-36-1,-4 10-22-15,5 11-5 0,1 8-2 16,0 6 1-16,0 7 0 0,0 10 0 16,4 0 0-1,3 4 1 1,-2-5-2-16,-3-2 2 0,0-6-2 16,-2-11-1-16,0-4 3 15,0-6-4-15,-2 2 2 16,-20-6 1-16,-6-9-15 15,-4-9-99-15,-1 0-67 16,9-14-293 0</inkml:trace>
  <inkml:trace contextRef="#ctx0" brushRef="#br4" timeOffset="-156878.74">13355 12789 617 0,'0'0'26'0,"0"0"84"16,0 0-51-16,0 0-32 0,0 0-2 16,-102 68 14-16,94-28-24 15,6 2-11 1,2-6-4-16,0-3 0 0,6-8 3 15,14-8-3 1,-1-5 0-16,6-12-2 0,1 0 6 16,0-4 1-1,0-23-1-15,-6-7-2 16,-10-4 1-16,-10-5 4 0,0 1 22 16,-10 3 14-1,-18 8-18-15,2 4-17 0,2 9-8 16,9 9-4-1,7 5-77-15,7-1-151 0,1 5-377 16</inkml:trace>
  <inkml:trace contextRef="#ctx0" brushRef="#br4" timeOffset="-156263.53">13559 13016 410 0,'0'0'66'0,"0"0"4"15,0 0 9-15,0 0-8 16,0 0-30-16,64-30-19 16,-61 2-10-16,-3-6-6 0,0 3-4 15,0 0-2 1,0 4 1-16,0 8-1 16,0 7 3-16,0 5-3 15,0 1 4-15,8-4-7 0,7-2 1 16,7 1-1-1,0-1-16-15,-1 0-24 0,-6 5 30 16,-2 2 12-16,-4 5 1 16,-3 0 9-16,2 0 36 15,1 0 21-15,-2 6-12 16,-1 6-11 0,3 6-7-16,-3 3-12 0,0 6-9 15,-1 8-6 1,-1 0-3-16,5 4 0 0,-1-7-2 15,6-4 1 1,2-13-4-16,8-8-1 0,0-7 0 16,2 0 7-16,-3-14-5 0,1-11 0 15,-7-9-1 1,-2-3 0 0,3-5 0-16,-8 1 1 0,2 2 1 15,-4 8-1 1,-4 8 21-16,0 6 32 0,-4 9 0 15,2 8-16-15,0 0-10 16,0 3-20-16,3 24-17 16,-2 10 13-16,1 10-2 15,-2 6 3-15,0-3-4 16,0-7-1-16,4-12 0 16,5-11-1-16,2-11-1 15,2-9-28-15,-2-6-80 16,0-25-158-16,-2-14-255 0</inkml:trace>
  <inkml:trace contextRef="#ctx0" brushRef="#br4" timeOffset="-156132.2">14103 12462 791 0,'0'0'70'15,"0"0"-30"-15,0 0 1 0,0 0-33 16,0 0-10-1,-32-41-124-15,12 41-696 16</inkml:trace>
  <inkml:trace contextRef="#ctx0" brushRef="#br4" timeOffset="-155248.93">14568 12518 497 0,'0'0'95'0,"0"0"5"0,0 0-33 16,0 0-13-1,-34 112-18-15,34-64-3 0,4 1-11 16,13-1-12-16,4-1-4 16,3-8-2-16,4-7-6 15,2-13 2-15,5-9-6 0,3-10-28 16,2-6-26 0,0-26-3-16,-3-13-18 15,-9-11 9-15,-9-11 48 16,-12-5 29-16,-7-2 8 15,0 8 26-15,-5 9 26 16,-8 16 18-16,1 16 8 16,3 15 0-16,5 10-25 15,4 19-60-15,0 22-3 16,0 11 3-16,0 10 1 16,8 4 7-16,7-2 3 15,3-5-8-15,1-10-7 16,0-9 4-16,1-6-7 15,-1-17 1-15,2-11 0 16,-3-6-3-16,-1-2 9 16,2-21 0-16,-4-4-5 15,3-3 0-15,-4 7-1 16,0 6 0-16,0 9 1 16,0 8-3-16,-4 3-3 0,-2 25 2 15,0 7 0 1,-4 2-15-16,-2-4-19 0,-2-7-33 15,0-10-55 1,-11-14-197-16</inkml:trace>
  <inkml:trace contextRef="#ctx0" brushRef="#br4" timeOffset="-155046.65">14417 12764 650 0,'0'0'39'15,"0"0"-29"-15,0 0-7 16,127-58-1-16,-59 41-2 16,0-1-3-16,-5-1-162 15</inkml:trace>
  <inkml:trace contextRef="#ctx0" brushRef="#br4" timeOffset="-154468.83">15265 12624 605 0,'0'0'11'15,"0"0"36"-15,0 0 13 0,0 0-23 16,0 0-12-16,0 0 11 0,77-31-13 31,-63 68-5-31,-2 8-4 0,0-4 5 16,-6-4-1-16,-2-3-4 16,-2-9-4-1,0-9-4-15,-2-7-1 0,2-7-1 16,1-2 5-1,1-4-2-15,0-15 5 0,5-8-9 16,0-3-2-16,-1-2 1 16,3 1-2-16,0 4 1 0,-3 5-1 15,0 9 0 1,4 7-2 0,-2 6-3-16,2 0-6 0,-6 12 12 15,0 7-1-15,0 0-2 16,-2-3 6-16,1-4-2 15,2-9-3-15,3-3-3 16,3 0 7-16,4-6 1 16,1-11-2-16,3-5 0 15,-1-2-2-15,-6 5 1 16,4 3 0-16,-4 4 0 16,0 6-2-16,0 6-1 0,2 4-1 15,-1 21 1 1,-2 5 5-16,2 5-1 0,0-5 2 15,0-1-4 1,2-5 0-16,0-7-2 16,1-7-46-16,2-8-167 0,-2-2-321 15</inkml:trace>
  <inkml:trace contextRef="#ctx0" brushRef="#br4" timeOffset="-154298.55">16058 12731 823 0,'0'0'40'0,"0"0"18"15,0 0-3-15,0 0-48 16,0 0-5-16,0-16-1 16,6-5-137-16,-4-8-678 15</inkml:trace>
  <inkml:trace contextRef="#ctx0" brushRef="#br4" timeOffset="-143830.04">16130 12740 287 0,'0'-6'46'0,"0"5"-12"16,0-4 4-16,0 5-13 15,0 0 7-15,0 0-3 16,0 0-1-16,0 0 17 15,-2 0 8-15,-2 0-10 16,2 0-8-16,-3 0-12 16,3 0-11-16,2 0-13 15,0 0-3-15,0 0 0 16,0 0 4-16,5 0 1 0,1-1 4 16,0-5 1-1,-1 0-4-15,-3 0 3 0,-2 3 0 16,0-1-1-1,0 4 0-15,-7 0 4 16,-3 0 0-16,-1 0 3 16,0 1-6-16,5 7 0 15,4-3-4-15,2 0-2 16,0-4-4-16,0 4 7 0,0-4-2 16,0 4 1-16,8-4-1 15,1-1 1-15,-1 0-2 16,-1 0 1-1,-1 0-1-15,3 0 1 16,-3-6 2-16,-1-1-2 0,-3 1 3 16,-2 0-1-16,0 5 3 15,0 1 2-15,-13 0-6 16,-4 0 1 0,1 8 9-16,4 7-2 0,3-6-6 15,4 3-3-15,3-6 0 16,2-2-3-16,0-2 1 15,0-1 1-15,0-1 1 16,0 0-2-16,9 0 1 0,2 0-10 16,-5-1-99-1,1-10-146-15</inkml:trace>
  <inkml:trace contextRef="#ctx0" brushRef="#br4" timeOffset="-142688.97">14551 12391 144 0,'0'0'21'0,"0"0"17"0,0 3 5 16,0-3 14-16,0 0 2 16,0 0-22-1,0 0-24-15,0 0 5 0,0 0 14 16,0 0 16 0,0 0 15-16,0 0 21 15,0 0-24-15,0 0-27 16,0 3-2-16,0 8-10 0,-5 3 16 15,1 8 4 1,-2 7-11-16,-3 4-9 0,5 4-6 16,-3 3-9-1,1 4-2-15,-3-2-3 16,3 3 0-16,-2-6-79 0,1-3-234 16</inkml:trace>
  <inkml:trace contextRef="#ctx0" brushRef="#br4" timeOffset="-141586.77">14121 12394 375 0,'0'0'50'0,"0"0"8"16,0 0-12-1,-5 0-18-15,5 0 3 0,0 0-1 16,0 0-13-1,0 0-10-15,0 0-8 0,0 0 0 16,0 0 2-16,0 0 2 0,0 0 0 31,0 0 3-31,0 0 0 0,0 0-2 16,0 0 6-16,0 0 9 16,0 0 9-16,0 0 8 15,-6 0 3-15,-5 0-14 16,1 9-19-16,-4-1-3 15,6-3 5-15,0 1 3 16,0 0 3-16,6-6 7 16,0 0-5-16,2 0-9 0,0 0-3 15,0 0-4 1,0 0 0-16,0 0-2 16,0 0 0-16,0 0 0 15,0 0-1-15,0 0 1 0,0 0 1 16,0 0-4-1,0 0 4-15,0 0-2 16,0 0-1-16,0 0-12 16,0 0-54-16,0 0-138 15,-2 0-251-15</inkml:trace>
  <inkml:trace contextRef="#ctx0" brushRef="#br4" timeOffset="-139449.7">10682 12703 63 0,'0'0'52'0,"0"0"9"15,0 0 8 1,0 0-17-16,0 0-21 0,0 0-18 16,0 0 4-16,0 0 9 15,0 0 15-15,0 0 5 16,0 0-4-16,0 0 7 15,0 0 2-15,-2 0-2 16,2 0-10-16,-2 0-8 16,0-6-14-16,0 0-3 15,2 1-1 1,0-3-9-16,0-1-4 0,0-1 0 16,0 1 0-16,8-2-2 15,5-4 3-15,2 3-1 16,-2 5 0-16,-2-1 0 0,-4 0-1 15,-1 5 0 1,-4 3-1-16,-2 0 1 0,0 0-4 16,0 0-10-1,0 13-11-15,-13-1-189 16</inkml:trace>
  <inkml:trace contextRef="#ctx0" brushRef="#br4" timeOffset="-100938.85">2362 1895 369 0,'0'0'21'0,"0"0"7"0,0 0 8 16,-28-32-6-16,26 27-1 0,-2 4 7 16,2-1-14-1,0 2-4-15,2 0-5 16,0 0-4-16,-2 0-1 15,2 0 3-15,0 0-8 0,0 0-4 16,0 0-3 0,0 8 0-16,2 0 1 15,6 4 5-15,4 0-1 16,2 0-4-16,-4-5 6 16,3-2-3-16,-1-4 0 15,6-1 0-15,2 0-1 16,2-10 3-16,1-12 2 0,2-8 9 15,-1-2 5 1,-2-3-8-16,-5 3-3 0,-4 7-2 16,-2 8-3-1,-1 13-4-15,2 4-6 0,-2 10-18 16,-2 17-76-16</inkml:trace>
  <inkml:trace contextRef="#ctx0" brushRef="#br4" timeOffset="-99516.53">2429 12032 466 0,'0'0'0'0,"0"0"4"0,-22-20 7 15,18 16 19 1,2 1 3-16,2 3-14 16,-2-2-12-16,2 2-6 0,0 0-3 15,0 0-7-15,12 0 1 16,14 9 13-16,7 13-5 16,8 2 3-16,-1 5 2 15,3 0 0-15,-7 1-1 16,0-5 0-1,-8-7-2-15,-11-7 0 0,-2-7 1 16,-7-4 6 0,-1 0 29-16,1-26 36 0,5-11-37 15,2-10-26-15,9-11-8 16,2-2 0-16,8 3-3 16,0 14-1-16,1 18-8 15,-7 25-82-15,-9 13-379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algn="l" defTabSz="966648">
              <a:defRPr sz="1300">
                <a:cs typeface="+mn-cs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>
            <a:lvl1pPr algn="r" defTabSz="966648">
              <a:defRPr sz="1300">
                <a:cs typeface="+mn-cs"/>
              </a:defRPr>
            </a:lvl1pPr>
          </a:lstStyle>
          <a:p>
            <a:pPr>
              <a:defRPr/>
            </a:pPr>
            <a:fld id="{0F2AAE34-EC47-4185-8E66-ACD283C58AA6}" type="datetime8">
              <a:rPr lang="en-US"/>
              <a:pPr>
                <a:defRPr/>
              </a:pPr>
              <a:t>5/21/2025 9:45 AM</a:t>
            </a:fld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2313"/>
            <a:ext cx="4799012" cy="3598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l" defTabSz="966648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4" tIns="48326" rIns="96654" bIns="48326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/>
            </a:lvl1pPr>
          </a:lstStyle>
          <a:p>
            <a:fld id="{5DDD19F5-E766-48DA-B90A-16CE8DCB0B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3306753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2009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2967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275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4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129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762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45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7004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6242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897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167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167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7372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81926" name="Rectangle 6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81928" name="Rectangle 8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 eaLnBrk="0" hangingPunct="0">
              <a:defRPr/>
            </a:pPr>
            <a:r>
              <a:rPr lang="en-US" sz="1200" b="1">
                <a:solidFill>
                  <a:srgbClr val="FF6600"/>
                </a:solidFill>
                <a:latin typeface="Arial" pitchFamily="34" charset="0"/>
                <a:cs typeface="+mn-cs"/>
              </a:rPr>
              <a:t>Dr. Md. Abul Kashem Mia, Professor, CSE Dept, BUET</a:t>
            </a:r>
            <a:r>
              <a:rPr lang="en-US" sz="900" b="1">
                <a:latin typeface="Arial" pitchFamily="34" charset="0"/>
                <a:cs typeface="+mn-cs"/>
              </a:rPr>
              <a:t>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u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dsa/spanning-tree-and-minimum-spanning-tre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auckland.ac.nz/software/AlgAnim/prim.html" TargetMode="External"/><Relationship Id="rId2" Type="http://schemas.openxmlformats.org/officeDocument/2006/relationships/hyperlink" Target="https://www.cs.auckland.ac.nz/software/AlgAnim/dijkstra.html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cp-algorithms.com/graph/second_best_mst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98600"/>
            <a:ext cx="7772400" cy="1425575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/>
              <a:t>Algorithms:</a:t>
            </a:r>
            <a:br>
              <a:rPr lang="en-US" sz="4400"/>
            </a:br>
            <a:r>
              <a:rPr lang="en-US" sz="4400"/>
              <a:t>Greedy Method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860800"/>
            <a:ext cx="7315200" cy="720725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Minimum Spanning Tree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CC1783-6979-FA82-811C-0BA1C464FC44}"/>
                  </a:ext>
                </a:extLst>
              </p14:cNvPr>
              <p14:cNvContentPartPr/>
              <p14:nvPr/>
            </p14:nvContentPartPr>
            <p14:xfrm>
              <a:off x="5479200" y="3878640"/>
              <a:ext cx="2984400" cy="640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CC1783-6979-FA82-811C-0BA1C464FC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69840" y="3869280"/>
                <a:ext cx="3003120" cy="65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ADF55CF-D474-EA7D-DC2B-F213039E7FDF}"/>
                  </a:ext>
                </a:extLst>
              </p14:cNvPr>
              <p14:cNvContentPartPr/>
              <p14:nvPr/>
            </p14:nvContentPartPr>
            <p14:xfrm>
              <a:off x="204480" y="54720"/>
              <a:ext cx="8607600" cy="5914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ADF55CF-D474-EA7D-DC2B-F213039E7F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5120" y="45360"/>
                <a:ext cx="8626320" cy="593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2456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DB77133-982C-0952-F629-573E79267997}"/>
                  </a:ext>
                </a:extLst>
              </p14:cNvPr>
              <p14:cNvContentPartPr/>
              <p14:nvPr/>
            </p14:nvContentPartPr>
            <p14:xfrm>
              <a:off x="423360" y="3240"/>
              <a:ext cx="8411760" cy="5927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DB77133-982C-0952-F629-573E792679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4000" y="-6120"/>
                <a:ext cx="8430480" cy="594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2776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DED8-5440-4C2E-80E7-6379E6FD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22913-F2C5-4B5E-9508-82BFDC236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spanning tree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is a subset of Graph G, which has all the vertices covered with minimum possible number of edges. Hence, a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spanning tree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does not have cycles and it cannot be disconnected.. By this definition, we can draw a conclusion that every connected and undirected Graph G has at least one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spanning tree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If there are n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vertices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in the graph, then each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spanning tree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 has n − 1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edges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01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 of a Graph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859571"/>
            <a:ext cx="4248472" cy="591454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9A1B038-C276-73B8-021A-16E0EBF4BB61}"/>
                  </a:ext>
                </a:extLst>
              </p14:cNvPr>
              <p14:cNvContentPartPr/>
              <p14:nvPr/>
            </p14:nvContentPartPr>
            <p14:xfrm>
              <a:off x="2885760" y="959040"/>
              <a:ext cx="3373200" cy="1051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9A1B038-C276-73B8-021A-16E0EBF4BB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6400" y="949680"/>
                <a:ext cx="3391920" cy="107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861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 of a Graph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47965"/>
            <a:ext cx="8229600" cy="3352496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B5987F-5B91-DF6B-9450-D75335FC8C31}"/>
                  </a:ext>
                </a:extLst>
              </p14:cNvPr>
              <p14:cNvContentPartPr/>
              <p14:nvPr/>
            </p14:nvContentPartPr>
            <p14:xfrm>
              <a:off x="631800" y="823680"/>
              <a:ext cx="7448760" cy="529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B5987F-5B91-DF6B-9450-D75335FC8C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2440" y="814320"/>
                <a:ext cx="7467480" cy="531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991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 of a Graph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25" y="1362075"/>
            <a:ext cx="6457950" cy="3724275"/>
          </a:xfrm>
        </p:spPr>
      </p:pic>
    </p:spTree>
    <p:extLst>
      <p:ext uri="{BB962C8B-B14F-4D97-AF65-F5344CB8AC3E}">
        <p14:creationId xmlns:p14="http://schemas.microsoft.com/office/powerpoint/2010/main" val="2367461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ym typeface="Symbol" pitchFamily="18" charset="2"/>
              </a:rPr>
              <a:t>Minimum Spanning Tree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Problem: given a connected, undirected, weighted graph:</a:t>
            </a:r>
          </a:p>
        </p:txBody>
      </p:sp>
      <p:sp>
        <p:nvSpPr>
          <p:cNvPr id="4100" name="Oval 4"/>
          <p:cNvSpPr>
            <a:spLocks noChangeArrowheads="1"/>
          </p:cNvSpPr>
          <p:nvPr/>
        </p:nvSpPr>
        <p:spPr bwMode="auto">
          <a:xfrm>
            <a:off x="1600200" y="32512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1" name="Oval 5"/>
          <p:cNvSpPr>
            <a:spLocks noChangeArrowheads="1"/>
          </p:cNvSpPr>
          <p:nvPr/>
        </p:nvSpPr>
        <p:spPr bwMode="auto">
          <a:xfrm>
            <a:off x="4648200" y="32512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2" name="Oval 6"/>
          <p:cNvSpPr>
            <a:spLocks noChangeArrowheads="1"/>
          </p:cNvSpPr>
          <p:nvPr/>
        </p:nvSpPr>
        <p:spPr bwMode="auto">
          <a:xfrm>
            <a:off x="7315200" y="32512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3" name="Oval 7"/>
          <p:cNvSpPr>
            <a:spLocks noChangeArrowheads="1"/>
          </p:cNvSpPr>
          <p:nvPr/>
        </p:nvSpPr>
        <p:spPr bwMode="auto">
          <a:xfrm>
            <a:off x="1600200" y="48514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4" name="Oval 8"/>
          <p:cNvSpPr>
            <a:spLocks noChangeArrowheads="1"/>
          </p:cNvSpPr>
          <p:nvPr/>
        </p:nvSpPr>
        <p:spPr bwMode="auto">
          <a:xfrm>
            <a:off x="4648200" y="48514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5" name="Oval 9"/>
          <p:cNvSpPr>
            <a:spLocks noChangeArrowheads="1"/>
          </p:cNvSpPr>
          <p:nvPr/>
        </p:nvSpPr>
        <p:spPr bwMode="auto">
          <a:xfrm>
            <a:off x="7315200" y="48514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6" name="Oval 10"/>
          <p:cNvSpPr>
            <a:spLocks noChangeArrowheads="1"/>
          </p:cNvSpPr>
          <p:nvPr/>
        </p:nvSpPr>
        <p:spPr bwMode="auto">
          <a:xfrm>
            <a:off x="3124200" y="55372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07" name="Oval 11"/>
          <p:cNvSpPr>
            <a:spLocks noChangeArrowheads="1"/>
          </p:cNvSpPr>
          <p:nvPr/>
        </p:nvSpPr>
        <p:spPr bwMode="auto">
          <a:xfrm>
            <a:off x="3124200" y="25654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4108" name="AutoShape 12"/>
          <p:cNvCxnSpPr>
            <a:cxnSpLocks noChangeShapeType="1"/>
            <a:stCxn id="4107" idx="5"/>
            <a:endCxn id="4101" idx="1"/>
          </p:cNvCxnSpPr>
          <p:nvPr/>
        </p:nvCxnSpPr>
        <p:spPr bwMode="auto">
          <a:xfrm>
            <a:off x="3579813" y="3040063"/>
            <a:ext cx="1146175" cy="269875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09" name="AutoShape 13"/>
          <p:cNvCxnSpPr>
            <a:cxnSpLocks noChangeShapeType="1"/>
            <a:stCxn id="4107" idx="3"/>
            <a:endCxn id="4100" idx="7"/>
          </p:cNvCxnSpPr>
          <p:nvPr/>
        </p:nvCxnSpPr>
        <p:spPr bwMode="auto">
          <a:xfrm flipH="1">
            <a:off x="2055813" y="3040063"/>
            <a:ext cx="1146175" cy="269875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0" name="AutoShape 14"/>
          <p:cNvCxnSpPr>
            <a:cxnSpLocks noChangeShapeType="1"/>
            <a:stCxn id="4100" idx="6"/>
            <a:endCxn id="4101" idx="2"/>
          </p:cNvCxnSpPr>
          <p:nvPr/>
        </p:nvCxnSpPr>
        <p:spPr bwMode="auto">
          <a:xfrm>
            <a:off x="2152650" y="3517900"/>
            <a:ext cx="2476500" cy="0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1" name="AutoShape 15"/>
          <p:cNvCxnSpPr>
            <a:cxnSpLocks noChangeShapeType="1"/>
            <a:stCxn id="4103" idx="0"/>
            <a:endCxn id="4100" idx="4"/>
          </p:cNvCxnSpPr>
          <p:nvPr/>
        </p:nvCxnSpPr>
        <p:spPr bwMode="auto">
          <a:xfrm flipV="1">
            <a:off x="1866900" y="3803650"/>
            <a:ext cx="0" cy="1028700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2" name="AutoShape 16"/>
          <p:cNvCxnSpPr>
            <a:cxnSpLocks noChangeShapeType="1"/>
            <a:stCxn id="4103" idx="5"/>
            <a:endCxn id="4106" idx="1"/>
          </p:cNvCxnSpPr>
          <p:nvPr/>
        </p:nvCxnSpPr>
        <p:spPr bwMode="auto">
          <a:xfrm>
            <a:off x="2055813" y="5326063"/>
            <a:ext cx="1146175" cy="269875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3" name="AutoShape 17"/>
          <p:cNvCxnSpPr>
            <a:cxnSpLocks noChangeShapeType="1"/>
            <a:stCxn id="4106" idx="7"/>
            <a:endCxn id="4104" idx="3"/>
          </p:cNvCxnSpPr>
          <p:nvPr/>
        </p:nvCxnSpPr>
        <p:spPr bwMode="auto">
          <a:xfrm flipV="1">
            <a:off x="3579813" y="5326063"/>
            <a:ext cx="1146175" cy="269875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4" name="AutoShape 18"/>
          <p:cNvCxnSpPr>
            <a:cxnSpLocks noChangeShapeType="1"/>
            <a:stCxn id="4104" idx="0"/>
            <a:endCxn id="4101" idx="4"/>
          </p:cNvCxnSpPr>
          <p:nvPr/>
        </p:nvCxnSpPr>
        <p:spPr bwMode="auto">
          <a:xfrm flipV="1">
            <a:off x="4914900" y="3803650"/>
            <a:ext cx="0" cy="1028700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5" name="AutoShape 19"/>
          <p:cNvCxnSpPr>
            <a:cxnSpLocks noChangeShapeType="1"/>
            <a:stCxn id="4101" idx="6"/>
            <a:endCxn id="4102" idx="2"/>
          </p:cNvCxnSpPr>
          <p:nvPr/>
        </p:nvCxnSpPr>
        <p:spPr bwMode="auto">
          <a:xfrm>
            <a:off x="5200650" y="3517900"/>
            <a:ext cx="2095500" cy="0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6" name="AutoShape 20"/>
          <p:cNvCxnSpPr>
            <a:cxnSpLocks noChangeShapeType="1"/>
            <a:stCxn id="4104" idx="6"/>
            <a:endCxn id="4105" idx="2"/>
          </p:cNvCxnSpPr>
          <p:nvPr/>
        </p:nvCxnSpPr>
        <p:spPr bwMode="auto">
          <a:xfrm>
            <a:off x="5200650" y="5118100"/>
            <a:ext cx="2095500" cy="0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17" name="AutoShape 21"/>
          <p:cNvCxnSpPr>
            <a:cxnSpLocks noChangeShapeType="1"/>
            <a:stCxn id="4106" idx="0"/>
            <a:endCxn id="4100" idx="5"/>
          </p:cNvCxnSpPr>
          <p:nvPr/>
        </p:nvCxnSpPr>
        <p:spPr bwMode="auto">
          <a:xfrm rot="5400000" flipH="1">
            <a:off x="1827213" y="3954463"/>
            <a:ext cx="1792287" cy="1335087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18" name="Text Box 22"/>
          <p:cNvSpPr txBox="1">
            <a:spLocks noChangeArrowheads="1"/>
          </p:cNvSpPr>
          <p:nvPr/>
        </p:nvSpPr>
        <p:spPr bwMode="auto">
          <a:xfrm>
            <a:off x="1466850" y="40274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4119" name="Text Box 23"/>
          <p:cNvSpPr txBox="1">
            <a:spLocks noChangeArrowheads="1"/>
          </p:cNvSpPr>
          <p:nvPr/>
        </p:nvSpPr>
        <p:spPr bwMode="auto">
          <a:xfrm>
            <a:off x="2762250" y="43180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120" name="Text Box 24"/>
          <p:cNvSpPr txBox="1">
            <a:spLocks noChangeArrowheads="1"/>
          </p:cNvSpPr>
          <p:nvPr/>
        </p:nvSpPr>
        <p:spPr bwMode="auto">
          <a:xfrm>
            <a:off x="2438400" y="5384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121" name="Text Box 25"/>
          <p:cNvSpPr txBox="1">
            <a:spLocks noChangeArrowheads="1"/>
          </p:cNvSpPr>
          <p:nvPr/>
        </p:nvSpPr>
        <p:spPr bwMode="auto">
          <a:xfrm>
            <a:off x="2438400" y="2794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122" name="Text Box 26"/>
          <p:cNvSpPr txBox="1">
            <a:spLocks noChangeArrowheads="1"/>
          </p:cNvSpPr>
          <p:nvPr/>
        </p:nvSpPr>
        <p:spPr bwMode="auto">
          <a:xfrm>
            <a:off x="4108450" y="2794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123" name="Text Box 27"/>
          <p:cNvSpPr txBox="1">
            <a:spLocks noChangeArrowheads="1"/>
          </p:cNvSpPr>
          <p:nvPr/>
        </p:nvSpPr>
        <p:spPr bwMode="auto">
          <a:xfrm>
            <a:off x="3200400" y="31654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124" name="Text Box 28"/>
          <p:cNvSpPr txBox="1">
            <a:spLocks noChangeArrowheads="1"/>
          </p:cNvSpPr>
          <p:nvPr/>
        </p:nvSpPr>
        <p:spPr bwMode="auto">
          <a:xfrm>
            <a:off x="4946650" y="40735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125" name="Text Box 29"/>
          <p:cNvSpPr txBox="1">
            <a:spLocks noChangeArrowheads="1"/>
          </p:cNvSpPr>
          <p:nvPr/>
        </p:nvSpPr>
        <p:spPr bwMode="auto">
          <a:xfrm>
            <a:off x="6089650" y="3175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126" name="Text Box 30"/>
          <p:cNvSpPr txBox="1">
            <a:spLocks noChangeArrowheads="1"/>
          </p:cNvSpPr>
          <p:nvPr/>
        </p:nvSpPr>
        <p:spPr bwMode="auto">
          <a:xfrm>
            <a:off x="6032500" y="47593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4127" name="Text Box 31"/>
          <p:cNvSpPr txBox="1">
            <a:spLocks noChangeArrowheads="1"/>
          </p:cNvSpPr>
          <p:nvPr/>
        </p:nvSpPr>
        <p:spPr bwMode="auto">
          <a:xfrm>
            <a:off x="4025900" y="54102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ym typeface="Symbol" pitchFamily="18" charset="2"/>
              </a:rPr>
              <a:t>Minimum Spanning Tree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Problem: given a connected, undirected, weighted graph, find a </a:t>
            </a:r>
            <a:r>
              <a:rPr lang="en-US" altLang="en-US" i="1">
                <a:solidFill>
                  <a:schemeClr val="tx2"/>
                </a:solidFill>
                <a:sym typeface="Symbol" panose="05050102010706020507" pitchFamily="18" charset="2"/>
              </a:rPr>
              <a:t>spanning tree</a:t>
            </a:r>
            <a:r>
              <a:rPr lang="en-US" altLang="en-US">
                <a:sym typeface="Symbol" panose="05050102010706020507" pitchFamily="18" charset="2"/>
              </a:rPr>
              <a:t> using edges that </a:t>
            </a:r>
            <a:r>
              <a:rPr lang="en-US" altLang="en-US">
                <a:solidFill>
                  <a:schemeClr val="tx2"/>
                </a:solidFill>
                <a:sym typeface="Symbol" panose="05050102010706020507" pitchFamily="18" charset="2"/>
              </a:rPr>
              <a:t>minimize</a:t>
            </a:r>
            <a:r>
              <a:rPr lang="en-US" altLang="en-US">
                <a:sym typeface="Symbol" panose="05050102010706020507" pitchFamily="18" charset="2"/>
              </a:rPr>
              <a:t> the total weight</a:t>
            </a:r>
          </a:p>
        </p:txBody>
      </p:sp>
      <p:sp>
        <p:nvSpPr>
          <p:cNvPr id="5124" name="Oval 32"/>
          <p:cNvSpPr>
            <a:spLocks noChangeArrowheads="1"/>
          </p:cNvSpPr>
          <p:nvPr/>
        </p:nvSpPr>
        <p:spPr bwMode="auto">
          <a:xfrm>
            <a:off x="1600200" y="32512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5" name="Oval 33"/>
          <p:cNvSpPr>
            <a:spLocks noChangeArrowheads="1"/>
          </p:cNvSpPr>
          <p:nvPr/>
        </p:nvSpPr>
        <p:spPr bwMode="auto">
          <a:xfrm>
            <a:off x="4648200" y="32512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6" name="Oval 34"/>
          <p:cNvSpPr>
            <a:spLocks noChangeArrowheads="1"/>
          </p:cNvSpPr>
          <p:nvPr/>
        </p:nvSpPr>
        <p:spPr bwMode="auto">
          <a:xfrm>
            <a:off x="7315200" y="32512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7" name="Oval 35"/>
          <p:cNvSpPr>
            <a:spLocks noChangeArrowheads="1"/>
          </p:cNvSpPr>
          <p:nvPr/>
        </p:nvSpPr>
        <p:spPr bwMode="auto">
          <a:xfrm>
            <a:off x="1600200" y="48514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8" name="Oval 36"/>
          <p:cNvSpPr>
            <a:spLocks noChangeArrowheads="1"/>
          </p:cNvSpPr>
          <p:nvPr/>
        </p:nvSpPr>
        <p:spPr bwMode="auto">
          <a:xfrm>
            <a:off x="4648200" y="48514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9" name="Oval 37"/>
          <p:cNvSpPr>
            <a:spLocks noChangeArrowheads="1"/>
          </p:cNvSpPr>
          <p:nvPr/>
        </p:nvSpPr>
        <p:spPr bwMode="auto">
          <a:xfrm>
            <a:off x="7315200" y="48514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0" name="Oval 38"/>
          <p:cNvSpPr>
            <a:spLocks noChangeArrowheads="1"/>
          </p:cNvSpPr>
          <p:nvPr/>
        </p:nvSpPr>
        <p:spPr bwMode="auto">
          <a:xfrm>
            <a:off x="3124200" y="55372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31" name="Oval 39"/>
          <p:cNvSpPr>
            <a:spLocks noChangeArrowheads="1"/>
          </p:cNvSpPr>
          <p:nvPr/>
        </p:nvSpPr>
        <p:spPr bwMode="auto">
          <a:xfrm>
            <a:off x="3124200" y="2565400"/>
            <a:ext cx="533400" cy="533400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00CC"/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132" name="AutoShape 40"/>
          <p:cNvCxnSpPr>
            <a:cxnSpLocks noChangeShapeType="1"/>
            <a:stCxn id="5131" idx="5"/>
            <a:endCxn id="5125" idx="1"/>
          </p:cNvCxnSpPr>
          <p:nvPr/>
        </p:nvCxnSpPr>
        <p:spPr bwMode="auto">
          <a:xfrm>
            <a:off x="3579813" y="3040063"/>
            <a:ext cx="1146175" cy="269875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3" name="AutoShape 41"/>
          <p:cNvCxnSpPr>
            <a:cxnSpLocks noChangeShapeType="1"/>
            <a:stCxn id="5131" idx="3"/>
            <a:endCxn id="5124" idx="7"/>
          </p:cNvCxnSpPr>
          <p:nvPr/>
        </p:nvCxnSpPr>
        <p:spPr bwMode="auto">
          <a:xfrm flipH="1">
            <a:off x="2055813" y="3040063"/>
            <a:ext cx="1146175" cy="269875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4" name="AutoShape 42"/>
          <p:cNvCxnSpPr>
            <a:cxnSpLocks noChangeShapeType="1"/>
            <a:stCxn id="5124" idx="6"/>
            <a:endCxn id="5125" idx="2"/>
          </p:cNvCxnSpPr>
          <p:nvPr/>
        </p:nvCxnSpPr>
        <p:spPr bwMode="auto">
          <a:xfrm>
            <a:off x="2152650" y="3517900"/>
            <a:ext cx="2476500" cy="0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5" name="AutoShape 43"/>
          <p:cNvCxnSpPr>
            <a:cxnSpLocks noChangeShapeType="1"/>
            <a:stCxn id="5127" idx="0"/>
            <a:endCxn id="5124" idx="4"/>
          </p:cNvCxnSpPr>
          <p:nvPr/>
        </p:nvCxnSpPr>
        <p:spPr bwMode="auto">
          <a:xfrm flipV="1">
            <a:off x="1866900" y="3803650"/>
            <a:ext cx="0" cy="1028700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6" name="AutoShape 44"/>
          <p:cNvCxnSpPr>
            <a:cxnSpLocks noChangeShapeType="1"/>
            <a:stCxn id="5127" idx="5"/>
            <a:endCxn id="5130" idx="1"/>
          </p:cNvCxnSpPr>
          <p:nvPr/>
        </p:nvCxnSpPr>
        <p:spPr bwMode="auto">
          <a:xfrm>
            <a:off x="2055813" y="5326063"/>
            <a:ext cx="1146175" cy="269875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7" name="AutoShape 45"/>
          <p:cNvCxnSpPr>
            <a:cxnSpLocks noChangeShapeType="1"/>
            <a:stCxn id="5130" idx="7"/>
            <a:endCxn id="5128" idx="3"/>
          </p:cNvCxnSpPr>
          <p:nvPr/>
        </p:nvCxnSpPr>
        <p:spPr bwMode="auto">
          <a:xfrm flipV="1">
            <a:off x="3579813" y="5326063"/>
            <a:ext cx="1146175" cy="269875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8" name="AutoShape 46"/>
          <p:cNvCxnSpPr>
            <a:cxnSpLocks noChangeShapeType="1"/>
            <a:stCxn id="5128" idx="0"/>
            <a:endCxn id="5125" idx="4"/>
          </p:cNvCxnSpPr>
          <p:nvPr/>
        </p:nvCxnSpPr>
        <p:spPr bwMode="auto">
          <a:xfrm flipV="1">
            <a:off x="4914900" y="3803650"/>
            <a:ext cx="0" cy="1028700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9" name="AutoShape 47"/>
          <p:cNvCxnSpPr>
            <a:cxnSpLocks noChangeShapeType="1"/>
            <a:stCxn id="5125" idx="6"/>
            <a:endCxn id="5126" idx="2"/>
          </p:cNvCxnSpPr>
          <p:nvPr/>
        </p:nvCxnSpPr>
        <p:spPr bwMode="auto">
          <a:xfrm>
            <a:off x="5200650" y="3517900"/>
            <a:ext cx="2095500" cy="0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0" name="AutoShape 48"/>
          <p:cNvCxnSpPr>
            <a:cxnSpLocks noChangeShapeType="1"/>
            <a:stCxn id="5128" idx="6"/>
            <a:endCxn id="5129" idx="2"/>
          </p:cNvCxnSpPr>
          <p:nvPr/>
        </p:nvCxnSpPr>
        <p:spPr bwMode="auto">
          <a:xfrm>
            <a:off x="5200650" y="5118100"/>
            <a:ext cx="2095500" cy="0"/>
          </a:xfrm>
          <a:prstGeom prst="straightConnector1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41" name="AutoShape 49"/>
          <p:cNvCxnSpPr>
            <a:cxnSpLocks noChangeShapeType="1"/>
            <a:stCxn id="5130" idx="0"/>
            <a:endCxn id="5124" idx="5"/>
          </p:cNvCxnSpPr>
          <p:nvPr/>
        </p:nvCxnSpPr>
        <p:spPr bwMode="auto">
          <a:xfrm rot="5400000" flipH="1">
            <a:off x="1827213" y="3954463"/>
            <a:ext cx="1792287" cy="1335087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42" name="Text Box 50"/>
          <p:cNvSpPr txBox="1">
            <a:spLocks noChangeArrowheads="1"/>
          </p:cNvSpPr>
          <p:nvPr/>
        </p:nvSpPr>
        <p:spPr bwMode="auto">
          <a:xfrm>
            <a:off x="1466850" y="40274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5143" name="Text Box 51"/>
          <p:cNvSpPr txBox="1">
            <a:spLocks noChangeArrowheads="1"/>
          </p:cNvSpPr>
          <p:nvPr/>
        </p:nvSpPr>
        <p:spPr bwMode="auto">
          <a:xfrm>
            <a:off x="2762250" y="43180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5144" name="Text Box 52"/>
          <p:cNvSpPr txBox="1">
            <a:spLocks noChangeArrowheads="1"/>
          </p:cNvSpPr>
          <p:nvPr/>
        </p:nvSpPr>
        <p:spPr bwMode="auto">
          <a:xfrm>
            <a:off x="2438400" y="5384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145" name="Text Box 53"/>
          <p:cNvSpPr txBox="1">
            <a:spLocks noChangeArrowheads="1"/>
          </p:cNvSpPr>
          <p:nvPr/>
        </p:nvSpPr>
        <p:spPr bwMode="auto">
          <a:xfrm>
            <a:off x="2438400" y="2794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5146" name="Text Box 54"/>
          <p:cNvSpPr txBox="1">
            <a:spLocks noChangeArrowheads="1"/>
          </p:cNvSpPr>
          <p:nvPr/>
        </p:nvSpPr>
        <p:spPr bwMode="auto">
          <a:xfrm>
            <a:off x="4108450" y="2794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5147" name="Text Box 55"/>
          <p:cNvSpPr txBox="1">
            <a:spLocks noChangeArrowheads="1"/>
          </p:cNvSpPr>
          <p:nvPr/>
        </p:nvSpPr>
        <p:spPr bwMode="auto">
          <a:xfrm>
            <a:off x="3200400" y="31654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5148" name="Text Box 56"/>
          <p:cNvSpPr txBox="1">
            <a:spLocks noChangeArrowheads="1"/>
          </p:cNvSpPr>
          <p:nvPr/>
        </p:nvSpPr>
        <p:spPr bwMode="auto">
          <a:xfrm>
            <a:off x="4946650" y="40735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5149" name="Text Box 57"/>
          <p:cNvSpPr txBox="1">
            <a:spLocks noChangeArrowheads="1"/>
          </p:cNvSpPr>
          <p:nvPr/>
        </p:nvSpPr>
        <p:spPr bwMode="auto">
          <a:xfrm>
            <a:off x="6089650" y="3175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5150" name="Text Box 58"/>
          <p:cNvSpPr txBox="1">
            <a:spLocks noChangeArrowheads="1"/>
          </p:cNvSpPr>
          <p:nvPr/>
        </p:nvSpPr>
        <p:spPr bwMode="auto">
          <a:xfrm>
            <a:off x="6032500" y="47593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5151" name="Text Box 59"/>
          <p:cNvSpPr txBox="1">
            <a:spLocks noChangeArrowheads="1"/>
          </p:cNvSpPr>
          <p:nvPr/>
        </p:nvSpPr>
        <p:spPr bwMode="auto">
          <a:xfrm>
            <a:off x="4025900" y="54102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E6FCF-B0D2-4B2D-93E0-DFE7326C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helpful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44F45-5F59-4FEB-94ED-DCEC0DCEF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https://www.programiz.com/dsa/spanning-tree-and-minimum-spanning-tree</a:t>
            </a:r>
            <a:r>
              <a:rPr lang="en-US" dirty="0"/>
              <a:t> </a:t>
            </a:r>
          </a:p>
          <a:p>
            <a:r>
              <a:rPr lang="en-US" dirty="0"/>
              <a:t>How many edges in a spanning tree?</a:t>
            </a:r>
          </a:p>
          <a:p>
            <a:r>
              <a:rPr lang="en-US" dirty="0"/>
              <a:t>Is the minimum spanning </a:t>
            </a:r>
            <a:r>
              <a:rPr lang="en-US"/>
              <a:t>tree unique?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47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ym typeface="Symbol" pitchFamily="18" charset="2"/>
              </a:rPr>
              <a:t>Minimum Spanning Tree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i="1">
                <a:solidFill>
                  <a:schemeClr val="accent1"/>
                </a:solidFill>
                <a:sym typeface="Symbol" panose="05050102010706020507" pitchFamily="18" charset="2"/>
              </a:rPr>
              <a:t>Which edges form the minimum spanning tree (MST) of the graph as shown below?</a:t>
            </a:r>
          </a:p>
        </p:txBody>
      </p:sp>
      <p:sp>
        <p:nvSpPr>
          <p:cNvPr id="6148" name="Oval 4"/>
          <p:cNvSpPr>
            <a:spLocks noChangeArrowheads="1"/>
          </p:cNvSpPr>
          <p:nvPr/>
        </p:nvSpPr>
        <p:spPr bwMode="auto">
          <a:xfrm>
            <a:off x="1600200" y="3251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149" name="Oval 5"/>
          <p:cNvSpPr>
            <a:spLocks noChangeArrowheads="1"/>
          </p:cNvSpPr>
          <p:nvPr/>
        </p:nvSpPr>
        <p:spPr bwMode="auto">
          <a:xfrm>
            <a:off x="4648200" y="3251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150" name="Oval 6"/>
          <p:cNvSpPr>
            <a:spLocks noChangeArrowheads="1"/>
          </p:cNvSpPr>
          <p:nvPr/>
        </p:nvSpPr>
        <p:spPr bwMode="auto">
          <a:xfrm>
            <a:off x="7315200" y="3251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151" name="Oval 7"/>
          <p:cNvSpPr>
            <a:spLocks noChangeArrowheads="1"/>
          </p:cNvSpPr>
          <p:nvPr/>
        </p:nvSpPr>
        <p:spPr bwMode="auto">
          <a:xfrm>
            <a:off x="1600200" y="48514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6152" name="Oval 8"/>
          <p:cNvSpPr>
            <a:spLocks noChangeArrowheads="1"/>
          </p:cNvSpPr>
          <p:nvPr/>
        </p:nvSpPr>
        <p:spPr bwMode="auto">
          <a:xfrm>
            <a:off x="4648200" y="48514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6153" name="Oval 9"/>
          <p:cNvSpPr>
            <a:spLocks noChangeArrowheads="1"/>
          </p:cNvSpPr>
          <p:nvPr/>
        </p:nvSpPr>
        <p:spPr bwMode="auto">
          <a:xfrm>
            <a:off x="7315200" y="48514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6154" name="Oval 10"/>
          <p:cNvSpPr>
            <a:spLocks noChangeArrowheads="1"/>
          </p:cNvSpPr>
          <p:nvPr/>
        </p:nvSpPr>
        <p:spPr bwMode="auto">
          <a:xfrm>
            <a:off x="3124200" y="5537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6155" name="Oval 11"/>
          <p:cNvSpPr>
            <a:spLocks noChangeArrowheads="1"/>
          </p:cNvSpPr>
          <p:nvPr/>
        </p:nvSpPr>
        <p:spPr bwMode="auto">
          <a:xfrm>
            <a:off x="3124200" y="25654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6156" name="AutoShape 12"/>
          <p:cNvCxnSpPr>
            <a:cxnSpLocks noChangeShapeType="1"/>
            <a:stCxn id="6155" idx="5"/>
            <a:endCxn id="6149" idx="1"/>
          </p:cNvCxnSpPr>
          <p:nvPr/>
        </p:nvCxnSpPr>
        <p:spPr bwMode="auto">
          <a:xfrm>
            <a:off x="3579813" y="30400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7" name="AutoShape 13"/>
          <p:cNvCxnSpPr>
            <a:cxnSpLocks noChangeShapeType="1"/>
            <a:stCxn id="6155" idx="3"/>
            <a:endCxn id="6148" idx="7"/>
          </p:cNvCxnSpPr>
          <p:nvPr/>
        </p:nvCxnSpPr>
        <p:spPr bwMode="auto">
          <a:xfrm flipH="1">
            <a:off x="2055813" y="30400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8" name="AutoShape 14"/>
          <p:cNvCxnSpPr>
            <a:cxnSpLocks noChangeShapeType="1"/>
            <a:stCxn id="6148" idx="6"/>
            <a:endCxn id="6149" idx="2"/>
          </p:cNvCxnSpPr>
          <p:nvPr/>
        </p:nvCxnSpPr>
        <p:spPr bwMode="auto">
          <a:xfrm>
            <a:off x="2152650" y="3517900"/>
            <a:ext cx="24765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9" name="AutoShape 15"/>
          <p:cNvCxnSpPr>
            <a:cxnSpLocks noChangeShapeType="1"/>
            <a:stCxn id="6151" idx="0"/>
            <a:endCxn id="6148" idx="4"/>
          </p:cNvCxnSpPr>
          <p:nvPr/>
        </p:nvCxnSpPr>
        <p:spPr bwMode="auto">
          <a:xfrm flipV="1">
            <a:off x="1866900" y="3803650"/>
            <a:ext cx="0" cy="10287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0" name="AutoShape 16"/>
          <p:cNvCxnSpPr>
            <a:cxnSpLocks noChangeShapeType="1"/>
            <a:stCxn id="6151" idx="5"/>
            <a:endCxn id="6154" idx="1"/>
          </p:cNvCxnSpPr>
          <p:nvPr/>
        </p:nvCxnSpPr>
        <p:spPr bwMode="auto">
          <a:xfrm>
            <a:off x="2055813" y="53260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1" name="AutoShape 17"/>
          <p:cNvCxnSpPr>
            <a:cxnSpLocks noChangeShapeType="1"/>
            <a:stCxn id="6154" idx="7"/>
            <a:endCxn id="6152" idx="3"/>
          </p:cNvCxnSpPr>
          <p:nvPr/>
        </p:nvCxnSpPr>
        <p:spPr bwMode="auto">
          <a:xfrm flipV="1">
            <a:off x="3579813" y="5326063"/>
            <a:ext cx="1146175" cy="2698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2" name="AutoShape 18"/>
          <p:cNvCxnSpPr>
            <a:cxnSpLocks noChangeShapeType="1"/>
            <a:stCxn id="6152" idx="0"/>
            <a:endCxn id="6149" idx="4"/>
          </p:cNvCxnSpPr>
          <p:nvPr/>
        </p:nvCxnSpPr>
        <p:spPr bwMode="auto">
          <a:xfrm flipV="1">
            <a:off x="4914900" y="3803650"/>
            <a:ext cx="0" cy="10287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3" name="AutoShape 19"/>
          <p:cNvCxnSpPr>
            <a:cxnSpLocks noChangeShapeType="1"/>
            <a:stCxn id="6149" idx="6"/>
            <a:endCxn id="6150" idx="2"/>
          </p:cNvCxnSpPr>
          <p:nvPr/>
        </p:nvCxnSpPr>
        <p:spPr bwMode="auto">
          <a:xfrm>
            <a:off x="5200650" y="3517900"/>
            <a:ext cx="20955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4" name="AutoShape 20"/>
          <p:cNvCxnSpPr>
            <a:cxnSpLocks noChangeShapeType="1"/>
            <a:stCxn id="6152" idx="6"/>
            <a:endCxn id="6153" idx="2"/>
          </p:cNvCxnSpPr>
          <p:nvPr/>
        </p:nvCxnSpPr>
        <p:spPr bwMode="auto">
          <a:xfrm>
            <a:off x="5200650" y="5118100"/>
            <a:ext cx="20955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65" name="AutoShape 21"/>
          <p:cNvCxnSpPr>
            <a:cxnSpLocks noChangeShapeType="1"/>
            <a:stCxn id="6154" idx="0"/>
            <a:endCxn id="6148" idx="5"/>
          </p:cNvCxnSpPr>
          <p:nvPr/>
        </p:nvCxnSpPr>
        <p:spPr bwMode="auto">
          <a:xfrm rot="5400000" flipH="1">
            <a:off x="1827213" y="3954463"/>
            <a:ext cx="1792287" cy="1335087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66" name="Text Box 22"/>
          <p:cNvSpPr txBox="1">
            <a:spLocks noChangeArrowheads="1"/>
          </p:cNvSpPr>
          <p:nvPr/>
        </p:nvSpPr>
        <p:spPr bwMode="auto">
          <a:xfrm>
            <a:off x="1466850" y="40274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6167" name="Text Box 23"/>
          <p:cNvSpPr txBox="1">
            <a:spLocks noChangeArrowheads="1"/>
          </p:cNvSpPr>
          <p:nvPr/>
        </p:nvSpPr>
        <p:spPr bwMode="auto">
          <a:xfrm>
            <a:off x="2762250" y="43180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6168" name="Text Box 24"/>
          <p:cNvSpPr txBox="1">
            <a:spLocks noChangeArrowheads="1"/>
          </p:cNvSpPr>
          <p:nvPr/>
        </p:nvSpPr>
        <p:spPr bwMode="auto">
          <a:xfrm>
            <a:off x="2438400" y="5384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169" name="Text Box 25"/>
          <p:cNvSpPr txBox="1">
            <a:spLocks noChangeArrowheads="1"/>
          </p:cNvSpPr>
          <p:nvPr/>
        </p:nvSpPr>
        <p:spPr bwMode="auto">
          <a:xfrm>
            <a:off x="2438400" y="2794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6170" name="Text Box 26"/>
          <p:cNvSpPr txBox="1">
            <a:spLocks noChangeArrowheads="1"/>
          </p:cNvSpPr>
          <p:nvPr/>
        </p:nvSpPr>
        <p:spPr bwMode="auto">
          <a:xfrm>
            <a:off x="4108450" y="2794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171" name="Text Box 27"/>
          <p:cNvSpPr txBox="1">
            <a:spLocks noChangeArrowheads="1"/>
          </p:cNvSpPr>
          <p:nvPr/>
        </p:nvSpPr>
        <p:spPr bwMode="auto">
          <a:xfrm>
            <a:off x="3200400" y="31654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6172" name="Text Box 28"/>
          <p:cNvSpPr txBox="1">
            <a:spLocks noChangeArrowheads="1"/>
          </p:cNvSpPr>
          <p:nvPr/>
        </p:nvSpPr>
        <p:spPr bwMode="auto">
          <a:xfrm>
            <a:off x="4946650" y="40735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173" name="Text Box 29"/>
          <p:cNvSpPr txBox="1">
            <a:spLocks noChangeArrowheads="1"/>
          </p:cNvSpPr>
          <p:nvPr/>
        </p:nvSpPr>
        <p:spPr bwMode="auto">
          <a:xfrm>
            <a:off x="6089650" y="3175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6174" name="Text Box 30"/>
          <p:cNvSpPr txBox="1">
            <a:spLocks noChangeArrowheads="1"/>
          </p:cNvSpPr>
          <p:nvPr/>
        </p:nvSpPr>
        <p:spPr bwMode="auto">
          <a:xfrm>
            <a:off x="6032500" y="47593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6175" name="Text Box 31"/>
          <p:cNvSpPr txBox="1">
            <a:spLocks noChangeArrowheads="1"/>
          </p:cNvSpPr>
          <p:nvPr/>
        </p:nvSpPr>
        <p:spPr bwMode="auto">
          <a:xfrm>
            <a:off x="4025900" y="54102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ym typeface="Symbol" pitchFamily="18" charset="2"/>
              </a:rPr>
              <a:t>Minimum Spanning Tree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Answer:</a:t>
            </a:r>
          </a:p>
        </p:txBody>
      </p:sp>
      <p:sp>
        <p:nvSpPr>
          <p:cNvPr id="7172" name="Oval 4"/>
          <p:cNvSpPr>
            <a:spLocks noChangeArrowheads="1"/>
          </p:cNvSpPr>
          <p:nvPr/>
        </p:nvSpPr>
        <p:spPr bwMode="auto">
          <a:xfrm>
            <a:off x="1600200" y="3251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7173" name="Oval 5"/>
          <p:cNvSpPr>
            <a:spLocks noChangeArrowheads="1"/>
          </p:cNvSpPr>
          <p:nvPr/>
        </p:nvSpPr>
        <p:spPr bwMode="auto">
          <a:xfrm>
            <a:off x="4648200" y="3251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174" name="Oval 6"/>
          <p:cNvSpPr>
            <a:spLocks noChangeArrowheads="1"/>
          </p:cNvSpPr>
          <p:nvPr/>
        </p:nvSpPr>
        <p:spPr bwMode="auto">
          <a:xfrm>
            <a:off x="7315200" y="3251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1600200" y="48514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7176" name="Oval 8"/>
          <p:cNvSpPr>
            <a:spLocks noChangeArrowheads="1"/>
          </p:cNvSpPr>
          <p:nvPr/>
        </p:nvSpPr>
        <p:spPr bwMode="auto">
          <a:xfrm>
            <a:off x="4648200" y="48514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7177" name="Oval 9"/>
          <p:cNvSpPr>
            <a:spLocks noChangeArrowheads="1"/>
          </p:cNvSpPr>
          <p:nvPr/>
        </p:nvSpPr>
        <p:spPr bwMode="auto">
          <a:xfrm>
            <a:off x="7315200" y="48514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7178" name="Oval 10"/>
          <p:cNvSpPr>
            <a:spLocks noChangeArrowheads="1"/>
          </p:cNvSpPr>
          <p:nvPr/>
        </p:nvSpPr>
        <p:spPr bwMode="auto">
          <a:xfrm>
            <a:off x="3124200" y="55372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7179" name="Oval 11"/>
          <p:cNvSpPr>
            <a:spLocks noChangeArrowheads="1"/>
          </p:cNvSpPr>
          <p:nvPr/>
        </p:nvSpPr>
        <p:spPr bwMode="auto">
          <a:xfrm>
            <a:off x="3124200" y="2565400"/>
            <a:ext cx="533400" cy="533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A</a:t>
            </a:r>
          </a:p>
        </p:txBody>
      </p:sp>
      <p:cxnSp>
        <p:nvCxnSpPr>
          <p:cNvPr id="7180" name="AutoShape 12"/>
          <p:cNvCxnSpPr>
            <a:cxnSpLocks noChangeShapeType="1"/>
            <a:stCxn id="7179" idx="5"/>
            <a:endCxn id="7173" idx="1"/>
          </p:cNvCxnSpPr>
          <p:nvPr/>
        </p:nvCxnSpPr>
        <p:spPr bwMode="auto">
          <a:xfrm>
            <a:off x="3579813" y="3040063"/>
            <a:ext cx="1146175" cy="269875"/>
          </a:xfrm>
          <a:prstGeom prst="straightConnector1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1" name="AutoShape 13"/>
          <p:cNvCxnSpPr>
            <a:cxnSpLocks noChangeShapeType="1"/>
            <a:stCxn id="7179" idx="3"/>
            <a:endCxn id="7172" idx="7"/>
          </p:cNvCxnSpPr>
          <p:nvPr/>
        </p:nvCxnSpPr>
        <p:spPr bwMode="auto">
          <a:xfrm flipH="1">
            <a:off x="2055813" y="3040063"/>
            <a:ext cx="1146175" cy="269875"/>
          </a:xfrm>
          <a:prstGeom prst="straightConnector1">
            <a:avLst/>
          </a:prstGeom>
          <a:noFill/>
          <a:ln w="254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2" name="AutoShape 14"/>
          <p:cNvCxnSpPr>
            <a:cxnSpLocks noChangeShapeType="1"/>
            <a:stCxn id="7172" idx="6"/>
            <a:endCxn id="7173" idx="2"/>
          </p:cNvCxnSpPr>
          <p:nvPr/>
        </p:nvCxnSpPr>
        <p:spPr bwMode="auto">
          <a:xfrm>
            <a:off x="2152650" y="3517900"/>
            <a:ext cx="2476500" cy="0"/>
          </a:xfrm>
          <a:prstGeom prst="straightConnector1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3" name="AutoShape 15"/>
          <p:cNvCxnSpPr>
            <a:cxnSpLocks noChangeShapeType="1"/>
            <a:stCxn id="7175" idx="0"/>
            <a:endCxn id="7172" idx="4"/>
          </p:cNvCxnSpPr>
          <p:nvPr/>
        </p:nvCxnSpPr>
        <p:spPr bwMode="auto">
          <a:xfrm flipV="1">
            <a:off x="1866900" y="3803650"/>
            <a:ext cx="0" cy="1028700"/>
          </a:xfrm>
          <a:prstGeom prst="straightConnector1">
            <a:avLst/>
          </a:prstGeom>
          <a:noFill/>
          <a:ln w="254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4" name="AutoShape 16"/>
          <p:cNvCxnSpPr>
            <a:cxnSpLocks noChangeShapeType="1"/>
            <a:stCxn id="7175" idx="5"/>
            <a:endCxn id="7178" idx="1"/>
          </p:cNvCxnSpPr>
          <p:nvPr/>
        </p:nvCxnSpPr>
        <p:spPr bwMode="auto">
          <a:xfrm>
            <a:off x="2055813" y="5326063"/>
            <a:ext cx="1146175" cy="269875"/>
          </a:xfrm>
          <a:prstGeom prst="straightConnector1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5" name="AutoShape 17"/>
          <p:cNvCxnSpPr>
            <a:cxnSpLocks noChangeShapeType="1"/>
            <a:stCxn id="7178" idx="7"/>
            <a:endCxn id="7176" idx="3"/>
          </p:cNvCxnSpPr>
          <p:nvPr/>
        </p:nvCxnSpPr>
        <p:spPr bwMode="auto">
          <a:xfrm flipV="1">
            <a:off x="3579813" y="5326063"/>
            <a:ext cx="1146175" cy="269875"/>
          </a:xfrm>
          <a:prstGeom prst="straightConnector1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6" name="AutoShape 18"/>
          <p:cNvCxnSpPr>
            <a:cxnSpLocks noChangeShapeType="1"/>
            <a:stCxn id="7176" idx="0"/>
            <a:endCxn id="7173" idx="4"/>
          </p:cNvCxnSpPr>
          <p:nvPr/>
        </p:nvCxnSpPr>
        <p:spPr bwMode="auto">
          <a:xfrm flipV="1">
            <a:off x="4914900" y="3803650"/>
            <a:ext cx="0" cy="1028700"/>
          </a:xfrm>
          <a:prstGeom prst="straightConnector1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7" name="AutoShape 19"/>
          <p:cNvCxnSpPr>
            <a:cxnSpLocks noChangeShapeType="1"/>
            <a:stCxn id="7173" idx="6"/>
            <a:endCxn id="7174" idx="2"/>
          </p:cNvCxnSpPr>
          <p:nvPr/>
        </p:nvCxnSpPr>
        <p:spPr bwMode="auto">
          <a:xfrm>
            <a:off x="5200650" y="3517900"/>
            <a:ext cx="2095500" cy="0"/>
          </a:xfrm>
          <a:prstGeom prst="straightConnector1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8" name="AutoShape 20"/>
          <p:cNvCxnSpPr>
            <a:cxnSpLocks noChangeShapeType="1"/>
            <a:stCxn id="7176" idx="6"/>
            <a:endCxn id="7177" idx="2"/>
          </p:cNvCxnSpPr>
          <p:nvPr/>
        </p:nvCxnSpPr>
        <p:spPr bwMode="auto">
          <a:xfrm>
            <a:off x="5200650" y="5118100"/>
            <a:ext cx="2095500" cy="0"/>
          </a:xfrm>
          <a:prstGeom prst="straightConnector1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89" name="AutoShape 21"/>
          <p:cNvCxnSpPr>
            <a:cxnSpLocks noChangeShapeType="1"/>
            <a:stCxn id="7178" idx="0"/>
            <a:endCxn id="7172" idx="5"/>
          </p:cNvCxnSpPr>
          <p:nvPr/>
        </p:nvCxnSpPr>
        <p:spPr bwMode="auto">
          <a:xfrm rot="5400000" flipH="1">
            <a:off x="1827213" y="3954463"/>
            <a:ext cx="1792287" cy="1335087"/>
          </a:xfrm>
          <a:prstGeom prst="curvedConnector3">
            <a:avLst>
              <a:gd name="adj1" fmla="val 47829"/>
            </a:avLst>
          </a:prstGeom>
          <a:noFill/>
          <a:ln w="25400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90" name="Text Box 22"/>
          <p:cNvSpPr txBox="1">
            <a:spLocks noChangeArrowheads="1"/>
          </p:cNvSpPr>
          <p:nvPr/>
        </p:nvSpPr>
        <p:spPr bwMode="auto">
          <a:xfrm>
            <a:off x="1466850" y="40274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2762250" y="43180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2438400" y="53848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7193" name="Text Box 25"/>
          <p:cNvSpPr txBox="1">
            <a:spLocks noChangeArrowheads="1"/>
          </p:cNvSpPr>
          <p:nvPr/>
        </p:nvSpPr>
        <p:spPr bwMode="auto">
          <a:xfrm>
            <a:off x="2438400" y="2794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7194" name="Text Box 26"/>
          <p:cNvSpPr txBox="1">
            <a:spLocks noChangeArrowheads="1"/>
          </p:cNvSpPr>
          <p:nvPr/>
        </p:nvSpPr>
        <p:spPr bwMode="auto">
          <a:xfrm>
            <a:off x="4108450" y="2794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7195" name="Text Box 27"/>
          <p:cNvSpPr txBox="1">
            <a:spLocks noChangeArrowheads="1"/>
          </p:cNvSpPr>
          <p:nvPr/>
        </p:nvSpPr>
        <p:spPr bwMode="auto">
          <a:xfrm>
            <a:off x="3200400" y="31654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7196" name="Text Box 28"/>
          <p:cNvSpPr txBox="1">
            <a:spLocks noChangeArrowheads="1"/>
          </p:cNvSpPr>
          <p:nvPr/>
        </p:nvSpPr>
        <p:spPr bwMode="auto">
          <a:xfrm>
            <a:off x="4946650" y="407352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6089650" y="31750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7198" name="Text Box 30"/>
          <p:cNvSpPr txBox="1">
            <a:spLocks noChangeArrowheads="1"/>
          </p:cNvSpPr>
          <p:nvPr/>
        </p:nvSpPr>
        <p:spPr bwMode="auto">
          <a:xfrm>
            <a:off x="6032500" y="475932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4025900" y="541020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sym typeface="Symbol" pitchFamily="18" charset="2"/>
              </a:rPr>
              <a:t>Minimum Spanning Tree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513"/>
            <a:ext cx="8401050" cy="3019425"/>
          </a:xfrm>
        </p:spPr>
        <p:txBody>
          <a:bodyPr/>
          <a:lstStyle/>
          <a:p>
            <a:pPr eaLnBrk="1" hangingPunct="1"/>
            <a:r>
              <a:rPr lang="en-US" altLang="en-US" sz="2200" dirty="0">
                <a:sym typeface="Symbol" panose="05050102010706020507" pitchFamily="18" charset="2"/>
              </a:rPr>
              <a:t>MSTs satisfy the </a:t>
            </a:r>
            <a:r>
              <a:rPr lang="en-US" altLang="en-US" sz="2200" i="1" dirty="0">
                <a:solidFill>
                  <a:srgbClr val="FF0000"/>
                </a:solidFill>
                <a:sym typeface="Symbol" panose="05050102010706020507" pitchFamily="18" charset="2"/>
              </a:rPr>
              <a:t>optimal substructure</a:t>
            </a:r>
            <a:r>
              <a:rPr lang="en-US" altLang="en-US" sz="2200" dirty="0">
                <a:solidFill>
                  <a:srgbClr val="FF0000"/>
                </a:solidFill>
                <a:sym typeface="Symbol" panose="05050102010706020507" pitchFamily="18" charset="2"/>
              </a:rPr>
              <a:t> property</a:t>
            </a:r>
            <a:r>
              <a:rPr lang="en-US" altLang="en-US" sz="2200" dirty="0">
                <a:sym typeface="Symbol" panose="05050102010706020507" pitchFamily="18" charset="2"/>
              </a:rPr>
              <a:t>: </a:t>
            </a:r>
            <a:r>
              <a:rPr lang="en-US" altLang="en-US" sz="2200" dirty="0">
                <a:solidFill>
                  <a:srgbClr val="0000CC"/>
                </a:solidFill>
                <a:sym typeface="Symbol" panose="05050102010706020507" pitchFamily="18" charset="2"/>
              </a:rPr>
              <a:t>an optimal minimum spanning tree is composed of optimal minimum spanning subtrees</a:t>
            </a:r>
          </a:p>
          <a:p>
            <a:pPr lvl="1" eaLnBrk="1" hangingPunct="1"/>
            <a:r>
              <a:rPr lang="en-US" altLang="en-US" sz="2000" dirty="0">
                <a:sym typeface="Symbol" panose="05050102010706020507" pitchFamily="18" charset="2"/>
              </a:rPr>
              <a:t>Let T be an MST of G with an edge (</a:t>
            </a:r>
            <a:r>
              <a:rPr lang="en-US" altLang="en-US" sz="2000" i="1" dirty="0">
                <a:sym typeface="Symbol" panose="05050102010706020507" pitchFamily="18" charset="2"/>
              </a:rPr>
              <a:t>u, v</a:t>
            </a:r>
            <a:r>
              <a:rPr lang="en-US" altLang="en-US" sz="2000" dirty="0">
                <a:sym typeface="Symbol" panose="05050102010706020507" pitchFamily="18" charset="2"/>
              </a:rPr>
              <a:t>) in the middle</a:t>
            </a:r>
          </a:p>
          <a:p>
            <a:pPr lvl="1" eaLnBrk="1" hangingPunct="1"/>
            <a:r>
              <a:rPr lang="en-US" altLang="en-US" sz="2000" dirty="0">
                <a:sym typeface="Symbol" panose="05050102010706020507" pitchFamily="18" charset="2"/>
              </a:rPr>
              <a:t>Removing (</a:t>
            </a:r>
            <a:r>
              <a:rPr lang="en-US" altLang="en-US" sz="2000" i="1" dirty="0">
                <a:sym typeface="Symbol" panose="05050102010706020507" pitchFamily="18" charset="2"/>
              </a:rPr>
              <a:t>u, v</a:t>
            </a:r>
            <a:r>
              <a:rPr lang="en-US" altLang="en-US" sz="2000" dirty="0">
                <a:sym typeface="Symbol" panose="05050102010706020507" pitchFamily="18" charset="2"/>
              </a:rPr>
              <a:t>) partitions T into two trees T</a:t>
            </a:r>
            <a:r>
              <a:rPr lang="en-US" altLang="en-US" sz="2000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 and T</a:t>
            </a:r>
            <a:r>
              <a:rPr lang="en-US" altLang="en-US" sz="2000" baseline="-25000" dirty="0">
                <a:sym typeface="Symbol" panose="05050102010706020507" pitchFamily="18" charset="2"/>
              </a:rPr>
              <a:t>2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 sz="2000" dirty="0">
                <a:sym typeface="Symbol" panose="05050102010706020507" pitchFamily="18" charset="2"/>
              </a:rPr>
              <a:t>Claim: T</a:t>
            </a:r>
            <a:r>
              <a:rPr lang="en-US" altLang="en-US" sz="2000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 is an MST of G</a:t>
            </a:r>
            <a:r>
              <a:rPr lang="en-US" altLang="en-US" sz="2000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 = (V</a:t>
            </a:r>
            <a:r>
              <a:rPr lang="en-US" altLang="en-US" sz="2000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,E</a:t>
            </a:r>
            <a:r>
              <a:rPr lang="en-US" altLang="en-US" sz="2000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), and T</a:t>
            </a:r>
            <a:r>
              <a:rPr lang="en-US" altLang="en-US" sz="2000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 is an MST of G</a:t>
            </a:r>
            <a:r>
              <a:rPr lang="en-US" altLang="en-US" sz="2000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 = (V</a:t>
            </a:r>
            <a:r>
              <a:rPr lang="en-US" altLang="en-US" sz="2000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,E</a:t>
            </a:r>
            <a:r>
              <a:rPr lang="en-US" altLang="en-US" sz="2000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)     	      (</a:t>
            </a:r>
            <a:r>
              <a:rPr lang="en-US" altLang="en-US" sz="2000" i="1" dirty="0">
                <a:solidFill>
                  <a:schemeClr val="accent1"/>
                </a:solidFill>
                <a:sym typeface="Symbol" panose="05050102010706020507" pitchFamily="18" charset="2"/>
              </a:rPr>
              <a:t>Do V</a:t>
            </a:r>
            <a:r>
              <a:rPr lang="en-US" altLang="en-US" sz="2000" i="1" baseline="-25000" dirty="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000" i="1" dirty="0">
                <a:solidFill>
                  <a:schemeClr val="accent1"/>
                </a:solidFill>
                <a:sym typeface="Symbol" panose="05050102010706020507" pitchFamily="18" charset="2"/>
              </a:rPr>
              <a:t> and V</a:t>
            </a:r>
            <a:r>
              <a:rPr lang="en-US" altLang="en-US" sz="2000" i="1" baseline="-25000" dirty="0">
                <a:solidFill>
                  <a:schemeClr val="accent1"/>
                </a:solidFill>
                <a:sym typeface="Symbol" panose="05050102010706020507" pitchFamily="18" charset="2"/>
              </a:rPr>
              <a:t>2</a:t>
            </a:r>
            <a:r>
              <a:rPr lang="en-US" altLang="en-US" sz="2000" i="1" dirty="0">
                <a:solidFill>
                  <a:schemeClr val="accent1"/>
                </a:solidFill>
                <a:sym typeface="Symbol" panose="05050102010706020507" pitchFamily="18" charset="2"/>
              </a:rPr>
              <a:t> share vertices?  Why?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 sz="2000" dirty="0">
                <a:sym typeface="Symbol" panose="05050102010706020507" pitchFamily="18" charset="2"/>
              </a:rPr>
              <a:t>Proof: w(T) = w(</a:t>
            </a:r>
            <a:r>
              <a:rPr lang="en-US" altLang="en-US" sz="2000" i="1" dirty="0" err="1">
                <a:sym typeface="Symbol" panose="05050102010706020507" pitchFamily="18" charset="2"/>
              </a:rPr>
              <a:t>u,v</a:t>
            </a:r>
            <a:r>
              <a:rPr lang="en-US" altLang="en-US" sz="2000" dirty="0">
                <a:sym typeface="Symbol" panose="05050102010706020507" pitchFamily="18" charset="2"/>
              </a:rPr>
              <a:t>) + w(T</a:t>
            </a:r>
            <a:r>
              <a:rPr lang="en-US" altLang="en-US" sz="2000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) + w(T</a:t>
            </a:r>
            <a:r>
              <a:rPr lang="en-US" altLang="en-US" sz="2000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(There can’t be a better tree than T</a:t>
            </a:r>
            <a:r>
              <a:rPr lang="en-US" altLang="en-US" sz="2000" baseline="-25000" dirty="0"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sym typeface="Symbol" panose="05050102010706020507" pitchFamily="18" charset="2"/>
              </a:rPr>
              <a:t> or T</a:t>
            </a:r>
            <a:r>
              <a:rPr lang="en-US" altLang="en-US" sz="2000" baseline="-25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. Then T would be suboptimal)</a:t>
            </a:r>
          </a:p>
        </p:txBody>
      </p:sp>
      <p:sp>
        <p:nvSpPr>
          <p:cNvPr id="8196" name="Oval 4"/>
          <p:cNvSpPr>
            <a:spLocks noChangeArrowheads="1"/>
          </p:cNvSpPr>
          <p:nvPr/>
        </p:nvSpPr>
        <p:spPr bwMode="auto">
          <a:xfrm>
            <a:off x="2565400" y="4564063"/>
            <a:ext cx="382588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0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8197" name="Oval 5"/>
          <p:cNvSpPr>
            <a:spLocks noChangeArrowheads="1"/>
          </p:cNvSpPr>
          <p:nvPr/>
        </p:nvSpPr>
        <p:spPr bwMode="auto">
          <a:xfrm>
            <a:off x="4749800" y="4564063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0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8198" name="Oval 6"/>
          <p:cNvSpPr>
            <a:spLocks noChangeArrowheads="1"/>
          </p:cNvSpPr>
          <p:nvPr/>
        </p:nvSpPr>
        <p:spPr bwMode="auto">
          <a:xfrm>
            <a:off x="6659563" y="456406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0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8199" name="Oval 7"/>
          <p:cNvSpPr>
            <a:spLocks noChangeArrowheads="1"/>
          </p:cNvSpPr>
          <p:nvPr/>
        </p:nvSpPr>
        <p:spPr bwMode="auto">
          <a:xfrm>
            <a:off x="2565400" y="5710238"/>
            <a:ext cx="382588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0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8200" name="Oval 8"/>
          <p:cNvSpPr>
            <a:spLocks noChangeArrowheads="1"/>
          </p:cNvSpPr>
          <p:nvPr/>
        </p:nvSpPr>
        <p:spPr bwMode="auto">
          <a:xfrm>
            <a:off x="4749800" y="5710238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0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8201" name="Oval 9"/>
          <p:cNvSpPr>
            <a:spLocks noChangeArrowheads="1"/>
          </p:cNvSpPr>
          <p:nvPr/>
        </p:nvSpPr>
        <p:spPr bwMode="auto">
          <a:xfrm>
            <a:off x="6659563" y="5710238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0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8202" name="Oval 10"/>
          <p:cNvSpPr>
            <a:spLocks noChangeArrowheads="1"/>
          </p:cNvSpPr>
          <p:nvPr/>
        </p:nvSpPr>
        <p:spPr bwMode="auto">
          <a:xfrm>
            <a:off x="3657600" y="6200775"/>
            <a:ext cx="382588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0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8203" name="Oval 11"/>
          <p:cNvSpPr>
            <a:spLocks noChangeArrowheads="1"/>
          </p:cNvSpPr>
          <p:nvPr/>
        </p:nvSpPr>
        <p:spPr bwMode="auto">
          <a:xfrm>
            <a:off x="3657600" y="4071938"/>
            <a:ext cx="382588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20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cxnSp>
        <p:nvCxnSpPr>
          <p:cNvPr id="8204" name="AutoShape 12"/>
          <p:cNvCxnSpPr>
            <a:cxnSpLocks noChangeShapeType="1"/>
            <a:stCxn id="8203" idx="5"/>
            <a:endCxn id="8197" idx="1"/>
          </p:cNvCxnSpPr>
          <p:nvPr/>
        </p:nvCxnSpPr>
        <p:spPr bwMode="auto">
          <a:xfrm>
            <a:off x="3983038" y="4411663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13"/>
          <p:cNvCxnSpPr>
            <a:cxnSpLocks noChangeShapeType="1"/>
            <a:stCxn id="8203" idx="3"/>
            <a:endCxn id="8196" idx="7"/>
          </p:cNvCxnSpPr>
          <p:nvPr/>
        </p:nvCxnSpPr>
        <p:spPr bwMode="auto">
          <a:xfrm flipH="1">
            <a:off x="2892425" y="4411663"/>
            <a:ext cx="820738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6" name="AutoShape 14"/>
          <p:cNvCxnSpPr>
            <a:cxnSpLocks noChangeShapeType="1"/>
            <a:stCxn id="8196" idx="6"/>
            <a:endCxn id="8197" idx="2"/>
          </p:cNvCxnSpPr>
          <p:nvPr/>
        </p:nvCxnSpPr>
        <p:spPr bwMode="auto">
          <a:xfrm>
            <a:off x="2960688" y="4754563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5"/>
          <p:cNvCxnSpPr>
            <a:cxnSpLocks noChangeShapeType="1"/>
            <a:stCxn id="8199" idx="0"/>
            <a:endCxn id="8196" idx="4"/>
          </p:cNvCxnSpPr>
          <p:nvPr/>
        </p:nvCxnSpPr>
        <p:spPr bwMode="auto">
          <a:xfrm flipV="1">
            <a:off x="2755900" y="4959350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8" name="AutoShape 16"/>
          <p:cNvCxnSpPr>
            <a:cxnSpLocks noChangeShapeType="1"/>
            <a:stCxn id="8199" idx="5"/>
            <a:endCxn id="8202" idx="1"/>
          </p:cNvCxnSpPr>
          <p:nvPr/>
        </p:nvCxnSpPr>
        <p:spPr bwMode="auto">
          <a:xfrm>
            <a:off x="2892425" y="6049963"/>
            <a:ext cx="820738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09" name="AutoShape 17"/>
          <p:cNvCxnSpPr>
            <a:cxnSpLocks noChangeShapeType="1"/>
            <a:stCxn id="8202" idx="7"/>
            <a:endCxn id="8200" idx="3"/>
          </p:cNvCxnSpPr>
          <p:nvPr/>
        </p:nvCxnSpPr>
        <p:spPr bwMode="auto">
          <a:xfrm flipV="1">
            <a:off x="3983038" y="6049963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8"/>
          <p:cNvCxnSpPr>
            <a:cxnSpLocks noChangeShapeType="1"/>
            <a:stCxn id="8200" idx="0"/>
            <a:endCxn id="8197" idx="4"/>
          </p:cNvCxnSpPr>
          <p:nvPr/>
        </p:nvCxnSpPr>
        <p:spPr bwMode="auto">
          <a:xfrm flipV="1">
            <a:off x="4940300" y="4959350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1" name="AutoShape 19"/>
          <p:cNvCxnSpPr>
            <a:cxnSpLocks noChangeShapeType="1"/>
            <a:stCxn id="8197" idx="6"/>
            <a:endCxn id="8198" idx="2"/>
          </p:cNvCxnSpPr>
          <p:nvPr/>
        </p:nvCxnSpPr>
        <p:spPr bwMode="auto">
          <a:xfrm>
            <a:off x="5145088" y="4754563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2" name="AutoShape 20"/>
          <p:cNvCxnSpPr>
            <a:cxnSpLocks noChangeShapeType="1"/>
            <a:stCxn id="8200" idx="6"/>
            <a:endCxn id="8201" idx="2"/>
          </p:cNvCxnSpPr>
          <p:nvPr/>
        </p:nvCxnSpPr>
        <p:spPr bwMode="auto">
          <a:xfrm>
            <a:off x="5145088" y="5900738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21"/>
          <p:cNvCxnSpPr>
            <a:cxnSpLocks noChangeShapeType="1"/>
            <a:stCxn id="8202" idx="0"/>
            <a:endCxn id="8196" idx="5"/>
          </p:cNvCxnSpPr>
          <p:nvPr/>
        </p:nvCxnSpPr>
        <p:spPr bwMode="auto">
          <a:xfrm rot="5400000" flipH="1">
            <a:off x="2728119" y="5068094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3349625" y="52911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8215" name="Text Box 24"/>
          <p:cNvSpPr txBox="1">
            <a:spLocks noChangeArrowheads="1"/>
          </p:cNvSpPr>
          <p:nvPr/>
        </p:nvSpPr>
        <p:spPr bwMode="auto">
          <a:xfrm>
            <a:off x="3128963" y="61150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3128963" y="41481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217" name="Text Box 26"/>
          <p:cNvSpPr txBox="1">
            <a:spLocks noChangeArrowheads="1"/>
          </p:cNvSpPr>
          <p:nvPr/>
        </p:nvSpPr>
        <p:spPr bwMode="auto">
          <a:xfrm>
            <a:off x="4325938" y="41481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218" name="Text Box 27"/>
          <p:cNvSpPr txBox="1">
            <a:spLocks noChangeArrowheads="1"/>
          </p:cNvSpPr>
          <p:nvPr/>
        </p:nvSpPr>
        <p:spPr bwMode="auto">
          <a:xfrm>
            <a:off x="3675063" y="44529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4926013" y="51768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220" name="Text Box 29"/>
          <p:cNvSpPr txBox="1">
            <a:spLocks noChangeArrowheads="1"/>
          </p:cNvSpPr>
          <p:nvPr/>
        </p:nvSpPr>
        <p:spPr bwMode="auto">
          <a:xfrm>
            <a:off x="5745163" y="43767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8221" name="Text Box 30"/>
          <p:cNvSpPr txBox="1">
            <a:spLocks noChangeArrowheads="1"/>
          </p:cNvSpPr>
          <p:nvPr/>
        </p:nvSpPr>
        <p:spPr bwMode="auto">
          <a:xfrm>
            <a:off x="5691188" y="551180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8222" name="Text Box 31"/>
          <p:cNvSpPr txBox="1">
            <a:spLocks noChangeArrowheads="1"/>
          </p:cNvSpPr>
          <p:nvPr/>
        </p:nvSpPr>
        <p:spPr bwMode="auto">
          <a:xfrm>
            <a:off x="4265613" y="61341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2343150" y="514508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7" grpId="0"/>
      <p:bldP spid="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17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F52866-17C5-2C4E-EE4D-84B7F74A08E5}"/>
                  </a:ext>
                </a:extLst>
              </p14:cNvPr>
              <p14:cNvContentPartPr/>
              <p14:nvPr/>
            </p14:nvContentPartPr>
            <p14:xfrm>
              <a:off x="938520" y="328320"/>
              <a:ext cx="6148080" cy="3981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F52866-17C5-2C4E-EE4D-84B7F74A08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160" y="318960"/>
                <a:ext cx="6166800" cy="3999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171E30A-846F-FE38-2C8A-36C4D71D6C91}"/>
                  </a:ext>
                </a:extLst>
              </p14:cNvPr>
              <p14:cNvContentPartPr/>
              <p14:nvPr/>
            </p14:nvContentPartPr>
            <p14:xfrm>
              <a:off x="93600" y="536760"/>
              <a:ext cx="9121680" cy="5422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171E30A-846F-FE38-2C8A-36C4D71D6C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240" y="527400"/>
                <a:ext cx="9140400" cy="544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519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38B2DECB-C03F-3706-9DA0-39088C681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211319"/>
              </p:ext>
            </p:extLst>
          </p:nvPr>
        </p:nvGraphicFramePr>
        <p:xfrm>
          <a:off x="3409948" y="3298146"/>
          <a:ext cx="5410528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6316">
                  <a:extLst>
                    <a:ext uri="{9D8B030D-6E8A-4147-A177-3AD203B41FA5}">
                      <a16:colId xmlns:a16="http://schemas.microsoft.com/office/drawing/2014/main" val="2692884067"/>
                    </a:ext>
                  </a:extLst>
                </a:gridCol>
                <a:gridCol w="676316">
                  <a:extLst>
                    <a:ext uri="{9D8B030D-6E8A-4147-A177-3AD203B41FA5}">
                      <a16:colId xmlns:a16="http://schemas.microsoft.com/office/drawing/2014/main" val="1284125539"/>
                    </a:ext>
                  </a:extLst>
                </a:gridCol>
                <a:gridCol w="676316">
                  <a:extLst>
                    <a:ext uri="{9D8B030D-6E8A-4147-A177-3AD203B41FA5}">
                      <a16:colId xmlns:a16="http://schemas.microsoft.com/office/drawing/2014/main" val="3764512916"/>
                    </a:ext>
                  </a:extLst>
                </a:gridCol>
                <a:gridCol w="676316">
                  <a:extLst>
                    <a:ext uri="{9D8B030D-6E8A-4147-A177-3AD203B41FA5}">
                      <a16:colId xmlns:a16="http://schemas.microsoft.com/office/drawing/2014/main" val="2302701052"/>
                    </a:ext>
                  </a:extLst>
                </a:gridCol>
                <a:gridCol w="676316">
                  <a:extLst>
                    <a:ext uri="{9D8B030D-6E8A-4147-A177-3AD203B41FA5}">
                      <a16:colId xmlns:a16="http://schemas.microsoft.com/office/drawing/2014/main" val="3728405656"/>
                    </a:ext>
                  </a:extLst>
                </a:gridCol>
                <a:gridCol w="676316">
                  <a:extLst>
                    <a:ext uri="{9D8B030D-6E8A-4147-A177-3AD203B41FA5}">
                      <a16:colId xmlns:a16="http://schemas.microsoft.com/office/drawing/2014/main" val="2245954948"/>
                    </a:ext>
                  </a:extLst>
                </a:gridCol>
                <a:gridCol w="676316">
                  <a:extLst>
                    <a:ext uri="{9D8B030D-6E8A-4147-A177-3AD203B41FA5}">
                      <a16:colId xmlns:a16="http://schemas.microsoft.com/office/drawing/2014/main" val="4283587550"/>
                    </a:ext>
                  </a:extLst>
                </a:gridCol>
                <a:gridCol w="676316">
                  <a:extLst>
                    <a:ext uri="{9D8B030D-6E8A-4147-A177-3AD203B41FA5}">
                      <a16:colId xmlns:a16="http://schemas.microsoft.com/office/drawing/2014/main" val="350395315"/>
                    </a:ext>
                  </a:extLst>
                </a:gridCol>
              </a:tblGrid>
              <a:tr h="3585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911672"/>
                  </a:ext>
                </a:extLst>
              </a:tr>
              <a:tr h="3585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243645"/>
                  </a:ext>
                </a:extLst>
              </a:tr>
              <a:tr h="3585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851943"/>
                  </a:ext>
                </a:extLst>
              </a:tr>
              <a:tr h="3585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651159"/>
                  </a:ext>
                </a:extLst>
              </a:tr>
              <a:tr h="3585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259817"/>
                  </a:ext>
                </a:extLst>
              </a:tr>
              <a:tr h="3585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0614709"/>
                  </a:ext>
                </a:extLst>
              </a:tr>
              <a:tr h="3585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72471"/>
                  </a:ext>
                </a:extLst>
              </a:tr>
              <a:tr h="35857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294854"/>
                  </a:ext>
                </a:extLst>
              </a:tr>
              <a:tr h="3585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703602"/>
                  </a:ext>
                </a:extLst>
              </a:tr>
            </a:tbl>
          </a:graphicData>
        </a:graphic>
      </p:graphicFrame>
      <p:grpSp>
        <p:nvGrpSpPr>
          <p:cNvPr id="34" name="Group 33">
            <a:extLst>
              <a:ext uri="{FF2B5EF4-FFF2-40B4-BE49-F238E27FC236}">
                <a16:creationId xmlns:a16="http://schemas.microsoft.com/office/drawing/2014/main" id="{EA2C9A62-0876-063E-5B75-8A891B35D0CC}"/>
              </a:ext>
            </a:extLst>
          </p:cNvPr>
          <p:cNvGrpSpPr/>
          <p:nvPr/>
        </p:nvGrpSpPr>
        <p:grpSpPr>
          <a:xfrm>
            <a:off x="593861" y="888333"/>
            <a:ext cx="4396193" cy="2273300"/>
            <a:chOff x="593861" y="888333"/>
            <a:chExt cx="4396193" cy="22733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BF7B1CF-9A29-DFB8-29D8-2F2642DD5E53}"/>
                </a:ext>
              </a:extLst>
            </p:cNvPr>
            <p:cNvGrpSpPr/>
            <p:nvPr/>
          </p:nvGrpSpPr>
          <p:grpSpPr>
            <a:xfrm>
              <a:off x="792256" y="888333"/>
              <a:ext cx="4197798" cy="2273300"/>
              <a:chOff x="4195763" y="1052513"/>
              <a:chExt cx="4476750" cy="2511425"/>
            </a:xfrm>
          </p:grpSpPr>
          <p:sp>
            <p:nvSpPr>
              <p:cNvPr id="3" name="Oval 4">
                <a:extLst>
                  <a:ext uri="{FF2B5EF4-FFF2-40B4-BE49-F238E27FC236}">
                    <a16:creationId xmlns:a16="http://schemas.microsoft.com/office/drawing/2014/main" id="{17ED5046-87F4-A0BA-D4C2-A4B588231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763" y="1544638"/>
                <a:ext cx="382587" cy="3810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" name="Oval 5">
                <a:extLst>
                  <a:ext uri="{FF2B5EF4-FFF2-40B4-BE49-F238E27FC236}">
                    <a16:creationId xmlns:a16="http://schemas.microsoft.com/office/drawing/2014/main" id="{AE3505F3-398A-B45B-FAC2-E4D877E8AB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0163" y="1544638"/>
                <a:ext cx="381000" cy="3810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5" name="Oval 6">
                <a:extLst>
                  <a:ext uri="{FF2B5EF4-FFF2-40B4-BE49-F238E27FC236}">
                    <a16:creationId xmlns:a16="http://schemas.microsoft.com/office/drawing/2014/main" id="{592E5A97-802D-BBF4-2CB4-2A2EDA7CE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89925" y="1544638"/>
                <a:ext cx="382588" cy="3810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" name="Oval 7">
                <a:extLst>
                  <a:ext uri="{FF2B5EF4-FFF2-40B4-BE49-F238E27FC236}">
                    <a16:creationId xmlns:a16="http://schemas.microsoft.com/office/drawing/2014/main" id="{7F597FA2-8B71-5D54-BFEE-B4A5428C69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5763" y="2690813"/>
                <a:ext cx="382587" cy="3810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" name="Oval 8">
                <a:extLst>
                  <a:ext uri="{FF2B5EF4-FFF2-40B4-BE49-F238E27FC236}">
                    <a16:creationId xmlns:a16="http://schemas.microsoft.com/office/drawing/2014/main" id="{DA42F752-537D-332A-4D05-F0EC968EF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0163" y="2690813"/>
                <a:ext cx="381000" cy="3810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8" name="Oval 9">
                <a:extLst>
                  <a:ext uri="{FF2B5EF4-FFF2-40B4-BE49-F238E27FC236}">
                    <a16:creationId xmlns:a16="http://schemas.microsoft.com/office/drawing/2014/main" id="{148C9ED0-6DF8-4F9C-CF69-E25A445D97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89925" y="2690813"/>
                <a:ext cx="382588" cy="38100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9" name="Oval 10">
                <a:extLst>
                  <a:ext uri="{FF2B5EF4-FFF2-40B4-BE49-F238E27FC236}">
                    <a16:creationId xmlns:a16="http://schemas.microsoft.com/office/drawing/2014/main" id="{3F029989-C7FE-F54D-6D82-333CA99DA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7963" y="3181350"/>
                <a:ext cx="382587" cy="382588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" name="Oval 11">
                <a:extLst>
                  <a:ext uri="{FF2B5EF4-FFF2-40B4-BE49-F238E27FC236}">
                    <a16:creationId xmlns:a16="http://schemas.microsoft.com/office/drawing/2014/main" id="{F70CA8FF-0119-9C16-E436-0761C7DED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7963" y="1052513"/>
                <a:ext cx="382587" cy="38258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cxnSp>
            <p:nvCxnSpPr>
              <p:cNvPr id="11" name="AutoShape 12">
                <a:extLst>
                  <a:ext uri="{FF2B5EF4-FFF2-40B4-BE49-F238E27FC236}">
                    <a16:creationId xmlns:a16="http://schemas.microsoft.com/office/drawing/2014/main" id="{4CBCE646-7002-0A29-F698-DB9F31A0BDB7}"/>
                  </a:ext>
                </a:extLst>
              </p:cNvPr>
              <p:cNvCxnSpPr>
                <a:cxnSpLocks noChangeShapeType="1"/>
                <a:stCxn id="10" idx="5"/>
                <a:endCxn id="4" idx="1"/>
              </p:cNvCxnSpPr>
              <p:nvPr/>
            </p:nvCxnSpPr>
            <p:spPr bwMode="auto">
              <a:xfrm>
                <a:off x="5613400" y="1392238"/>
                <a:ext cx="822325" cy="193675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AutoShape 13">
                <a:extLst>
                  <a:ext uri="{FF2B5EF4-FFF2-40B4-BE49-F238E27FC236}">
                    <a16:creationId xmlns:a16="http://schemas.microsoft.com/office/drawing/2014/main" id="{04F17FBD-BB0F-FA89-A3F2-118B40E771FE}"/>
                  </a:ext>
                </a:extLst>
              </p:cNvPr>
              <p:cNvCxnSpPr>
                <a:cxnSpLocks noChangeShapeType="1"/>
                <a:stCxn id="10" idx="3"/>
                <a:endCxn id="3" idx="7"/>
              </p:cNvCxnSpPr>
              <p:nvPr/>
            </p:nvCxnSpPr>
            <p:spPr bwMode="auto">
              <a:xfrm flipH="1">
                <a:off x="4522788" y="1392238"/>
                <a:ext cx="820737" cy="193675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" name="AutoShape 14">
                <a:extLst>
                  <a:ext uri="{FF2B5EF4-FFF2-40B4-BE49-F238E27FC236}">
                    <a16:creationId xmlns:a16="http://schemas.microsoft.com/office/drawing/2014/main" id="{B1003622-C73B-F2E7-9CC5-8A8453732289}"/>
                  </a:ext>
                </a:extLst>
              </p:cNvPr>
              <p:cNvCxnSpPr>
                <a:cxnSpLocks noChangeShapeType="1"/>
                <a:stCxn id="3" idx="6"/>
                <a:endCxn id="4" idx="2"/>
              </p:cNvCxnSpPr>
              <p:nvPr/>
            </p:nvCxnSpPr>
            <p:spPr bwMode="auto">
              <a:xfrm>
                <a:off x="4591050" y="1735138"/>
                <a:ext cx="1774825" cy="0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" name="AutoShape 15">
                <a:extLst>
                  <a:ext uri="{FF2B5EF4-FFF2-40B4-BE49-F238E27FC236}">
                    <a16:creationId xmlns:a16="http://schemas.microsoft.com/office/drawing/2014/main" id="{9959C030-C325-4BFB-151D-E846C1A37B70}"/>
                  </a:ext>
                </a:extLst>
              </p:cNvPr>
              <p:cNvCxnSpPr>
                <a:cxnSpLocks noChangeShapeType="1"/>
                <a:stCxn id="6" idx="0"/>
                <a:endCxn id="3" idx="4"/>
              </p:cNvCxnSpPr>
              <p:nvPr/>
            </p:nvCxnSpPr>
            <p:spPr bwMode="auto">
              <a:xfrm flipV="1">
                <a:off x="4386263" y="1939925"/>
                <a:ext cx="0" cy="736600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AutoShape 16">
                <a:extLst>
                  <a:ext uri="{FF2B5EF4-FFF2-40B4-BE49-F238E27FC236}">
                    <a16:creationId xmlns:a16="http://schemas.microsoft.com/office/drawing/2014/main" id="{36184A03-C598-34AA-79D9-8D7A42B1F03F}"/>
                  </a:ext>
                </a:extLst>
              </p:cNvPr>
              <p:cNvCxnSpPr>
                <a:cxnSpLocks noChangeShapeType="1"/>
                <a:stCxn id="6" idx="5"/>
                <a:endCxn id="9" idx="1"/>
              </p:cNvCxnSpPr>
              <p:nvPr/>
            </p:nvCxnSpPr>
            <p:spPr bwMode="auto">
              <a:xfrm>
                <a:off x="4522788" y="3030538"/>
                <a:ext cx="820737" cy="193675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17">
                <a:extLst>
                  <a:ext uri="{FF2B5EF4-FFF2-40B4-BE49-F238E27FC236}">
                    <a16:creationId xmlns:a16="http://schemas.microsoft.com/office/drawing/2014/main" id="{B4E86C97-04B5-E9F9-C9D7-A5A792D3838B}"/>
                  </a:ext>
                </a:extLst>
              </p:cNvPr>
              <p:cNvCxnSpPr>
                <a:cxnSpLocks noChangeShapeType="1"/>
                <a:stCxn id="9" idx="7"/>
                <a:endCxn id="7" idx="3"/>
              </p:cNvCxnSpPr>
              <p:nvPr/>
            </p:nvCxnSpPr>
            <p:spPr bwMode="auto">
              <a:xfrm flipV="1">
                <a:off x="5613400" y="3030538"/>
                <a:ext cx="822325" cy="193675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AutoShape 18">
                <a:extLst>
                  <a:ext uri="{FF2B5EF4-FFF2-40B4-BE49-F238E27FC236}">
                    <a16:creationId xmlns:a16="http://schemas.microsoft.com/office/drawing/2014/main" id="{3C31E561-F55A-EE29-BDC8-92D73DC2C31C}"/>
                  </a:ext>
                </a:extLst>
              </p:cNvPr>
              <p:cNvCxnSpPr>
                <a:cxnSpLocks noChangeShapeType="1"/>
                <a:stCxn id="7" idx="0"/>
                <a:endCxn id="4" idx="4"/>
              </p:cNvCxnSpPr>
              <p:nvPr/>
            </p:nvCxnSpPr>
            <p:spPr bwMode="auto">
              <a:xfrm flipV="1">
                <a:off x="6570663" y="1939925"/>
                <a:ext cx="0" cy="736600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AutoShape 19">
                <a:extLst>
                  <a:ext uri="{FF2B5EF4-FFF2-40B4-BE49-F238E27FC236}">
                    <a16:creationId xmlns:a16="http://schemas.microsoft.com/office/drawing/2014/main" id="{AC0625F3-7856-21A1-36DA-D999295BB2F1}"/>
                  </a:ext>
                </a:extLst>
              </p:cNvPr>
              <p:cNvCxnSpPr>
                <a:cxnSpLocks noChangeShapeType="1"/>
                <a:stCxn id="4" idx="6"/>
                <a:endCxn id="5" idx="2"/>
              </p:cNvCxnSpPr>
              <p:nvPr/>
            </p:nvCxnSpPr>
            <p:spPr bwMode="auto">
              <a:xfrm>
                <a:off x="6775450" y="1735138"/>
                <a:ext cx="1501775" cy="0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20">
                <a:extLst>
                  <a:ext uri="{FF2B5EF4-FFF2-40B4-BE49-F238E27FC236}">
                    <a16:creationId xmlns:a16="http://schemas.microsoft.com/office/drawing/2014/main" id="{31CB9B8D-DADB-494C-3B55-C0D24FC4237B}"/>
                  </a:ext>
                </a:extLst>
              </p:cNvPr>
              <p:cNvCxnSpPr>
                <a:cxnSpLocks noChangeShapeType="1"/>
                <a:stCxn id="7" idx="6"/>
                <a:endCxn id="8" idx="2"/>
              </p:cNvCxnSpPr>
              <p:nvPr/>
            </p:nvCxnSpPr>
            <p:spPr bwMode="auto">
              <a:xfrm>
                <a:off x="6775450" y="2881313"/>
                <a:ext cx="1501775" cy="0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21">
                <a:extLst>
                  <a:ext uri="{FF2B5EF4-FFF2-40B4-BE49-F238E27FC236}">
                    <a16:creationId xmlns:a16="http://schemas.microsoft.com/office/drawing/2014/main" id="{274F8CB7-6543-1B7C-9760-13E874CCBF52}"/>
                  </a:ext>
                </a:extLst>
              </p:cNvPr>
              <p:cNvCxnSpPr>
                <a:cxnSpLocks noChangeShapeType="1"/>
                <a:stCxn id="9" idx="0"/>
                <a:endCxn id="3" idx="5"/>
              </p:cNvCxnSpPr>
              <p:nvPr/>
            </p:nvCxnSpPr>
            <p:spPr bwMode="auto">
              <a:xfrm rot="5400000" flipH="1">
                <a:off x="4358482" y="2048669"/>
                <a:ext cx="1284287" cy="955675"/>
              </a:xfrm>
              <a:prstGeom prst="curvedConnector3">
                <a:avLst>
                  <a:gd name="adj1" fmla="val 47829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1" name="Text Box 23">
                <a:extLst>
                  <a:ext uri="{FF2B5EF4-FFF2-40B4-BE49-F238E27FC236}">
                    <a16:creationId xmlns:a16="http://schemas.microsoft.com/office/drawing/2014/main" id="{FD004B95-65CA-AE47-85E9-FC613D6042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79988" y="2271713"/>
                <a:ext cx="4127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 b="1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22" name="Text Box 24">
                <a:extLst>
                  <a:ext uri="{FF2B5EF4-FFF2-40B4-BE49-F238E27FC236}">
                    <a16:creationId xmlns:a16="http://schemas.microsoft.com/office/drawing/2014/main" id="{9910F9A5-D879-7734-D6F7-9C85492420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9325" y="3095625"/>
                <a:ext cx="2984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 b="1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3" name="Text Box 25">
                <a:extLst>
                  <a:ext uri="{FF2B5EF4-FFF2-40B4-BE49-F238E27FC236}">
                    <a16:creationId xmlns:a16="http://schemas.microsoft.com/office/drawing/2014/main" id="{606F6BCE-8AD3-DFD9-72D2-402E37DF0A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59325" y="1128713"/>
                <a:ext cx="2984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 b="1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24" name="Text Box 26">
                <a:extLst>
                  <a:ext uri="{FF2B5EF4-FFF2-40B4-BE49-F238E27FC236}">
                    <a16:creationId xmlns:a16="http://schemas.microsoft.com/office/drawing/2014/main" id="{7EA21125-66FC-48F2-6D00-20E4A71E78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56300" y="1128713"/>
                <a:ext cx="2984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 b="1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5" name="Text Box 27">
                <a:extLst>
                  <a:ext uri="{FF2B5EF4-FFF2-40B4-BE49-F238E27FC236}">
                    <a16:creationId xmlns:a16="http://schemas.microsoft.com/office/drawing/2014/main" id="{C9065358-F2E7-BEC3-6E70-1565BCF6CC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5425" y="1433513"/>
                <a:ext cx="2984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 b="1" dirty="0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6" name="Text Box 28">
                <a:extLst>
                  <a:ext uri="{FF2B5EF4-FFF2-40B4-BE49-F238E27FC236}">
                    <a16:creationId xmlns:a16="http://schemas.microsoft.com/office/drawing/2014/main" id="{0BF3CC4D-AE45-765A-26C3-01A25EFFD1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56375" y="2157413"/>
                <a:ext cx="2984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 b="1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7" name="Text Box 29">
                <a:extLst>
                  <a:ext uri="{FF2B5EF4-FFF2-40B4-BE49-F238E27FC236}">
                    <a16:creationId xmlns:a16="http://schemas.microsoft.com/office/drawing/2014/main" id="{78E9D65D-3D91-4323-E390-97EA562944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75525" y="1357313"/>
                <a:ext cx="29845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 b="1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28" name="Text Box 30">
                <a:extLst>
                  <a:ext uri="{FF2B5EF4-FFF2-40B4-BE49-F238E27FC236}">
                    <a16:creationId xmlns:a16="http://schemas.microsoft.com/office/drawing/2014/main" id="{F0357761-B1D8-4904-5883-AC856952AA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1550" y="2492375"/>
                <a:ext cx="4127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 b="1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15</a:t>
                </a:r>
              </a:p>
            </p:txBody>
          </p:sp>
          <p:sp>
            <p:nvSpPr>
              <p:cNvPr id="29" name="Text Box 31">
                <a:extLst>
                  <a:ext uri="{FF2B5EF4-FFF2-40B4-BE49-F238E27FC236}">
                    <a16:creationId xmlns:a16="http://schemas.microsoft.com/office/drawing/2014/main" id="{1D5A0992-3E35-1723-A5EE-BB720639BF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95975" y="3114675"/>
                <a:ext cx="2984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800" b="1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8</a:t>
                </a:r>
              </a:p>
            </p:txBody>
          </p:sp>
        </p:grpSp>
        <p:sp>
          <p:nvSpPr>
            <p:cNvPr id="33" name="Text Box 22">
              <a:extLst>
                <a:ext uri="{FF2B5EF4-FFF2-40B4-BE49-F238E27FC236}">
                  <a16:creationId xmlns:a16="http://schemas.microsoft.com/office/drawing/2014/main" id="{F2A30567-8A67-1998-8429-B3EA3BC55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861" y="1824959"/>
              <a:ext cx="4127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 b="1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14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9C96353-E3F2-ABC6-4FA5-A14D92D4F4CA}"/>
                  </a:ext>
                </a:extLst>
              </p14:cNvPr>
              <p14:cNvContentPartPr/>
              <p14:nvPr/>
            </p14:nvContentPartPr>
            <p14:xfrm>
              <a:off x="169920" y="112320"/>
              <a:ext cx="8869680" cy="64742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9C96353-E3F2-ABC6-4FA5-A14D92D4F4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0560" y="102960"/>
                <a:ext cx="8888400" cy="6492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6652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756F39-1E25-B032-5922-26F8AA452603}"/>
                  </a:ext>
                </a:extLst>
              </p14:cNvPr>
              <p14:cNvContentPartPr/>
              <p14:nvPr/>
            </p14:nvContentPartPr>
            <p14:xfrm>
              <a:off x="266040" y="216000"/>
              <a:ext cx="8583840" cy="4777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756F39-1E25-B032-5922-26F8AA4526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680" y="206640"/>
                <a:ext cx="8602560" cy="479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1548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71463" y="1215463"/>
            <a:ext cx="8229600" cy="4343400"/>
          </a:xfrm>
        </p:spPr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 dirty="0">
                <a:latin typeface="Courier New" panose="02070309020205020404" pitchFamily="49" charset="0"/>
              </a:rPr>
              <a:t>u</a:t>
            </a:r>
            <a:r>
              <a:rPr lang="en-US" altLang="en-US" sz="1700" b="1" dirty="0">
                <a:latin typeface="Courier New" panose="02070309020205020404" pitchFamily="49" charset="0"/>
              </a:rPr>
              <a:t> </a:t>
            </a: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u = </a:t>
            </a:r>
            <a:r>
              <a:rPr lang="en-US" altLang="en-US" sz="17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ExtractMin</a:t>
            </a: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 dirty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 dirty="0">
                <a:latin typeface="Courier New" panose="02070309020205020404" pitchFamily="49" charset="0"/>
              </a:rPr>
              <a:t> </a:t>
            </a: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 dirty="0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 dirty="0">
                <a:latin typeface="Courier New" panose="02070309020205020404" pitchFamily="49" charset="0"/>
              </a:rPr>
              <a:t> </a:t>
            </a: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 dirty="0" err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 dirty="0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</a:t>
            </a:r>
            <a:r>
              <a:rPr lang="en-US" altLang="en-US" sz="17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 dirty="0">
                <a:latin typeface="Courier New" panose="02070309020205020404" pitchFamily="49" charset="0"/>
                <a:sym typeface="Symbol" panose="05050102010706020507" pitchFamily="18" charset="2"/>
              </a:rPr>
              <a:t>);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3962400" y="2126183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56CAE6-E206-829F-A37C-B9A8522AC71D}"/>
              </a:ext>
            </a:extLst>
          </p:cNvPr>
          <p:cNvGrpSpPr/>
          <p:nvPr/>
        </p:nvGrpSpPr>
        <p:grpSpPr>
          <a:xfrm>
            <a:off x="4195763" y="1052513"/>
            <a:ext cx="4476750" cy="2511425"/>
            <a:chOff x="4195763" y="1052513"/>
            <a:chExt cx="4476750" cy="2511425"/>
          </a:xfrm>
        </p:grpSpPr>
        <p:sp>
          <p:nvSpPr>
            <p:cNvPr id="10244" name="Oval 4"/>
            <p:cNvSpPr>
              <a:spLocks noChangeArrowheads="1"/>
            </p:cNvSpPr>
            <p:nvPr/>
          </p:nvSpPr>
          <p:spPr bwMode="auto">
            <a:xfrm>
              <a:off x="4195763" y="1544638"/>
              <a:ext cx="382587" cy="38100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45" name="Oval 5"/>
            <p:cNvSpPr>
              <a:spLocks noChangeArrowheads="1"/>
            </p:cNvSpPr>
            <p:nvPr/>
          </p:nvSpPr>
          <p:spPr bwMode="auto">
            <a:xfrm>
              <a:off x="6380163" y="1544638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46" name="Oval 6"/>
            <p:cNvSpPr>
              <a:spLocks noChangeArrowheads="1"/>
            </p:cNvSpPr>
            <p:nvPr/>
          </p:nvSpPr>
          <p:spPr bwMode="auto">
            <a:xfrm>
              <a:off x="8289925" y="1544638"/>
              <a:ext cx="382588" cy="38100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47" name="Oval 7"/>
            <p:cNvSpPr>
              <a:spLocks noChangeArrowheads="1"/>
            </p:cNvSpPr>
            <p:nvPr/>
          </p:nvSpPr>
          <p:spPr bwMode="auto">
            <a:xfrm>
              <a:off x="4195763" y="2690813"/>
              <a:ext cx="382587" cy="38100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48" name="Oval 8"/>
            <p:cNvSpPr>
              <a:spLocks noChangeArrowheads="1"/>
            </p:cNvSpPr>
            <p:nvPr/>
          </p:nvSpPr>
          <p:spPr bwMode="auto">
            <a:xfrm>
              <a:off x="6380163" y="2690813"/>
              <a:ext cx="381000" cy="38100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49" name="Oval 9"/>
            <p:cNvSpPr>
              <a:spLocks noChangeArrowheads="1"/>
            </p:cNvSpPr>
            <p:nvPr/>
          </p:nvSpPr>
          <p:spPr bwMode="auto">
            <a:xfrm>
              <a:off x="8289925" y="2690813"/>
              <a:ext cx="382588" cy="38100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0" name="Oval 10"/>
            <p:cNvSpPr>
              <a:spLocks noChangeArrowheads="1"/>
            </p:cNvSpPr>
            <p:nvPr/>
          </p:nvSpPr>
          <p:spPr bwMode="auto">
            <a:xfrm>
              <a:off x="5287963" y="3181350"/>
              <a:ext cx="382587" cy="382588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1" name="Oval 11"/>
            <p:cNvSpPr>
              <a:spLocks noChangeArrowheads="1"/>
            </p:cNvSpPr>
            <p:nvPr/>
          </p:nvSpPr>
          <p:spPr bwMode="auto">
            <a:xfrm>
              <a:off x="5287963" y="1052513"/>
              <a:ext cx="382587" cy="38258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0252" name="AutoShape 12"/>
            <p:cNvCxnSpPr>
              <a:cxnSpLocks noChangeShapeType="1"/>
              <a:stCxn id="10251" idx="5"/>
              <a:endCxn id="10245" idx="1"/>
            </p:cNvCxnSpPr>
            <p:nvPr/>
          </p:nvCxnSpPr>
          <p:spPr bwMode="auto">
            <a:xfrm>
              <a:off x="5613400" y="1392238"/>
              <a:ext cx="822325" cy="193675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3" name="AutoShape 13"/>
            <p:cNvCxnSpPr>
              <a:cxnSpLocks noChangeShapeType="1"/>
              <a:stCxn id="10251" idx="3"/>
              <a:endCxn id="10244" idx="7"/>
            </p:cNvCxnSpPr>
            <p:nvPr/>
          </p:nvCxnSpPr>
          <p:spPr bwMode="auto">
            <a:xfrm flipH="1">
              <a:off x="4522788" y="1392238"/>
              <a:ext cx="820737" cy="193675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4" name="AutoShape 14"/>
            <p:cNvCxnSpPr>
              <a:cxnSpLocks noChangeShapeType="1"/>
              <a:stCxn id="10244" idx="6"/>
              <a:endCxn id="10245" idx="2"/>
            </p:cNvCxnSpPr>
            <p:nvPr/>
          </p:nvCxnSpPr>
          <p:spPr bwMode="auto">
            <a:xfrm>
              <a:off x="4591050" y="1735138"/>
              <a:ext cx="1774825" cy="0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5" name="AutoShape 15"/>
            <p:cNvCxnSpPr>
              <a:cxnSpLocks noChangeShapeType="1"/>
              <a:stCxn id="10247" idx="0"/>
              <a:endCxn id="10244" idx="4"/>
            </p:cNvCxnSpPr>
            <p:nvPr/>
          </p:nvCxnSpPr>
          <p:spPr bwMode="auto">
            <a:xfrm flipV="1">
              <a:off x="4386263" y="1939925"/>
              <a:ext cx="0" cy="736600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6" name="AutoShape 16"/>
            <p:cNvCxnSpPr>
              <a:cxnSpLocks noChangeShapeType="1"/>
              <a:stCxn id="10247" idx="5"/>
              <a:endCxn id="10250" idx="1"/>
            </p:cNvCxnSpPr>
            <p:nvPr/>
          </p:nvCxnSpPr>
          <p:spPr bwMode="auto">
            <a:xfrm>
              <a:off x="4522788" y="3030538"/>
              <a:ext cx="820737" cy="193675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7" name="AutoShape 17"/>
            <p:cNvCxnSpPr>
              <a:cxnSpLocks noChangeShapeType="1"/>
              <a:stCxn id="10250" idx="7"/>
              <a:endCxn id="10248" idx="3"/>
            </p:cNvCxnSpPr>
            <p:nvPr/>
          </p:nvCxnSpPr>
          <p:spPr bwMode="auto">
            <a:xfrm flipV="1">
              <a:off x="5613400" y="3030538"/>
              <a:ext cx="822325" cy="193675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8" name="AutoShape 18"/>
            <p:cNvCxnSpPr>
              <a:cxnSpLocks noChangeShapeType="1"/>
              <a:stCxn id="10248" idx="0"/>
              <a:endCxn id="10245" idx="4"/>
            </p:cNvCxnSpPr>
            <p:nvPr/>
          </p:nvCxnSpPr>
          <p:spPr bwMode="auto">
            <a:xfrm flipV="1">
              <a:off x="6570663" y="1939925"/>
              <a:ext cx="0" cy="736600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9" name="AutoShape 19"/>
            <p:cNvCxnSpPr>
              <a:cxnSpLocks noChangeShapeType="1"/>
              <a:stCxn id="10245" idx="6"/>
              <a:endCxn id="10246" idx="2"/>
            </p:cNvCxnSpPr>
            <p:nvPr/>
          </p:nvCxnSpPr>
          <p:spPr bwMode="auto">
            <a:xfrm>
              <a:off x="6775450" y="1735138"/>
              <a:ext cx="1501775" cy="0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0" name="AutoShape 20"/>
            <p:cNvCxnSpPr>
              <a:cxnSpLocks noChangeShapeType="1"/>
              <a:stCxn id="10248" idx="6"/>
              <a:endCxn id="10249" idx="2"/>
            </p:cNvCxnSpPr>
            <p:nvPr/>
          </p:nvCxnSpPr>
          <p:spPr bwMode="auto">
            <a:xfrm>
              <a:off x="6775450" y="2881313"/>
              <a:ext cx="1501775" cy="0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1" name="AutoShape 21"/>
            <p:cNvCxnSpPr>
              <a:cxnSpLocks noChangeShapeType="1"/>
              <a:stCxn id="10250" idx="0"/>
              <a:endCxn id="10244" idx="5"/>
            </p:cNvCxnSpPr>
            <p:nvPr/>
          </p:nvCxnSpPr>
          <p:spPr bwMode="auto">
            <a:xfrm rot="5400000" flipH="1">
              <a:off x="4358482" y="2048669"/>
              <a:ext cx="1284287" cy="955675"/>
            </a:xfrm>
            <a:prstGeom prst="curvedConnector3">
              <a:avLst>
                <a:gd name="adj1" fmla="val 47829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63" name="Text Box 23"/>
            <p:cNvSpPr txBox="1">
              <a:spLocks noChangeArrowheads="1"/>
            </p:cNvSpPr>
            <p:nvPr/>
          </p:nvSpPr>
          <p:spPr bwMode="auto">
            <a:xfrm>
              <a:off x="4979988" y="2271713"/>
              <a:ext cx="412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0264" name="Text Box 24"/>
            <p:cNvSpPr txBox="1">
              <a:spLocks noChangeArrowheads="1"/>
            </p:cNvSpPr>
            <p:nvPr/>
          </p:nvSpPr>
          <p:spPr bwMode="auto">
            <a:xfrm>
              <a:off x="4759325" y="3095625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265" name="Text Box 25"/>
            <p:cNvSpPr txBox="1">
              <a:spLocks noChangeArrowheads="1"/>
            </p:cNvSpPr>
            <p:nvPr/>
          </p:nvSpPr>
          <p:spPr bwMode="auto">
            <a:xfrm>
              <a:off x="4759325" y="1128713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266" name="Text Box 26"/>
            <p:cNvSpPr txBox="1">
              <a:spLocks noChangeArrowheads="1"/>
            </p:cNvSpPr>
            <p:nvPr/>
          </p:nvSpPr>
          <p:spPr bwMode="auto">
            <a:xfrm>
              <a:off x="5956300" y="1128713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267" name="Text Box 27"/>
            <p:cNvSpPr txBox="1">
              <a:spLocks noChangeArrowheads="1"/>
            </p:cNvSpPr>
            <p:nvPr/>
          </p:nvSpPr>
          <p:spPr bwMode="auto">
            <a:xfrm>
              <a:off x="5305425" y="1433513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0268" name="Text Box 28"/>
            <p:cNvSpPr txBox="1">
              <a:spLocks noChangeArrowheads="1"/>
            </p:cNvSpPr>
            <p:nvPr/>
          </p:nvSpPr>
          <p:spPr bwMode="auto">
            <a:xfrm>
              <a:off x="6556375" y="2157413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269" name="Text Box 29"/>
            <p:cNvSpPr txBox="1">
              <a:spLocks noChangeArrowheads="1"/>
            </p:cNvSpPr>
            <p:nvPr/>
          </p:nvSpPr>
          <p:spPr bwMode="auto">
            <a:xfrm>
              <a:off x="7375525" y="1357313"/>
              <a:ext cx="2984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0270" name="Text Box 30"/>
            <p:cNvSpPr txBox="1">
              <a:spLocks noChangeArrowheads="1"/>
            </p:cNvSpPr>
            <p:nvPr/>
          </p:nvSpPr>
          <p:spPr bwMode="auto">
            <a:xfrm>
              <a:off x="7321550" y="2492375"/>
              <a:ext cx="4127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0271" name="Text Box 31"/>
            <p:cNvSpPr txBox="1">
              <a:spLocks noChangeArrowheads="1"/>
            </p:cNvSpPr>
            <p:nvPr/>
          </p:nvSpPr>
          <p:spPr bwMode="auto">
            <a:xfrm>
              <a:off x="5895975" y="3114675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8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</p:grpSp>
      <p:sp>
        <p:nvSpPr>
          <p:cNvPr id="10272" name="Text Box 32"/>
          <p:cNvSpPr txBox="1">
            <a:spLocks noChangeArrowheads="1"/>
          </p:cNvSpPr>
          <p:nvPr/>
        </p:nvSpPr>
        <p:spPr bwMode="auto">
          <a:xfrm>
            <a:off x="5037138" y="3581400"/>
            <a:ext cx="2589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Run on example graph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269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270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271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272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273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274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275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11276" name="AutoShape 12"/>
          <p:cNvCxnSpPr>
            <a:cxnSpLocks noChangeShapeType="1"/>
            <a:stCxn id="11275" idx="5"/>
            <a:endCxn id="11269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7" name="AutoShape 13"/>
          <p:cNvCxnSpPr>
            <a:cxnSpLocks noChangeShapeType="1"/>
            <a:stCxn id="11275" idx="3"/>
            <a:endCxn id="11268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8" name="AutoShape 14"/>
          <p:cNvCxnSpPr>
            <a:cxnSpLocks noChangeShapeType="1"/>
            <a:stCxn id="11268" idx="6"/>
            <a:endCxn id="11269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9" name="AutoShape 15"/>
          <p:cNvCxnSpPr>
            <a:cxnSpLocks noChangeShapeType="1"/>
            <a:stCxn id="11271" idx="0"/>
            <a:endCxn id="11268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AutoShape 16"/>
          <p:cNvCxnSpPr>
            <a:cxnSpLocks noChangeShapeType="1"/>
            <a:stCxn id="11271" idx="5"/>
            <a:endCxn id="11274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AutoShape 17"/>
          <p:cNvCxnSpPr>
            <a:cxnSpLocks noChangeShapeType="1"/>
            <a:stCxn id="11274" idx="7"/>
            <a:endCxn id="11272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AutoShape 18"/>
          <p:cNvCxnSpPr>
            <a:cxnSpLocks noChangeShapeType="1"/>
            <a:stCxn id="11272" idx="0"/>
            <a:endCxn id="11269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3" name="AutoShape 19"/>
          <p:cNvCxnSpPr>
            <a:cxnSpLocks noChangeShapeType="1"/>
            <a:stCxn id="11269" idx="6"/>
            <a:endCxn id="11270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4" name="AutoShape 20"/>
          <p:cNvCxnSpPr>
            <a:cxnSpLocks noChangeShapeType="1"/>
            <a:stCxn id="11272" idx="6"/>
            <a:endCxn id="11273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5" name="AutoShape 21"/>
          <p:cNvCxnSpPr>
            <a:cxnSpLocks noChangeShapeType="1"/>
            <a:stCxn id="11274" idx="0"/>
            <a:endCxn id="11268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1292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1293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1294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1295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1296" name="Text Box 32"/>
          <p:cNvSpPr txBox="1">
            <a:spLocks noChangeArrowheads="1"/>
          </p:cNvSpPr>
          <p:nvPr/>
        </p:nvSpPr>
        <p:spPr bwMode="auto">
          <a:xfrm>
            <a:off x="5037138" y="3581400"/>
            <a:ext cx="2589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Run on example graph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293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294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295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2296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297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298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299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12300" name="AutoShape 12"/>
          <p:cNvCxnSpPr>
            <a:cxnSpLocks noChangeShapeType="1"/>
            <a:stCxn id="12299" idx="5"/>
            <a:endCxn id="12293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1" name="AutoShape 13"/>
          <p:cNvCxnSpPr>
            <a:cxnSpLocks noChangeShapeType="1"/>
            <a:stCxn id="12299" idx="3"/>
            <a:endCxn id="12292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2" name="AutoShape 14"/>
          <p:cNvCxnSpPr>
            <a:cxnSpLocks noChangeShapeType="1"/>
            <a:stCxn id="12292" idx="6"/>
            <a:endCxn id="12293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3" name="AutoShape 15"/>
          <p:cNvCxnSpPr>
            <a:cxnSpLocks noChangeShapeType="1"/>
            <a:stCxn id="12295" idx="0"/>
            <a:endCxn id="12292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4" name="AutoShape 16"/>
          <p:cNvCxnSpPr>
            <a:cxnSpLocks noChangeShapeType="1"/>
            <a:stCxn id="12295" idx="5"/>
            <a:endCxn id="12298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5" name="AutoShape 17"/>
          <p:cNvCxnSpPr>
            <a:cxnSpLocks noChangeShapeType="1"/>
            <a:stCxn id="12298" idx="7"/>
            <a:endCxn id="12296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6" name="AutoShape 18"/>
          <p:cNvCxnSpPr>
            <a:cxnSpLocks noChangeShapeType="1"/>
            <a:stCxn id="12296" idx="0"/>
            <a:endCxn id="12293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7" name="AutoShape 19"/>
          <p:cNvCxnSpPr>
            <a:cxnSpLocks noChangeShapeType="1"/>
            <a:stCxn id="12293" idx="6"/>
            <a:endCxn id="12294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8" name="AutoShape 20"/>
          <p:cNvCxnSpPr>
            <a:cxnSpLocks noChangeShapeType="1"/>
            <a:stCxn id="12296" idx="6"/>
            <a:endCxn id="12297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309" name="AutoShape 21"/>
          <p:cNvCxnSpPr>
            <a:cxnSpLocks noChangeShapeType="1"/>
            <a:stCxn id="12298" idx="0"/>
            <a:endCxn id="12292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2315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2316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2317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2318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2319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2320" name="Text Box 32"/>
          <p:cNvSpPr txBox="1">
            <a:spLocks noChangeArrowheads="1"/>
          </p:cNvSpPr>
          <p:nvPr/>
        </p:nvSpPr>
        <p:spPr bwMode="auto">
          <a:xfrm>
            <a:off x="5221288" y="3581400"/>
            <a:ext cx="22256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Pick a start vertex r</a:t>
            </a:r>
          </a:p>
        </p:txBody>
      </p:sp>
      <p:sp>
        <p:nvSpPr>
          <p:cNvPr id="12321" name="Text Box 33"/>
          <p:cNvSpPr txBox="1">
            <a:spLocks noChangeArrowheads="1"/>
          </p:cNvSpPr>
          <p:nvPr/>
        </p:nvSpPr>
        <p:spPr bwMode="auto">
          <a:xfrm>
            <a:off x="3505200" y="268763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r</a:t>
            </a:r>
          </a:p>
        </p:txBody>
      </p:sp>
      <p:cxnSp>
        <p:nvCxnSpPr>
          <p:cNvPr id="12322" name="AutoShape 34"/>
          <p:cNvCxnSpPr>
            <a:cxnSpLocks noChangeShapeType="1"/>
            <a:stCxn id="12321" idx="3"/>
            <a:endCxn id="12295" idx="2"/>
          </p:cNvCxnSpPr>
          <p:nvPr/>
        </p:nvCxnSpPr>
        <p:spPr bwMode="auto">
          <a:xfrm flipV="1">
            <a:off x="3841750" y="2881313"/>
            <a:ext cx="334963" cy="4762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13316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317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318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319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3320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321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322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323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13324" name="AutoShape 12"/>
          <p:cNvCxnSpPr>
            <a:cxnSpLocks noChangeShapeType="1"/>
            <a:stCxn id="13323" idx="5"/>
            <a:endCxn id="13317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5" name="AutoShape 13"/>
          <p:cNvCxnSpPr>
            <a:cxnSpLocks noChangeShapeType="1"/>
            <a:stCxn id="13323" idx="3"/>
            <a:endCxn id="13316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6" name="AutoShape 14"/>
          <p:cNvCxnSpPr>
            <a:cxnSpLocks noChangeShapeType="1"/>
            <a:stCxn id="13316" idx="6"/>
            <a:endCxn id="13317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7" name="AutoShape 15"/>
          <p:cNvCxnSpPr>
            <a:cxnSpLocks noChangeShapeType="1"/>
            <a:stCxn id="13319" idx="0"/>
            <a:endCxn id="13316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8" name="AutoShape 16"/>
          <p:cNvCxnSpPr>
            <a:cxnSpLocks noChangeShapeType="1"/>
            <a:stCxn id="13319" idx="5"/>
            <a:endCxn id="13322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9" name="AutoShape 17"/>
          <p:cNvCxnSpPr>
            <a:cxnSpLocks noChangeShapeType="1"/>
            <a:stCxn id="13322" idx="7"/>
            <a:endCxn id="13320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0" name="AutoShape 18"/>
          <p:cNvCxnSpPr>
            <a:cxnSpLocks noChangeShapeType="1"/>
            <a:stCxn id="13320" idx="0"/>
            <a:endCxn id="13317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1" name="AutoShape 19"/>
          <p:cNvCxnSpPr>
            <a:cxnSpLocks noChangeShapeType="1"/>
            <a:stCxn id="13317" idx="6"/>
            <a:endCxn id="13318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2" name="AutoShape 20"/>
          <p:cNvCxnSpPr>
            <a:cxnSpLocks noChangeShapeType="1"/>
            <a:stCxn id="13320" idx="6"/>
            <a:endCxn id="13321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3" name="AutoShape 21"/>
          <p:cNvCxnSpPr>
            <a:cxnSpLocks noChangeShapeType="1"/>
            <a:stCxn id="13322" idx="0"/>
            <a:endCxn id="13316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3335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3336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3337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3338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3339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3340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3341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3342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3344" name="Text Box 32"/>
          <p:cNvSpPr txBox="1">
            <a:spLocks noChangeArrowheads="1"/>
          </p:cNvSpPr>
          <p:nvPr/>
        </p:nvSpPr>
        <p:spPr bwMode="auto">
          <a:xfrm>
            <a:off x="4572000" y="3581400"/>
            <a:ext cx="4327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Red vertices have been removed from Q</a:t>
            </a:r>
          </a:p>
        </p:txBody>
      </p:sp>
      <p:sp>
        <p:nvSpPr>
          <p:cNvPr id="13345" name="Text Box 33"/>
          <p:cNvSpPr txBox="1">
            <a:spLocks noChangeArrowheads="1"/>
          </p:cNvSpPr>
          <p:nvPr/>
        </p:nvSpPr>
        <p:spPr bwMode="auto">
          <a:xfrm>
            <a:off x="3505200" y="268763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13346" name="AutoShape 34"/>
          <p:cNvCxnSpPr>
            <a:cxnSpLocks noChangeShapeType="1"/>
            <a:stCxn id="13345" idx="3"/>
            <a:endCxn id="13319" idx="2"/>
          </p:cNvCxnSpPr>
          <p:nvPr/>
        </p:nvCxnSpPr>
        <p:spPr bwMode="auto">
          <a:xfrm flipV="1">
            <a:off x="3841750" y="2881313"/>
            <a:ext cx="334963" cy="4762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347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14348" name="AutoShape 12"/>
          <p:cNvCxnSpPr>
            <a:cxnSpLocks noChangeShapeType="1"/>
            <a:stCxn id="14347" idx="5"/>
            <a:endCxn id="14341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9" name="AutoShape 13"/>
          <p:cNvCxnSpPr>
            <a:cxnSpLocks noChangeShapeType="1"/>
            <a:stCxn id="14347" idx="3"/>
            <a:endCxn id="14340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0" name="AutoShape 14"/>
          <p:cNvCxnSpPr>
            <a:cxnSpLocks noChangeShapeType="1"/>
            <a:stCxn id="14340" idx="6"/>
            <a:endCxn id="14341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1" name="AutoShape 15"/>
          <p:cNvCxnSpPr>
            <a:cxnSpLocks noChangeShapeType="1"/>
            <a:stCxn id="14343" idx="0"/>
            <a:endCxn id="14340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2" name="AutoShape 16"/>
          <p:cNvCxnSpPr>
            <a:cxnSpLocks noChangeShapeType="1"/>
            <a:stCxn id="14343" idx="5"/>
            <a:endCxn id="14346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3" name="AutoShape 17"/>
          <p:cNvCxnSpPr>
            <a:cxnSpLocks noChangeShapeType="1"/>
            <a:stCxn id="14346" idx="7"/>
            <a:endCxn id="14344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4" name="AutoShape 18"/>
          <p:cNvCxnSpPr>
            <a:cxnSpLocks noChangeShapeType="1"/>
            <a:stCxn id="14344" idx="0"/>
            <a:endCxn id="14341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5" name="AutoShape 19"/>
          <p:cNvCxnSpPr>
            <a:cxnSpLocks noChangeShapeType="1"/>
            <a:stCxn id="14341" idx="6"/>
            <a:endCxn id="14342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6" name="AutoShape 20"/>
          <p:cNvCxnSpPr>
            <a:cxnSpLocks noChangeShapeType="1"/>
            <a:stCxn id="14344" idx="6"/>
            <a:endCxn id="14345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7" name="AutoShape 21"/>
          <p:cNvCxnSpPr>
            <a:cxnSpLocks noChangeShapeType="1"/>
            <a:stCxn id="14346" idx="0"/>
            <a:endCxn id="14340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8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4360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4361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4362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4363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4365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4366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4368" name="Text Box 32"/>
          <p:cNvSpPr txBox="1">
            <a:spLocks noChangeArrowheads="1"/>
          </p:cNvSpPr>
          <p:nvPr/>
        </p:nvSpPr>
        <p:spPr bwMode="auto">
          <a:xfrm>
            <a:off x="4783138" y="3581400"/>
            <a:ext cx="3917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Red arrows indicate parent pointers</a:t>
            </a:r>
          </a:p>
        </p:txBody>
      </p:sp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3505200" y="268763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14370" name="AutoShape 34"/>
          <p:cNvCxnSpPr>
            <a:cxnSpLocks noChangeShapeType="1"/>
            <a:stCxn id="14369" idx="3"/>
            <a:endCxn id="14343" idx="2"/>
          </p:cNvCxnSpPr>
          <p:nvPr/>
        </p:nvCxnSpPr>
        <p:spPr bwMode="auto">
          <a:xfrm flipV="1">
            <a:off x="3841750" y="2881313"/>
            <a:ext cx="334963" cy="4762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14</a:t>
            </a:r>
          </a:p>
        </p:txBody>
      </p:sp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6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5368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15372" name="AutoShape 12"/>
          <p:cNvCxnSpPr>
            <a:cxnSpLocks noChangeShapeType="1"/>
            <a:stCxn id="15371" idx="5"/>
            <a:endCxn id="15365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3" name="AutoShape 13"/>
          <p:cNvCxnSpPr>
            <a:cxnSpLocks noChangeShapeType="1"/>
            <a:stCxn id="15371" idx="3"/>
            <a:endCxn id="15364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4" name="AutoShape 14"/>
          <p:cNvCxnSpPr>
            <a:cxnSpLocks noChangeShapeType="1"/>
            <a:stCxn id="15364" idx="6"/>
            <a:endCxn id="15365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5" name="AutoShape 15"/>
          <p:cNvCxnSpPr>
            <a:cxnSpLocks noChangeShapeType="1"/>
            <a:stCxn id="15367" idx="0"/>
            <a:endCxn id="15364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6" name="AutoShape 16"/>
          <p:cNvCxnSpPr>
            <a:cxnSpLocks noChangeShapeType="1"/>
            <a:stCxn id="15367" idx="5"/>
            <a:endCxn id="15370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7" name="AutoShape 17"/>
          <p:cNvCxnSpPr>
            <a:cxnSpLocks noChangeShapeType="1"/>
            <a:stCxn id="15370" idx="7"/>
            <a:endCxn id="15368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8" name="AutoShape 18"/>
          <p:cNvCxnSpPr>
            <a:cxnSpLocks noChangeShapeType="1"/>
            <a:stCxn id="15368" idx="0"/>
            <a:endCxn id="15365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9" name="AutoShape 19"/>
          <p:cNvCxnSpPr>
            <a:cxnSpLocks noChangeShapeType="1"/>
            <a:stCxn id="15365" idx="6"/>
            <a:endCxn id="15366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0" name="AutoShape 20"/>
          <p:cNvCxnSpPr>
            <a:cxnSpLocks noChangeShapeType="1"/>
            <a:stCxn id="15368" idx="6"/>
            <a:endCxn id="15369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1" name="AutoShape 21"/>
          <p:cNvCxnSpPr>
            <a:cxnSpLocks noChangeShapeType="1"/>
            <a:stCxn id="15370" idx="0"/>
            <a:endCxn id="15364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2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5384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5387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5388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5390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5391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5392" name="Text Box 32"/>
          <p:cNvSpPr txBox="1">
            <a:spLocks noChangeArrowheads="1"/>
          </p:cNvSpPr>
          <p:nvPr/>
        </p:nvSpPr>
        <p:spPr bwMode="auto">
          <a:xfrm>
            <a:off x="3505200" y="268763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15393" name="AutoShape 33"/>
          <p:cNvCxnSpPr>
            <a:cxnSpLocks noChangeShapeType="1"/>
            <a:stCxn id="15392" idx="3"/>
            <a:endCxn id="15367" idx="2"/>
          </p:cNvCxnSpPr>
          <p:nvPr/>
        </p:nvCxnSpPr>
        <p:spPr bwMode="auto">
          <a:xfrm flipV="1">
            <a:off x="3841750" y="2881313"/>
            <a:ext cx="334963" cy="4762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14</a:t>
            </a:r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0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1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3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6395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16396" name="AutoShape 12"/>
          <p:cNvCxnSpPr>
            <a:cxnSpLocks noChangeShapeType="1"/>
            <a:stCxn id="16395" idx="5"/>
            <a:endCxn id="16389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7" name="AutoShape 13"/>
          <p:cNvCxnSpPr>
            <a:cxnSpLocks noChangeShapeType="1"/>
            <a:stCxn id="16395" idx="3"/>
            <a:endCxn id="16388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14"/>
          <p:cNvCxnSpPr>
            <a:cxnSpLocks noChangeShapeType="1"/>
            <a:stCxn id="16388" idx="6"/>
            <a:endCxn id="16389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9" name="AutoShape 15"/>
          <p:cNvCxnSpPr>
            <a:cxnSpLocks noChangeShapeType="1"/>
            <a:stCxn id="16391" idx="0"/>
            <a:endCxn id="16388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0" name="AutoShape 16"/>
          <p:cNvCxnSpPr>
            <a:cxnSpLocks noChangeShapeType="1"/>
            <a:stCxn id="16391" idx="5"/>
            <a:endCxn id="16394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1" name="AutoShape 17"/>
          <p:cNvCxnSpPr>
            <a:cxnSpLocks noChangeShapeType="1"/>
            <a:stCxn id="16394" idx="7"/>
            <a:endCxn id="16392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2" name="AutoShape 18"/>
          <p:cNvCxnSpPr>
            <a:cxnSpLocks noChangeShapeType="1"/>
            <a:stCxn id="16392" idx="0"/>
            <a:endCxn id="16389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3" name="AutoShape 19"/>
          <p:cNvCxnSpPr>
            <a:cxnSpLocks noChangeShapeType="1"/>
            <a:stCxn id="16389" idx="6"/>
            <a:endCxn id="16390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4" name="AutoShape 20"/>
          <p:cNvCxnSpPr>
            <a:cxnSpLocks noChangeShapeType="1"/>
            <a:stCxn id="16392" idx="6"/>
            <a:endCxn id="16393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5" name="AutoShape 21"/>
          <p:cNvCxnSpPr>
            <a:cxnSpLocks noChangeShapeType="1"/>
            <a:stCxn id="16394" idx="0"/>
            <a:endCxn id="16388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6408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6409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6410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6411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6414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4692650" y="329723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16417" name="AutoShape 33"/>
          <p:cNvCxnSpPr>
            <a:cxnSpLocks noChangeShapeType="1"/>
            <a:stCxn id="16416" idx="3"/>
            <a:endCxn id="16394" idx="2"/>
          </p:cNvCxnSpPr>
          <p:nvPr/>
        </p:nvCxnSpPr>
        <p:spPr bwMode="auto">
          <a:xfrm flipV="1">
            <a:off x="5029200" y="3373438"/>
            <a:ext cx="239713" cy="1222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14</a:t>
            </a:r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17417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7419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17420" name="AutoShape 12"/>
          <p:cNvCxnSpPr>
            <a:cxnSpLocks noChangeShapeType="1"/>
            <a:stCxn id="17419" idx="5"/>
            <a:endCxn id="17413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1" name="AutoShape 13"/>
          <p:cNvCxnSpPr>
            <a:cxnSpLocks noChangeShapeType="1"/>
            <a:stCxn id="17419" idx="3"/>
            <a:endCxn id="17412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2" name="AutoShape 14"/>
          <p:cNvCxnSpPr>
            <a:cxnSpLocks noChangeShapeType="1"/>
            <a:stCxn id="17412" idx="6"/>
            <a:endCxn id="17413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3" name="AutoShape 15"/>
          <p:cNvCxnSpPr>
            <a:cxnSpLocks noChangeShapeType="1"/>
            <a:stCxn id="17415" idx="0"/>
            <a:endCxn id="17412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4" name="AutoShape 16"/>
          <p:cNvCxnSpPr>
            <a:cxnSpLocks noChangeShapeType="1"/>
            <a:stCxn id="17415" idx="5"/>
            <a:endCxn id="17418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5" name="AutoShape 17"/>
          <p:cNvCxnSpPr>
            <a:cxnSpLocks noChangeShapeType="1"/>
            <a:stCxn id="17418" idx="7"/>
            <a:endCxn id="17416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6" name="AutoShape 18"/>
          <p:cNvCxnSpPr>
            <a:cxnSpLocks noChangeShapeType="1"/>
            <a:stCxn id="17416" idx="0"/>
            <a:endCxn id="17413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7" name="AutoShape 19"/>
          <p:cNvCxnSpPr>
            <a:cxnSpLocks noChangeShapeType="1"/>
            <a:stCxn id="17413" idx="6"/>
            <a:endCxn id="17414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8" name="AutoShape 20"/>
          <p:cNvCxnSpPr>
            <a:cxnSpLocks noChangeShapeType="1"/>
            <a:stCxn id="17416" idx="6"/>
            <a:endCxn id="17417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29" name="AutoShape 21"/>
          <p:cNvCxnSpPr>
            <a:cxnSpLocks noChangeShapeType="1"/>
            <a:stCxn id="17418" idx="0"/>
            <a:endCxn id="17412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7432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7435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7436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7437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7438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7439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7440" name="Text Box 32"/>
          <p:cNvSpPr txBox="1">
            <a:spLocks noChangeArrowheads="1"/>
          </p:cNvSpPr>
          <p:nvPr/>
        </p:nvSpPr>
        <p:spPr bwMode="auto">
          <a:xfrm>
            <a:off x="4692650" y="329723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17441" name="AutoShape 33"/>
          <p:cNvCxnSpPr>
            <a:cxnSpLocks noChangeShapeType="1"/>
            <a:stCxn id="17440" idx="3"/>
            <a:endCxn id="17418" idx="2"/>
          </p:cNvCxnSpPr>
          <p:nvPr/>
        </p:nvCxnSpPr>
        <p:spPr bwMode="auto">
          <a:xfrm flipV="1">
            <a:off x="5029200" y="3373438"/>
            <a:ext cx="239713" cy="1222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18441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42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8443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18444" name="AutoShape 12"/>
          <p:cNvCxnSpPr>
            <a:cxnSpLocks noChangeShapeType="1"/>
            <a:stCxn id="18443" idx="5"/>
            <a:endCxn id="18437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5" name="AutoShape 13"/>
          <p:cNvCxnSpPr>
            <a:cxnSpLocks noChangeShapeType="1"/>
            <a:stCxn id="18443" idx="3"/>
            <a:endCxn id="18436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6" name="AutoShape 14"/>
          <p:cNvCxnSpPr>
            <a:cxnSpLocks noChangeShapeType="1"/>
            <a:stCxn id="18436" idx="6"/>
            <a:endCxn id="18437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7" name="AutoShape 15"/>
          <p:cNvCxnSpPr>
            <a:cxnSpLocks noChangeShapeType="1"/>
            <a:stCxn id="18439" idx="0"/>
            <a:endCxn id="18436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8" name="AutoShape 16"/>
          <p:cNvCxnSpPr>
            <a:cxnSpLocks noChangeShapeType="1"/>
            <a:stCxn id="18439" idx="5"/>
            <a:endCxn id="18442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9" name="AutoShape 17"/>
          <p:cNvCxnSpPr>
            <a:cxnSpLocks noChangeShapeType="1"/>
            <a:stCxn id="18442" idx="7"/>
            <a:endCxn id="18440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0" name="AutoShape 18"/>
          <p:cNvCxnSpPr>
            <a:cxnSpLocks noChangeShapeType="1"/>
            <a:stCxn id="18440" idx="0"/>
            <a:endCxn id="18437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1" name="AutoShape 19"/>
          <p:cNvCxnSpPr>
            <a:cxnSpLocks noChangeShapeType="1"/>
            <a:stCxn id="18437" idx="6"/>
            <a:endCxn id="18438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2" name="AutoShape 20"/>
          <p:cNvCxnSpPr>
            <a:cxnSpLocks noChangeShapeType="1"/>
            <a:stCxn id="18440" idx="6"/>
            <a:endCxn id="18441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3" name="AutoShape 21"/>
          <p:cNvCxnSpPr>
            <a:cxnSpLocks noChangeShapeType="1"/>
            <a:stCxn id="18442" idx="0"/>
            <a:endCxn id="18436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8456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8457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8459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461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8464" name="Text Box 32"/>
          <p:cNvSpPr txBox="1">
            <a:spLocks noChangeArrowheads="1"/>
          </p:cNvSpPr>
          <p:nvPr/>
        </p:nvSpPr>
        <p:spPr bwMode="auto">
          <a:xfrm>
            <a:off x="4692650" y="329723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18465" name="AutoShape 33"/>
          <p:cNvCxnSpPr>
            <a:cxnSpLocks noChangeShapeType="1"/>
            <a:stCxn id="18464" idx="3"/>
            <a:endCxn id="18442" idx="2"/>
          </p:cNvCxnSpPr>
          <p:nvPr/>
        </p:nvCxnSpPr>
        <p:spPr bwMode="auto">
          <a:xfrm flipV="1">
            <a:off x="5029200" y="3373438"/>
            <a:ext cx="239713" cy="1222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19461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2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3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9464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19465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9467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19468" name="AutoShape 12"/>
          <p:cNvCxnSpPr>
            <a:cxnSpLocks noChangeShapeType="1"/>
            <a:stCxn id="19467" idx="5"/>
            <a:endCxn id="19461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9" name="AutoShape 13"/>
          <p:cNvCxnSpPr>
            <a:cxnSpLocks noChangeShapeType="1"/>
            <a:stCxn id="19467" idx="3"/>
            <a:endCxn id="19460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0" name="AutoShape 14"/>
          <p:cNvCxnSpPr>
            <a:cxnSpLocks noChangeShapeType="1"/>
            <a:stCxn id="19460" idx="6"/>
            <a:endCxn id="19461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1" name="AutoShape 15"/>
          <p:cNvCxnSpPr>
            <a:cxnSpLocks noChangeShapeType="1"/>
            <a:stCxn id="19463" idx="0"/>
            <a:endCxn id="19460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2" name="AutoShape 16"/>
          <p:cNvCxnSpPr>
            <a:cxnSpLocks noChangeShapeType="1"/>
            <a:stCxn id="19463" idx="5"/>
            <a:endCxn id="19466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3" name="AutoShape 17"/>
          <p:cNvCxnSpPr>
            <a:cxnSpLocks noChangeShapeType="1"/>
            <a:stCxn id="19466" idx="7"/>
            <a:endCxn id="19464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4" name="AutoShape 18"/>
          <p:cNvCxnSpPr>
            <a:cxnSpLocks noChangeShapeType="1"/>
            <a:stCxn id="19464" idx="0"/>
            <a:endCxn id="19461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5" name="AutoShape 19"/>
          <p:cNvCxnSpPr>
            <a:cxnSpLocks noChangeShapeType="1"/>
            <a:stCxn id="19461" idx="6"/>
            <a:endCxn id="19462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6" name="AutoShape 20"/>
          <p:cNvCxnSpPr>
            <a:cxnSpLocks noChangeShapeType="1"/>
            <a:stCxn id="19464" idx="6"/>
            <a:endCxn id="19465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77" name="AutoShape 21"/>
          <p:cNvCxnSpPr>
            <a:cxnSpLocks noChangeShapeType="1"/>
            <a:stCxn id="19466" idx="0"/>
            <a:endCxn id="19460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8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19479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19480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9481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19482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9483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19484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9485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19486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19487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19488" name="Text Box 32"/>
          <p:cNvSpPr txBox="1">
            <a:spLocks noChangeArrowheads="1"/>
          </p:cNvSpPr>
          <p:nvPr/>
        </p:nvSpPr>
        <p:spPr bwMode="auto">
          <a:xfrm>
            <a:off x="6553200" y="333851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19489" name="AutoShape 33"/>
          <p:cNvCxnSpPr>
            <a:cxnSpLocks noChangeShapeType="1"/>
            <a:stCxn id="19488" idx="0"/>
            <a:endCxn id="19464" idx="4"/>
          </p:cNvCxnSpPr>
          <p:nvPr/>
        </p:nvCxnSpPr>
        <p:spPr bwMode="auto">
          <a:xfrm flipH="1" flipV="1">
            <a:off x="6570663" y="3090863"/>
            <a:ext cx="150812" cy="24765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20485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0486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0490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0491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20492" name="AutoShape 12"/>
          <p:cNvCxnSpPr>
            <a:cxnSpLocks noChangeShapeType="1"/>
            <a:stCxn id="20491" idx="5"/>
            <a:endCxn id="20485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3" name="AutoShape 13"/>
          <p:cNvCxnSpPr>
            <a:cxnSpLocks noChangeShapeType="1"/>
            <a:stCxn id="20491" idx="3"/>
            <a:endCxn id="20484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4" name="AutoShape 14"/>
          <p:cNvCxnSpPr>
            <a:cxnSpLocks noChangeShapeType="1"/>
            <a:stCxn id="20484" idx="6"/>
            <a:endCxn id="20485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5" name="AutoShape 15"/>
          <p:cNvCxnSpPr>
            <a:cxnSpLocks noChangeShapeType="1"/>
            <a:stCxn id="20487" idx="0"/>
            <a:endCxn id="20484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6" name="AutoShape 16"/>
          <p:cNvCxnSpPr>
            <a:cxnSpLocks noChangeShapeType="1"/>
            <a:stCxn id="20487" idx="5"/>
            <a:endCxn id="20490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7" name="AutoShape 17"/>
          <p:cNvCxnSpPr>
            <a:cxnSpLocks noChangeShapeType="1"/>
            <a:stCxn id="20490" idx="7"/>
            <a:endCxn id="20488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AutoShape 18"/>
          <p:cNvCxnSpPr>
            <a:cxnSpLocks noChangeShapeType="1"/>
            <a:stCxn id="20488" idx="0"/>
            <a:endCxn id="20485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9" name="AutoShape 19"/>
          <p:cNvCxnSpPr>
            <a:cxnSpLocks noChangeShapeType="1"/>
            <a:stCxn id="20485" idx="6"/>
            <a:endCxn id="20486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0" name="AutoShape 20"/>
          <p:cNvCxnSpPr>
            <a:cxnSpLocks noChangeShapeType="1"/>
            <a:stCxn id="20488" idx="6"/>
            <a:endCxn id="20489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1" name="AutoShape 21"/>
          <p:cNvCxnSpPr>
            <a:cxnSpLocks noChangeShapeType="1"/>
            <a:stCxn id="20490" idx="0"/>
            <a:endCxn id="20484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0503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0504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505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0506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0507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0508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0510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0511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0512" name="Text Box 32"/>
          <p:cNvSpPr txBox="1">
            <a:spLocks noChangeArrowheads="1"/>
          </p:cNvSpPr>
          <p:nvPr/>
        </p:nvSpPr>
        <p:spPr bwMode="auto">
          <a:xfrm>
            <a:off x="6553200" y="333851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20513" name="AutoShape 33"/>
          <p:cNvCxnSpPr>
            <a:cxnSpLocks noChangeShapeType="1"/>
            <a:stCxn id="20512" idx="0"/>
            <a:endCxn id="20488" idx="4"/>
          </p:cNvCxnSpPr>
          <p:nvPr/>
        </p:nvCxnSpPr>
        <p:spPr bwMode="auto">
          <a:xfrm flipH="1" flipV="1">
            <a:off x="6570663" y="3090863"/>
            <a:ext cx="150812" cy="24765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21509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1511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1512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1513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21514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1515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21516" name="AutoShape 12"/>
          <p:cNvCxnSpPr>
            <a:cxnSpLocks noChangeShapeType="1"/>
            <a:stCxn id="21515" idx="5"/>
            <a:endCxn id="21509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7" name="AutoShape 13"/>
          <p:cNvCxnSpPr>
            <a:cxnSpLocks noChangeShapeType="1"/>
            <a:stCxn id="21515" idx="3"/>
            <a:endCxn id="21508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8" name="AutoShape 14"/>
          <p:cNvCxnSpPr>
            <a:cxnSpLocks noChangeShapeType="1"/>
            <a:stCxn id="21508" idx="6"/>
            <a:endCxn id="21509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9" name="AutoShape 15"/>
          <p:cNvCxnSpPr>
            <a:cxnSpLocks noChangeShapeType="1"/>
            <a:stCxn id="21511" idx="0"/>
            <a:endCxn id="21508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0" name="AutoShape 16"/>
          <p:cNvCxnSpPr>
            <a:cxnSpLocks noChangeShapeType="1"/>
            <a:stCxn id="21511" idx="5"/>
            <a:endCxn id="21514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1" name="AutoShape 17"/>
          <p:cNvCxnSpPr>
            <a:cxnSpLocks noChangeShapeType="1"/>
            <a:stCxn id="21514" idx="7"/>
            <a:endCxn id="21512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2" name="AutoShape 18"/>
          <p:cNvCxnSpPr>
            <a:cxnSpLocks noChangeShapeType="1"/>
            <a:stCxn id="21512" idx="0"/>
            <a:endCxn id="21509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3" name="AutoShape 19"/>
          <p:cNvCxnSpPr>
            <a:cxnSpLocks noChangeShapeType="1"/>
            <a:stCxn id="21509" idx="6"/>
            <a:endCxn id="21510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4" name="AutoShape 20"/>
          <p:cNvCxnSpPr>
            <a:cxnSpLocks noChangeShapeType="1"/>
            <a:stCxn id="21512" idx="6"/>
            <a:endCxn id="21513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5" name="AutoShape 21"/>
          <p:cNvCxnSpPr>
            <a:cxnSpLocks noChangeShapeType="1"/>
            <a:stCxn id="21514" idx="0"/>
            <a:endCxn id="21508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1527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1528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1529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1530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1531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1532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1533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1534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1535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1536" name="Text Box 32"/>
          <p:cNvSpPr txBox="1">
            <a:spLocks noChangeArrowheads="1"/>
          </p:cNvSpPr>
          <p:nvPr/>
        </p:nvSpPr>
        <p:spPr bwMode="auto">
          <a:xfrm>
            <a:off x="6553200" y="333851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21537" name="AutoShape 33"/>
          <p:cNvCxnSpPr>
            <a:cxnSpLocks noChangeShapeType="1"/>
            <a:stCxn id="21536" idx="0"/>
            <a:endCxn id="21512" idx="4"/>
          </p:cNvCxnSpPr>
          <p:nvPr/>
        </p:nvCxnSpPr>
        <p:spPr bwMode="auto">
          <a:xfrm flipH="1" flipV="1">
            <a:off x="6570663" y="3090863"/>
            <a:ext cx="150812" cy="24765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4195763" y="1549400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6380163" y="15494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8289925" y="15494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4195763" y="2695575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2536" name="Oval 8"/>
          <p:cNvSpPr>
            <a:spLocks noChangeArrowheads="1"/>
          </p:cNvSpPr>
          <p:nvPr/>
        </p:nvSpPr>
        <p:spPr bwMode="auto">
          <a:xfrm>
            <a:off x="6380163" y="269557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8289925" y="269557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22538" name="Oval 10"/>
          <p:cNvSpPr>
            <a:spLocks noChangeArrowheads="1"/>
          </p:cNvSpPr>
          <p:nvPr/>
        </p:nvSpPr>
        <p:spPr bwMode="auto">
          <a:xfrm>
            <a:off x="5287963" y="3186113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2539" name="Oval 11"/>
          <p:cNvSpPr>
            <a:spLocks noChangeArrowheads="1"/>
          </p:cNvSpPr>
          <p:nvPr/>
        </p:nvSpPr>
        <p:spPr bwMode="auto">
          <a:xfrm>
            <a:off x="5287963" y="1057275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22540" name="AutoShape 12"/>
          <p:cNvCxnSpPr>
            <a:cxnSpLocks noChangeShapeType="1"/>
            <a:stCxn id="22539" idx="5"/>
            <a:endCxn id="22533" idx="1"/>
          </p:cNvCxnSpPr>
          <p:nvPr/>
        </p:nvCxnSpPr>
        <p:spPr bwMode="auto">
          <a:xfrm>
            <a:off x="5613400" y="1397000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1" name="AutoShape 13"/>
          <p:cNvCxnSpPr>
            <a:cxnSpLocks noChangeShapeType="1"/>
            <a:stCxn id="22539" idx="3"/>
            <a:endCxn id="22532" idx="7"/>
          </p:cNvCxnSpPr>
          <p:nvPr/>
        </p:nvCxnSpPr>
        <p:spPr bwMode="auto">
          <a:xfrm flipH="1">
            <a:off x="4522788" y="1397000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2" name="AutoShape 14"/>
          <p:cNvCxnSpPr>
            <a:cxnSpLocks noChangeShapeType="1"/>
            <a:stCxn id="22532" idx="6"/>
            <a:endCxn id="22533" idx="2"/>
          </p:cNvCxnSpPr>
          <p:nvPr/>
        </p:nvCxnSpPr>
        <p:spPr bwMode="auto">
          <a:xfrm>
            <a:off x="4591050" y="1739900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3" name="AutoShape 15"/>
          <p:cNvCxnSpPr>
            <a:cxnSpLocks noChangeShapeType="1"/>
            <a:stCxn id="22535" idx="0"/>
            <a:endCxn id="22532" idx="4"/>
          </p:cNvCxnSpPr>
          <p:nvPr/>
        </p:nvCxnSpPr>
        <p:spPr bwMode="auto">
          <a:xfrm flipV="1">
            <a:off x="4386263" y="1944688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4" name="AutoShape 16"/>
          <p:cNvCxnSpPr>
            <a:cxnSpLocks noChangeShapeType="1"/>
            <a:stCxn id="22535" idx="5"/>
            <a:endCxn id="22538" idx="1"/>
          </p:cNvCxnSpPr>
          <p:nvPr/>
        </p:nvCxnSpPr>
        <p:spPr bwMode="auto">
          <a:xfrm>
            <a:off x="4522788" y="3035300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5" name="AutoShape 17"/>
          <p:cNvCxnSpPr>
            <a:cxnSpLocks noChangeShapeType="1"/>
            <a:stCxn id="22538" idx="7"/>
            <a:endCxn id="22536" idx="3"/>
          </p:cNvCxnSpPr>
          <p:nvPr/>
        </p:nvCxnSpPr>
        <p:spPr bwMode="auto">
          <a:xfrm flipV="1">
            <a:off x="5613400" y="3035300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6" name="AutoShape 18"/>
          <p:cNvCxnSpPr>
            <a:cxnSpLocks noChangeShapeType="1"/>
            <a:stCxn id="22536" idx="0"/>
            <a:endCxn id="22533" idx="4"/>
          </p:cNvCxnSpPr>
          <p:nvPr/>
        </p:nvCxnSpPr>
        <p:spPr bwMode="auto">
          <a:xfrm flipV="1">
            <a:off x="6570663" y="1944688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7" name="AutoShape 19"/>
          <p:cNvCxnSpPr>
            <a:cxnSpLocks noChangeShapeType="1"/>
            <a:stCxn id="22533" idx="6"/>
            <a:endCxn id="22534" idx="2"/>
          </p:cNvCxnSpPr>
          <p:nvPr/>
        </p:nvCxnSpPr>
        <p:spPr bwMode="auto">
          <a:xfrm>
            <a:off x="6775450" y="1739900"/>
            <a:ext cx="150177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8" name="AutoShape 20"/>
          <p:cNvCxnSpPr>
            <a:cxnSpLocks noChangeShapeType="1"/>
            <a:stCxn id="22536" idx="6"/>
            <a:endCxn id="22537" idx="2"/>
          </p:cNvCxnSpPr>
          <p:nvPr/>
        </p:nvCxnSpPr>
        <p:spPr bwMode="auto">
          <a:xfrm>
            <a:off x="6775450" y="288607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9" name="AutoShape 21"/>
          <p:cNvCxnSpPr>
            <a:cxnSpLocks noChangeShapeType="1"/>
            <a:stCxn id="22538" idx="0"/>
            <a:endCxn id="22532" idx="5"/>
          </p:cNvCxnSpPr>
          <p:nvPr/>
        </p:nvCxnSpPr>
        <p:spPr bwMode="auto">
          <a:xfrm rot="5400000" flipH="1">
            <a:off x="4358482" y="2053431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3962400" y="21288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4979988" y="22764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4759325" y="31003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4759325" y="11334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2554" name="Text Box 26"/>
          <p:cNvSpPr txBox="1">
            <a:spLocks noChangeArrowheads="1"/>
          </p:cNvSpPr>
          <p:nvPr/>
        </p:nvSpPr>
        <p:spPr bwMode="auto">
          <a:xfrm>
            <a:off x="5956300" y="11334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2555" name="Text Box 27"/>
          <p:cNvSpPr txBox="1">
            <a:spLocks noChangeArrowheads="1"/>
          </p:cNvSpPr>
          <p:nvPr/>
        </p:nvSpPr>
        <p:spPr bwMode="auto">
          <a:xfrm>
            <a:off x="5305425" y="14382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2556" name="Text Box 28"/>
          <p:cNvSpPr txBox="1">
            <a:spLocks noChangeArrowheads="1"/>
          </p:cNvSpPr>
          <p:nvPr/>
        </p:nvSpPr>
        <p:spPr bwMode="auto">
          <a:xfrm>
            <a:off x="6556375" y="21621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2557" name="Text Box 29"/>
          <p:cNvSpPr txBox="1">
            <a:spLocks noChangeArrowheads="1"/>
          </p:cNvSpPr>
          <p:nvPr/>
        </p:nvSpPr>
        <p:spPr bwMode="auto">
          <a:xfrm>
            <a:off x="7375525" y="13620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2558" name="Text Box 30"/>
          <p:cNvSpPr txBox="1">
            <a:spLocks noChangeArrowheads="1"/>
          </p:cNvSpPr>
          <p:nvPr/>
        </p:nvSpPr>
        <p:spPr bwMode="auto">
          <a:xfrm>
            <a:off x="7321550" y="24971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2559" name="Text Box 31"/>
          <p:cNvSpPr txBox="1">
            <a:spLocks noChangeArrowheads="1"/>
          </p:cNvSpPr>
          <p:nvPr/>
        </p:nvSpPr>
        <p:spPr bwMode="auto">
          <a:xfrm>
            <a:off x="5895975" y="3119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2560" name="Text Box 32"/>
          <p:cNvSpPr txBox="1">
            <a:spLocks noChangeArrowheads="1"/>
          </p:cNvSpPr>
          <p:nvPr/>
        </p:nvSpPr>
        <p:spPr bwMode="auto">
          <a:xfrm>
            <a:off x="6934200" y="98107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22561" name="AutoShape 33"/>
          <p:cNvCxnSpPr>
            <a:cxnSpLocks noChangeShapeType="1"/>
            <a:stCxn id="22560" idx="1"/>
            <a:endCxn id="22533" idx="0"/>
          </p:cNvCxnSpPr>
          <p:nvPr/>
        </p:nvCxnSpPr>
        <p:spPr bwMode="auto">
          <a:xfrm flipH="1">
            <a:off x="6570663" y="1179513"/>
            <a:ext cx="363537" cy="3508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4195763" y="1549400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23557" name="Oval 5"/>
          <p:cNvSpPr>
            <a:spLocks noChangeArrowheads="1"/>
          </p:cNvSpPr>
          <p:nvPr/>
        </p:nvSpPr>
        <p:spPr bwMode="auto">
          <a:xfrm>
            <a:off x="6380163" y="15494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3558" name="Oval 6"/>
          <p:cNvSpPr>
            <a:spLocks noChangeArrowheads="1"/>
          </p:cNvSpPr>
          <p:nvPr/>
        </p:nvSpPr>
        <p:spPr bwMode="auto">
          <a:xfrm>
            <a:off x="8289925" y="15494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3559" name="Oval 7"/>
          <p:cNvSpPr>
            <a:spLocks noChangeArrowheads="1"/>
          </p:cNvSpPr>
          <p:nvPr/>
        </p:nvSpPr>
        <p:spPr bwMode="auto">
          <a:xfrm>
            <a:off x="4195763" y="2695575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3560" name="Oval 8"/>
          <p:cNvSpPr>
            <a:spLocks noChangeArrowheads="1"/>
          </p:cNvSpPr>
          <p:nvPr/>
        </p:nvSpPr>
        <p:spPr bwMode="auto">
          <a:xfrm>
            <a:off x="6380163" y="269557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3561" name="Oval 9"/>
          <p:cNvSpPr>
            <a:spLocks noChangeArrowheads="1"/>
          </p:cNvSpPr>
          <p:nvPr/>
        </p:nvSpPr>
        <p:spPr bwMode="auto">
          <a:xfrm>
            <a:off x="8289925" y="269557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23562" name="Oval 10"/>
          <p:cNvSpPr>
            <a:spLocks noChangeArrowheads="1"/>
          </p:cNvSpPr>
          <p:nvPr/>
        </p:nvSpPr>
        <p:spPr bwMode="auto">
          <a:xfrm>
            <a:off x="5287963" y="3186113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3563" name="Oval 11"/>
          <p:cNvSpPr>
            <a:spLocks noChangeArrowheads="1"/>
          </p:cNvSpPr>
          <p:nvPr/>
        </p:nvSpPr>
        <p:spPr bwMode="auto">
          <a:xfrm>
            <a:off x="5287963" y="1057275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</a:t>
            </a:r>
          </a:p>
        </p:txBody>
      </p:sp>
      <p:cxnSp>
        <p:nvCxnSpPr>
          <p:cNvPr id="23564" name="AutoShape 12"/>
          <p:cNvCxnSpPr>
            <a:cxnSpLocks noChangeShapeType="1"/>
            <a:stCxn id="23563" idx="5"/>
            <a:endCxn id="23557" idx="1"/>
          </p:cNvCxnSpPr>
          <p:nvPr/>
        </p:nvCxnSpPr>
        <p:spPr bwMode="auto">
          <a:xfrm>
            <a:off x="5613400" y="1397000"/>
            <a:ext cx="822325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AutoShape 13"/>
          <p:cNvCxnSpPr>
            <a:cxnSpLocks noChangeShapeType="1"/>
            <a:stCxn id="23563" idx="3"/>
            <a:endCxn id="23556" idx="7"/>
          </p:cNvCxnSpPr>
          <p:nvPr/>
        </p:nvCxnSpPr>
        <p:spPr bwMode="auto">
          <a:xfrm flipH="1">
            <a:off x="4522788" y="1397000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6" name="AutoShape 14"/>
          <p:cNvCxnSpPr>
            <a:cxnSpLocks noChangeShapeType="1"/>
            <a:stCxn id="23556" idx="6"/>
            <a:endCxn id="23557" idx="2"/>
          </p:cNvCxnSpPr>
          <p:nvPr/>
        </p:nvCxnSpPr>
        <p:spPr bwMode="auto">
          <a:xfrm>
            <a:off x="4591050" y="1739900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7" name="AutoShape 15"/>
          <p:cNvCxnSpPr>
            <a:cxnSpLocks noChangeShapeType="1"/>
            <a:stCxn id="23559" idx="0"/>
            <a:endCxn id="23556" idx="4"/>
          </p:cNvCxnSpPr>
          <p:nvPr/>
        </p:nvCxnSpPr>
        <p:spPr bwMode="auto">
          <a:xfrm flipV="1">
            <a:off x="4386263" y="1944688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8" name="AutoShape 16"/>
          <p:cNvCxnSpPr>
            <a:cxnSpLocks noChangeShapeType="1"/>
            <a:stCxn id="23559" idx="5"/>
            <a:endCxn id="23562" idx="1"/>
          </p:cNvCxnSpPr>
          <p:nvPr/>
        </p:nvCxnSpPr>
        <p:spPr bwMode="auto">
          <a:xfrm>
            <a:off x="4522788" y="3035300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9" name="AutoShape 17"/>
          <p:cNvCxnSpPr>
            <a:cxnSpLocks noChangeShapeType="1"/>
            <a:stCxn id="23562" idx="7"/>
            <a:endCxn id="23560" idx="3"/>
          </p:cNvCxnSpPr>
          <p:nvPr/>
        </p:nvCxnSpPr>
        <p:spPr bwMode="auto">
          <a:xfrm flipV="1">
            <a:off x="5613400" y="3035300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0" name="AutoShape 18"/>
          <p:cNvCxnSpPr>
            <a:cxnSpLocks noChangeShapeType="1"/>
            <a:stCxn id="23560" idx="0"/>
            <a:endCxn id="23557" idx="4"/>
          </p:cNvCxnSpPr>
          <p:nvPr/>
        </p:nvCxnSpPr>
        <p:spPr bwMode="auto">
          <a:xfrm flipV="1">
            <a:off x="6570663" y="1944688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1" name="AutoShape 19"/>
          <p:cNvCxnSpPr>
            <a:cxnSpLocks noChangeShapeType="1"/>
            <a:stCxn id="23557" idx="6"/>
            <a:endCxn id="23558" idx="2"/>
          </p:cNvCxnSpPr>
          <p:nvPr/>
        </p:nvCxnSpPr>
        <p:spPr bwMode="auto">
          <a:xfrm>
            <a:off x="6775450" y="17399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2" name="AutoShape 20"/>
          <p:cNvCxnSpPr>
            <a:cxnSpLocks noChangeShapeType="1"/>
            <a:stCxn id="23560" idx="6"/>
            <a:endCxn id="23561" idx="2"/>
          </p:cNvCxnSpPr>
          <p:nvPr/>
        </p:nvCxnSpPr>
        <p:spPr bwMode="auto">
          <a:xfrm>
            <a:off x="6775450" y="288607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3" name="AutoShape 21"/>
          <p:cNvCxnSpPr>
            <a:cxnSpLocks noChangeShapeType="1"/>
            <a:stCxn id="23562" idx="0"/>
            <a:endCxn id="23556" idx="5"/>
          </p:cNvCxnSpPr>
          <p:nvPr/>
        </p:nvCxnSpPr>
        <p:spPr bwMode="auto">
          <a:xfrm rot="5400000" flipH="1">
            <a:off x="4358482" y="2053431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574" name="Text Box 22"/>
          <p:cNvSpPr txBox="1">
            <a:spLocks noChangeArrowheads="1"/>
          </p:cNvSpPr>
          <p:nvPr/>
        </p:nvSpPr>
        <p:spPr bwMode="auto">
          <a:xfrm>
            <a:off x="3962400" y="21288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3575" name="Text Box 23"/>
          <p:cNvSpPr txBox="1">
            <a:spLocks noChangeArrowheads="1"/>
          </p:cNvSpPr>
          <p:nvPr/>
        </p:nvSpPr>
        <p:spPr bwMode="auto">
          <a:xfrm>
            <a:off x="4979988" y="22764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3576" name="Text Box 24"/>
          <p:cNvSpPr txBox="1">
            <a:spLocks noChangeArrowheads="1"/>
          </p:cNvSpPr>
          <p:nvPr/>
        </p:nvSpPr>
        <p:spPr bwMode="auto">
          <a:xfrm>
            <a:off x="4759325" y="31003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3577" name="Text Box 25"/>
          <p:cNvSpPr txBox="1">
            <a:spLocks noChangeArrowheads="1"/>
          </p:cNvSpPr>
          <p:nvPr/>
        </p:nvSpPr>
        <p:spPr bwMode="auto">
          <a:xfrm>
            <a:off x="4759325" y="11334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3578" name="Text Box 26"/>
          <p:cNvSpPr txBox="1">
            <a:spLocks noChangeArrowheads="1"/>
          </p:cNvSpPr>
          <p:nvPr/>
        </p:nvSpPr>
        <p:spPr bwMode="auto">
          <a:xfrm>
            <a:off x="5956300" y="11334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3579" name="Text Box 27"/>
          <p:cNvSpPr txBox="1">
            <a:spLocks noChangeArrowheads="1"/>
          </p:cNvSpPr>
          <p:nvPr/>
        </p:nvSpPr>
        <p:spPr bwMode="auto">
          <a:xfrm>
            <a:off x="5305425" y="14382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3580" name="Text Box 28"/>
          <p:cNvSpPr txBox="1">
            <a:spLocks noChangeArrowheads="1"/>
          </p:cNvSpPr>
          <p:nvPr/>
        </p:nvSpPr>
        <p:spPr bwMode="auto">
          <a:xfrm>
            <a:off x="6556375" y="21621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581" name="Text Box 29"/>
          <p:cNvSpPr txBox="1">
            <a:spLocks noChangeArrowheads="1"/>
          </p:cNvSpPr>
          <p:nvPr/>
        </p:nvSpPr>
        <p:spPr bwMode="auto">
          <a:xfrm>
            <a:off x="7375525" y="13620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3582" name="Text Box 30"/>
          <p:cNvSpPr txBox="1">
            <a:spLocks noChangeArrowheads="1"/>
          </p:cNvSpPr>
          <p:nvPr/>
        </p:nvSpPr>
        <p:spPr bwMode="auto">
          <a:xfrm>
            <a:off x="7321550" y="24971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3583" name="Text Box 31"/>
          <p:cNvSpPr txBox="1">
            <a:spLocks noChangeArrowheads="1"/>
          </p:cNvSpPr>
          <p:nvPr/>
        </p:nvSpPr>
        <p:spPr bwMode="auto">
          <a:xfrm>
            <a:off x="5895975" y="3119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3584" name="Text Box 32"/>
          <p:cNvSpPr txBox="1">
            <a:spLocks noChangeArrowheads="1"/>
          </p:cNvSpPr>
          <p:nvPr/>
        </p:nvSpPr>
        <p:spPr bwMode="auto">
          <a:xfrm>
            <a:off x="6934200" y="98107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23585" name="AutoShape 33"/>
          <p:cNvCxnSpPr>
            <a:cxnSpLocks noChangeShapeType="1"/>
            <a:stCxn id="23584" idx="1"/>
            <a:endCxn id="23557" idx="0"/>
          </p:cNvCxnSpPr>
          <p:nvPr/>
        </p:nvCxnSpPr>
        <p:spPr bwMode="auto">
          <a:xfrm flipH="1">
            <a:off x="6570663" y="1179513"/>
            <a:ext cx="363537" cy="3508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24580" name="Oval 4"/>
          <p:cNvSpPr>
            <a:spLocks noChangeArrowheads="1"/>
          </p:cNvSpPr>
          <p:nvPr/>
        </p:nvSpPr>
        <p:spPr bwMode="auto">
          <a:xfrm>
            <a:off x="4195763" y="1549400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24581" name="Oval 5"/>
          <p:cNvSpPr>
            <a:spLocks noChangeArrowheads="1"/>
          </p:cNvSpPr>
          <p:nvPr/>
        </p:nvSpPr>
        <p:spPr bwMode="auto">
          <a:xfrm>
            <a:off x="6380163" y="15494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4582" name="Oval 6"/>
          <p:cNvSpPr>
            <a:spLocks noChangeArrowheads="1"/>
          </p:cNvSpPr>
          <p:nvPr/>
        </p:nvSpPr>
        <p:spPr bwMode="auto">
          <a:xfrm>
            <a:off x="8289925" y="15494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4583" name="Oval 7"/>
          <p:cNvSpPr>
            <a:spLocks noChangeArrowheads="1"/>
          </p:cNvSpPr>
          <p:nvPr/>
        </p:nvSpPr>
        <p:spPr bwMode="auto">
          <a:xfrm>
            <a:off x="4195763" y="2695575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4584" name="Oval 8"/>
          <p:cNvSpPr>
            <a:spLocks noChangeArrowheads="1"/>
          </p:cNvSpPr>
          <p:nvPr/>
        </p:nvSpPr>
        <p:spPr bwMode="auto">
          <a:xfrm>
            <a:off x="6380163" y="269557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4585" name="Oval 9"/>
          <p:cNvSpPr>
            <a:spLocks noChangeArrowheads="1"/>
          </p:cNvSpPr>
          <p:nvPr/>
        </p:nvSpPr>
        <p:spPr bwMode="auto">
          <a:xfrm>
            <a:off x="8289925" y="269557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24586" name="Oval 10"/>
          <p:cNvSpPr>
            <a:spLocks noChangeArrowheads="1"/>
          </p:cNvSpPr>
          <p:nvPr/>
        </p:nvSpPr>
        <p:spPr bwMode="auto">
          <a:xfrm>
            <a:off x="5287963" y="3186113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4587" name="Oval 11"/>
          <p:cNvSpPr>
            <a:spLocks noChangeArrowheads="1"/>
          </p:cNvSpPr>
          <p:nvPr/>
        </p:nvSpPr>
        <p:spPr bwMode="auto">
          <a:xfrm>
            <a:off x="5287963" y="1057275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24588" name="AutoShape 12"/>
          <p:cNvCxnSpPr>
            <a:cxnSpLocks noChangeShapeType="1"/>
            <a:stCxn id="24587" idx="5"/>
            <a:endCxn id="24581" idx="1"/>
          </p:cNvCxnSpPr>
          <p:nvPr/>
        </p:nvCxnSpPr>
        <p:spPr bwMode="auto">
          <a:xfrm>
            <a:off x="5613400" y="1397000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AutoShape 13"/>
          <p:cNvCxnSpPr>
            <a:cxnSpLocks noChangeShapeType="1"/>
            <a:stCxn id="24587" idx="3"/>
            <a:endCxn id="24580" idx="7"/>
          </p:cNvCxnSpPr>
          <p:nvPr/>
        </p:nvCxnSpPr>
        <p:spPr bwMode="auto">
          <a:xfrm flipH="1">
            <a:off x="4522788" y="1397000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0" name="AutoShape 14"/>
          <p:cNvCxnSpPr>
            <a:cxnSpLocks noChangeShapeType="1"/>
            <a:stCxn id="24580" idx="6"/>
            <a:endCxn id="24581" idx="2"/>
          </p:cNvCxnSpPr>
          <p:nvPr/>
        </p:nvCxnSpPr>
        <p:spPr bwMode="auto">
          <a:xfrm>
            <a:off x="4591050" y="1739900"/>
            <a:ext cx="1774825" cy="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1" name="AutoShape 15"/>
          <p:cNvCxnSpPr>
            <a:cxnSpLocks noChangeShapeType="1"/>
            <a:stCxn id="24583" idx="0"/>
            <a:endCxn id="24580" idx="4"/>
          </p:cNvCxnSpPr>
          <p:nvPr/>
        </p:nvCxnSpPr>
        <p:spPr bwMode="auto">
          <a:xfrm flipV="1">
            <a:off x="4386263" y="1944688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2" name="AutoShape 16"/>
          <p:cNvCxnSpPr>
            <a:cxnSpLocks noChangeShapeType="1"/>
            <a:stCxn id="24583" idx="5"/>
            <a:endCxn id="24586" idx="1"/>
          </p:cNvCxnSpPr>
          <p:nvPr/>
        </p:nvCxnSpPr>
        <p:spPr bwMode="auto">
          <a:xfrm>
            <a:off x="4522788" y="3035300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3" name="AutoShape 17"/>
          <p:cNvCxnSpPr>
            <a:cxnSpLocks noChangeShapeType="1"/>
            <a:stCxn id="24586" idx="7"/>
            <a:endCxn id="24584" idx="3"/>
          </p:cNvCxnSpPr>
          <p:nvPr/>
        </p:nvCxnSpPr>
        <p:spPr bwMode="auto">
          <a:xfrm flipV="1">
            <a:off x="5613400" y="3035300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4" name="AutoShape 18"/>
          <p:cNvCxnSpPr>
            <a:cxnSpLocks noChangeShapeType="1"/>
            <a:stCxn id="24584" idx="0"/>
            <a:endCxn id="24581" idx="4"/>
          </p:cNvCxnSpPr>
          <p:nvPr/>
        </p:nvCxnSpPr>
        <p:spPr bwMode="auto">
          <a:xfrm flipV="1">
            <a:off x="6570663" y="1944688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5" name="AutoShape 19"/>
          <p:cNvCxnSpPr>
            <a:cxnSpLocks noChangeShapeType="1"/>
            <a:stCxn id="24581" idx="6"/>
            <a:endCxn id="24582" idx="2"/>
          </p:cNvCxnSpPr>
          <p:nvPr/>
        </p:nvCxnSpPr>
        <p:spPr bwMode="auto">
          <a:xfrm>
            <a:off x="6775450" y="17399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6" name="AutoShape 20"/>
          <p:cNvCxnSpPr>
            <a:cxnSpLocks noChangeShapeType="1"/>
            <a:stCxn id="24584" idx="6"/>
            <a:endCxn id="24585" idx="2"/>
          </p:cNvCxnSpPr>
          <p:nvPr/>
        </p:nvCxnSpPr>
        <p:spPr bwMode="auto">
          <a:xfrm>
            <a:off x="6775450" y="288607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7" name="AutoShape 21"/>
          <p:cNvCxnSpPr>
            <a:cxnSpLocks noChangeShapeType="1"/>
            <a:stCxn id="24586" idx="0"/>
            <a:endCxn id="24580" idx="5"/>
          </p:cNvCxnSpPr>
          <p:nvPr/>
        </p:nvCxnSpPr>
        <p:spPr bwMode="auto">
          <a:xfrm rot="5400000" flipH="1">
            <a:off x="4358482" y="2053431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3962400" y="21288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4979988" y="22764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4759325" y="31003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4759325" y="11334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4602" name="Text Box 26"/>
          <p:cNvSpPr txBox="1">
            <a:spLocks noChangeArrowheads="1"/>
          </p:cNvSpPr>
          <p:nvPr/>
        </p:nvSpPr>
        <p:spPr bwMode="auto">
          <a:xfrm>
            <a:off x="5956300" y="11334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5305425" y="14382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4604" name="Text Box 28"/>
          <p:cNvSpPr txBox="1">
            <a:spLocks noChangeArrowheads="1"/>
          </p:cNvSpPr>
          <p:nvPr/>
        </p:nvSpPr>
        <p:spPr bwMode="auto">
          <a:xfrm>
            <a:off x="6556375" y="21621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4605" name="Text Box 29"/>
          <p:cNvSpPr txBox="1">
            <a:spLocks noChangeArrowheads="1"/>
          </p:cNvSpPr>
          <p:nvPr/>
        </p:nvSpPr>
        <p:spPr bwMode="auto">
          <a:xfrm>
            <a:off x="7375525" y="13620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4606" name="Text Box 30"/>
          <p:cNvSpPr txBox="1">
            <a:spLocks noChangeArrowheads="1"/>
          </p:cNvSpPr>
          <p:nvPr/>
        </p:nvSpPr>
        <p:spPr bwMode="auto">
          <a:xfrm>
            <a:off x="7321550" y="24971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4607" name="Text Box 31"/>
          <p:cNvSpPr txBox="1">
            <a:spLocks noChangeArrowheads="1"/>
          </p:cNvSpPr>
          <p:nvPr/>
        </p:nvSpPr>
        <p:spPr bwMode="auto">
          <a:xfrm>
            <a:off x="5895975" y="3119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4608" name="Text Box 32"/>
          <p:cNvSpPr txBox="1">
            <a:spLocks noChangeArrowheads="1"/>
          </p:cNvSpPr>
          <p:nvPr/>
        </p:nvSpPr>
        <p:spPr bwMode="auto">
          <a:xfrm>
            <a:off x="6934200" y="98107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24609" name="AutoShape 33"/>
          <p:cNvCxnSpPr>
            <a:cxnSpLocks noChangeShapeType="1"/>
            <a:stCxn id="24608" idx="1"/>
            <a:endCxn id="24581" idx="0"/>
          </p:cNvCxnSpPr>
          <p:nvPr/>
        </p:nvCxnSpPr>
        <p:spPr bwMode="auto">
          <a:xfrm flipH="1">
            <a:off x="6570663" y="1179513"/>
            <a:ext cx="363537" cy="3508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4195763" y="1549400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6380163" y="15494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8289925" y="15494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4195763" y="2695575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6380163" y="269557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8289925" y="269557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25610" name="Oval 10"/>
          <p:cNvSpPr>
            <a:spLocks noChangeArrowheads="1"/>
          </p:cNvSpPr>
          <p:nvPr/>
        </p:nvSpPr>
        <p:spPr bwMode="auto">
          <a:xfrm>
            <a:off x="5287963" y="3186113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5611" name="Oval 11"/>
          <p:cNvSpPr>
            <a:spLocks noChangeArrowheads="1"/>
          </p:cNvSpPr>
          <p:nvPr/>
        </p:nvSpPr>
        <p:spPr bwMode="auto">
          <a:xfrm>
            <a:off x="5287963" y="1057275"/>
            <a:ext cx="382587" cy="382588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25612" name="AutoShape 12"/>
          <p:cNvCxnSpPr>
            <a:cxnSpLocks noChangeShapeType="1"/>
            <a:stCxn id="25611" idx="5"/>
            <a:endCxn id="25605" idx="1"/>
          </p:cNvCxnSpPr>
          <p:nvPr/>
        </p:nvCxnSpPr>
        <p:spPr bwMode="auto">
          <a:xfrm>
            <a:off x="5613400" y="1397000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3" name="AutoShape 13"/>
          <p:cNvCxnSpPr>
            <a:cxnSpLocks noChangeShapeType="1"/>
            <a:stCxn id="25611" idx="3"/>
            <a:endCxn id="25604" idx="7"/>
          </p:cNvCxnSpPr>
          <p:nvPr/>
        </p:nvCxnSpPr>
        <p:spPr bwMode="auto">
          <a:xfrm flipH="1">
            <a:off x="4522788" y="1397000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4" name="AutoShape 14"/>
          <p:cNvCxnSpPr>
            <a:cxnSpLocks noChangeShapeType="1"/>
            <a:stCxn id="25604" idx="6"/>
            <a:endCxn id="25605" idx="2"/>
          </p:cNvCxnSpPr>
          <p:nvPr/>
        </p:nvCxnSpPr>
        <p:spPr bwMode="auto">
          <a:xfrm>
            <a:off x="4591050" y="1739900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5" name="AutoShape 15"/>
          <p:cNvCxnSpPr>
            <a:cxnSpLocks noChangeShapeType="1"/>
            <a:stCxn id="25607" idx="0"/>
            <a:endCxn id="25604" idx="4"/>
          </p:cNvCxnSpPr>
          <p:nvPr/>
        </p:nvCxnSpPr>
        <p:spPr bwMode="auto">
          <a:xfrm flipV="1">
            <a:off x="4386263" y="1944688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6" name="AutoShape 16"/>
          <p:cNvCxnSpPr>
            <a:cxnSpLocks noChangeShapeType="1"/>
            <a:stCxn id="25607" idx="5"/>
            <a:endCxn id="25610" idx="1"/>
          </p:cNvCxnSpPr>
          <p:nvPr/>
        </p:nvCxnSpPr>
        <p:spPr bwMode="auto">
          <a:xfrm>
            <a:off x="4522788" y="3035300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7" name="AutoShape 17"/>
          <p:cNvCxnSpPr>
            <a:cxnSpLocks noChangeShapeType="1"/>
            <a:stCxn id="25610" idx="7"/>
            <a:endCxn id="25608" idx="3"/>
          </p:cNvCxnSpPr>
          <p:nvPr/>
        </p:nvCxnSpPr>
        <p:spPr bwMode="auto">
          <a:xfrm flipV="1">
            <a:off x="5613400" y="3035300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8" name="AutoShape 18"/>
          <p:cNvCxnSpPr>
            <a:cxnSpLocks noChangeShapeType="1"/>
            <a:stCxn id="25608" idx="0"/>
            <a:endCxn id="25605" idx="4"/>
          </p:cNvCxnSpPr>
          <p:nvPr/>
        </p:nvCxnSpPr>
        <p:spPr bwMode="auto">
          <a:xfrm flipV="1">
            <a:off x="6570663" y="1944688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9" name="AutoShape 19"/>
          <p:cNvCxnSpPr>
            <a:cxnSpLocks noChangeShapeType="1"/>
            <a:stCxn id="25605" idx="6"/>
            <a:endCxn id="25606" idx="2"/>
          </p:cNvCxnSpPr>
          <p:nvPr/>
        </p:nvCxnSpPr>
        <p:spPr bwMode="auto">
          <a:xfrm>
            <a:off x="6775450" y="17399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0" name="AutoShape 20"/>
          <p:cNvCxnSpPr>
            <a:cxnSpLocks noChangeShapeType="1"/>
            <a:stCxn id="25608" idx="6"/>
            <a:endCxn id="25609" idx="2"/>
          </p:cNvCxnSpPr>
          <p:nvPr/>
        </p:nvCxnSpPr>
        <p:spPr bwMode="auto">
          <a:xfrm>
            <a:off x="6775450" y="288607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1" name="AutoShape 21"/>
          <p:cNvCxnSpPr>
            <a:cxnSpLocks noChangeShapeType="1"/>
            <a:stCxn id="25610" idx="0"/>
            <a:endCxn id="25604" idx="5"/>
          </p:cNvCxnSpPr>
          <p:nvPr/>
        </p:nvCxnSpPr>
        <p:spPr bwMode="auto">
          <a:xfrm rot="5400000" flipH="1">
            <a:off x="4358482" y="2053431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3962400" y="21288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4979988" y="22764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5624" name="Text Box 24"/>
          <p:cNvSpPr txBox="1">
            <a:spLocks noChangeArrowheads="1"/>
          </p:cNvSpPr>
          <p:nvPr/>
        </p:nvSpPr>
        <p:spPr bwMode="auto">
          <a:xfrm>
            <a:off x="4759325" y="31003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5625" name="Text Box 25"/>
          <p:cNvSpPr txBox="1">
            <a:spLocks noChangeArrowheads="1"/>
          </p:cNvSpPr>
          <p:nvPr/>
        </p:nvSpPr>
        <p:spPr bwMode="auto">
          <a:xfrm>
            <a:off x="4759325" y="11334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5626" name="Text Box 26"/>
          <p:cNvSpPr txBox="1">
            <a:spLocks noChangeArrowheads="1"/>
          </p:cNvSpPr>
          <p:nvPr/>
        </p:nvSpPr>
        <p:spPr bwMode="auto">
          <a:xfrm>
            <a:off x="5956300" y="11334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5627" name="Text Box 27"/>
          <p:cNvSpPr txBox="1">
            <a:spLocks noChangeArrowheads="1"/>
          </p:cNvSpPr>
          <p:nvPr/>
        </p:nvSpPr>
        <p:spPr bwMode="auto">
          <a:xfrm>
            <a:off x="5305425" y="14382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5628" name="Text Box 28"/>
          <p:cNvSpPr txBox="1">
            <a:spLocks noChangeArrowheads="1"/>
          </p:cNvSpPr>
          <p:nvPr/>
        </p:nvSpPr>
        <p:spPr bwMode="auto">
          <a:xfrm>
            <a:off x="6556375" y="21621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5629" name="Text Box 29"/>
          <p:cNvSpPr txBox="1">
            <a:spLocks noChangeArrowheads="1"/>
          </p:cNvSpPr>
          <p:nvPr/>
        </p:nvSpPr>
        <p:spPr bwMode="auto">
          <a:xfrm>
            <a:off x="7375525" y="13620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5630" name="Text Box 30"/>
          <p:cNvSpPr txBox="1">
            <a:spLocks noChangeArrowheads="1"/>
          </p:cNvSpPr>
          <p:nvPr/>
        </p:nvSpPr>
        <p:spPr bwMode="auto">
          <a:xfrm>
            <a:off x="7321550" y="24971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5631" name="Text Box 31"/>
          <p:cNvSpPr txBox="1">
            <a:spLocks noChangeArrowheads="1"/>
          </p:cNvSpPr>
          <p:nvPr/>
        </p:nvSpPr>
        <p:spPr bwMode="auto">
          <a:xfrm>
            <a:off x="5895975" y="3119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5632" name="Text Box 32"/>
          <p:cNvSpPr txBox="1">
            <a:spLocks noChangeArrowheads="1"/>
          </p:cNvSpPr>
          <p:nvPr/>
        </p:nvSpPr>
        <p:spPr bwMode="auto">
          <a:xfrm>
            <a:off x="6934200" y="98107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25633" name="AutoShape 33"/>
          <p:cNvCxnSpPr>
            <a:cxnSpLocks noChangeShapeType="1"/>
            <a:stCxn id="25632" idx="1"/>
            <a:endCxn id="25605" idx="0"/>
          </p:cNvCxnSpPr>
          <p:nvPr/>
        </p:nvCxnSpPr>
        <p:spPr bwMode="auto">
          <a:xfrm flipH="1">
            <a:off x="6570663" y="1179513"/>
            <a:ext cx="363537" cy="350837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26628" name="Oval 4"/>
          <p:cNvSpPr>
            <a:spLocks noChangeArrowheads="1"/>
          </p:cNvSpPr>
          <p:nvPr/>
        </p:nvSpPr>
        <p:spPr bwMode="auto">
          <a:xfrm>
            <a:off x="4195763" y="1557338"/>
            <a:ext cx="382587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26629" name="Oval 5"/>
          <p:cNvSpPr>
            <a:spLocks noChangeArrowheads="1"/>
          </p:cNvSpPr>
          <p:nvPr/>
        </p:nvSpPr>
        <p:spPr bwMode="auto">
          <a:xfrm>
            <a:off x="6380163" y="1557338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6630" name="Oval 6"/>
          <p:cNvSpPr>
            <a:spLocks noChangeArrowheads="1"/>
          </p:cNvSpPr>
          <p:nvPr/>
        </p:nvSpPr>
        <p:spPr bwMode="auto">
          <a:xfrm>
            <a:off x="8289925" y="1557338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6631" name="Oval 7"/>
          <p:cNvSpPr>
            <a:spLocks noChangeArrowheads="1"/>
          </p:cNvSpPr>
          <p:nvPr/>
        </p:nvSpPr>
        <p:spPr bwMode="auto">
          <a:xfrm>
            <a:off x="4195763" y="27035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6632" name="Oval 8"/>
          <p:cNvSpPr>
            <a:spLocks noChangeArrowheads="1"/>
          </p:cNvSpPr>
          <p:nvPr/>
        </p:nvSpPr>
        <p:spPr bwMode="auto">
          <a:xfrm>
            <a:off x="6380163" y="2703513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6633" name="Oval 9"/>
          <p:cNvSpPr>
            <a:spLocks noChangeArrowheads="1"/>
          </p:cNvSpPr>
          <p:nvPr/>
        </p:nvSpPr>
        <p:spPr bwMode="auto">
          <a:xfrm>
            <a:off x="8289925" y="2703513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26634" name="Oval 10"/>
          <p:cNvSpPr>
            <a:spLocks noChangeArrowheads="1"/>
          </p:cNvSpPr>
          <p:nvPr/>
        </p:nvSpPr>
        <p:spPr bwMode="auto">
          <a:xfrm>
            <a:off x="5287963" y="319405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6635" name="Oval 11"/>
          <p:cNvSpPr>
            <a:spLocks noChangeArrowheads="1"/>
          </p:cNvSpPr>
          <p:nvPr/>
        </p:nvSpPr>
        <p:spPr bwMode="auto">
          <a:xfrm>
            <a:off x="5287963" y="1065213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26636" name="AutoShape 12"/>
          <p:cNvCxnSpPr>
            <a:cxnSpLocks noChangeShapeType="1"/>
            <a:stCxn id="26635" idx="5"/>
            <a:endCxn id="26629" idx="1"/>
          </p:cNvCxnSpPr>
          <p:nvPr/>
        </p:nvCxnSpPr>
        <p:spPr bwMode="auto">
          <a:xfrm>
            <a:off x="5613400" y="1404938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7" name="AutoShape 13"/>
          <p:cNvCxnSpPr>
            <a:cxnSpLocks noChangeShapeType="1"/>
            <a:stCxn id="26635" idx="3"/>
            <a:endCxn id="26628" idx="7"/>
          </p:cNvCxnSpPr>
          <p:nvPr/>
        </p:nvCxnSpPr>
        <p:spPr bwMode="auto">
          <a:xfrm flipH="1">
            <a:off x="4522788" y="14049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8" name="AutoShape 14"/>
          <p:cNvCxnSpPr>
            <a:cxnSpLocks noChangeShapeType="1"/>
            <a:stCxn id="26628" idx="6"/>
            <a:endCxn id="26629" idx="2"/>
          </p:cNvCxnSpPr>
          <p:nvPr/>
        </p:nvCxnSpPr>
        <p:spPr bwMode="auto">
          <a:xfrm>
            <a:off x="4591050" y="1747838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5"/>
          <p:cNvCxnSpPr>
            <a:cxnSpLocks noChangeShapeType="1"/>
            <a:stCxn id="26631" idx="0"/>
            <a:endCxn id="26628" idx="4"/>
          </p:cNvCxnSpPr>
          <p:nvPr/>
        </p:nvCxnSpPr>
        <p:spPr bwMode="auto">
          <a:xfrm flipV="1">
            <a:off x="4386263" y="19526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0" name="AutoShape 16"/>
          <p:cNvCxnSpPr>
            <a:cxnSpLocks noChangeShapeType="1"/>
            <a:stCxn id="26631" idx="5"/>
            <a:endCxn id="26634" idx="1"/>
          </p:cNvCxnSpPr>
          <p:nvPr/>
        </p:nvCxnSpPr>
        <p:spPr bwMode="auto">
          <a:xfrm>
            <a:off x="4522788" y="3043238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AutoShape 17"/>
          <p:cNvCxnSpPr>
            <a:cxnSpLocks noChangeShapeType="1"/>
            <a:stCxn id="26634" idx="7"/>
            <a:endCxn id="26632" idx="3"/>
          </p:cNvCxnSpPr>
          <p:nvPr/>
        </p:nvCxnSpPr>
        <p:spPr bwMode="auto">
          <a:xfrm flipV="1">
            <a:off x="5613400" y="3043238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2" name="AutoShape 18"/>
          <p:cNvCxnSpPr>
            <a:cxnSpLocks noChangeShapeType="1"/>
            <a:stCxn id="26632" idx="0"/>
            <a:endCxn id="26629" idx="4"/>
          </p:cNvCxnSpPr>
          <p:nvPr/>
        </p:nvCxnSpPr>
        <p:spPr bwMode="auto">
          <a:xfrm flipV="1">
            <a:off x="6570663" y="1952625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3" name="AutoShape 19"/>
          <p:cNvCxnSpPr>
            <a:cxnSpLocks noChangeShapeType="1"/>
            <a:stCxn id="26629" idx="6"/>
            <a:endCxn id="26630" idx="2"/>
          </p:cNvCxnSpPr>
          <p:nvPr/>
        </p:nvCxnSpPr>
        <p:spPr bwMode="auto">
          <a:xfrm>
            <a:off x="6775450" y="1747838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4" name="AutoShape 20"/>
          <p:cNvCxnSpPr>
            <a:cxnSpLocks noChangeShapeType="1"/>
            <a:stCxn id="26632" idx="6"/>
            <a:endCxn id="26633" idx="2"/>
          </p:cNvCxnSpPr>
          <p:nvPr/>
        </p:nvCxnSpPr>
        <p:spPr bwMode="auto">
          <a:xfrm>
            <a:off x="6775450" y="2894013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5" name="AutoShape 21"/>
          <p:cNvCxnSpPr>
            <a:cxnSpLocks noChangeShapeType="1"/>
            <a:stCxn id="26634" idx="0"/>
            <a:endCxn id="26628" idx="5"/>
          </p:cNvCxnSpPr>
          <p:nvPr/>
        </p:nvCxnSpPr>
        <p:spPr bwMode="auto">
          <a:xfrm rot="5400000" flipH="1">
            <a:off x="4358482" y="20613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6" name="Text Box 22"/>
          <p:cNvSpPr txBox="1">
            <a:spLocks noChangeArrowheads="1"/>
          </p:cNvSpPr>
          <p:nvPr/>
        </p:nvSpPr>
        <p:spPr bwMode="auto">
          <a:xfrm>
            <a:off x="3962400" y="21367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6647" name="Text Box 23"/>
          <p:cNvSpPr txBox="1">
            <a:spLocks noChangeArrowheads="1"/>
          </p:cNvSpPr>
          <p:nvPr/>
        </p:nvSpPr>
        <p:spPr bwMode="auto">
          <a:xfrm>
            <a:off x="4979988" y="22844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6648" name="Text Box 24"/>
          <p:cNvSpPr txBox="1">
            <a:spLocks noChangeArrowheads="1"/>
          </p:cNvSpPr>
          <p:nvPr/>
        </p:nvSpPr>
        <p:spPr bwMode="auto">
          <a:xfrm>
            <a:off x="4759325" y="31083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6649" name="Text Box 25"/>
          <p:cNvSpPr txBox="1">
            <a:spLocks noChangeArrowheads="1"/>
          </p:cNvSpPr>
          <p:nvPr/>
        </p:nvSpPr>
        <p:spPr bwMode="auto">
          <a:xfrm>
            <a:off x="4759325" y="1141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6650" name="Text Box 26"/>
          <p:cNvSpPr txBox="1">
            <a:spLocks noChangeArrowheads="1"/>
          </p:cNvSpPr>
          <p:nvPr/>
        </p:nvSpPr>
        <p:spPr bwMode="auto">
          <a:xfrm>
            <a:off x="5956300" y="1141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6651" name="Text Box 27"/>
          <p:cNvSpPr txBox="1">
            <a:spLocks noChangeArrowheads="1"/>
          </p:cNvSpPr>
          <p:nvPr/>
        </p:nvSpPr>
        <p:spPr bwMode="auto">
          <a:xfrm>
            <a:off x="5305425" y="14462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6652" name="Text Box 28"/>
          <p:cNvSpPr txBox="1">
            <a:spLocks noChangeArrowheads="1"/>
          </p:cNvSpPr>
          <p:nvPr/>
        </p:nvSpPr>
        <p:spPr bwMode="auto">
          <a:xfrm>
            <a:off x="6556375" y="21701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6653" name="Text Box 29"/>
          <p:cNvSpPr txBox="1">
            <a:spLocks noChangeArrowheads="1"/>
          </p:cNvSpPr>
          <p:nvPr/>
        </p:nvSpPr>
        <p:spPr bwMode="auto">
          <a:xfrm>
            <a:off x="7375525" y="13700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6654" name="Text Box 30"/>
          <p:cNvSpPr txBox="1">
            <a:spLocks noChangeArrowheads="1"/>
          </p:cNvSpPr>
          <p:nvPr/>
        </p:nvSpPr>
        <p:spPr bwMode="auto">
          <a:xfrm>
            <a:off x="7321550" y="2505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6655" name="Text Box 31"/>
          <p:cNvSpPr txBox="1">
            <a:spLocks noChangeArrowheads="1"/>
          </p:cNvSpPr>
          <p:nvPr/>
        </p:nvSpPr>
        <p:spPr bwMode="auto">
          <a:xfrm>
            <a:off x="5895975" y="31273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6656" name="Text Box 32"/>
          <p:cNvSpPr txBox="1">
            <a:spLocks noChangeArrowheads="1"/>
          </p:cNvSpPr>
          <p:nvPr/>
        </p:nvSpPr>
        <p:spPr bwMode="auto">
          <a:xfrm>
            <a:off x="6172200" y="83661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26657" name="AutoShape 33"/>
          <p:cNvCxnSpPr>
            <a:cxnSpLocks noChangeShapeType="1"/>
            <a:stCxn id="26656" idx="1"/>
            <a:endCxn id="26635" idx="7"/>
          </p:cNvCxnSpPr>
          <p:nvPr/>
        </p:nvCxnSpPr>
        <p:spPr bwMode="auto">
          <a:xfrm flipH="1">
            <a:off x="5614988" y="1035050"/>
            <a:ext cx="557212" cy="66675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27652" name="Oval 4"/>
          <p:cNvSpPr>
            <a:spLocks noChangeArrowheads="1"/>
          </p:cNvSpPr>
          <p:nvPr/>
        </p:nvSpPr>
        <p:spPr bwMode="auto">
          <a:xfrm>
            <a:off x="4195763" y="154940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27653" name="Oval 5"/>
          <p:cNvSpPr>
            <a:spLocks noChangeArrowheads="1"/>
          </p:cNvSpPr>
          <p:nvPr/>
        </p:nvSpPr>
        <p:spPr bwMode="auto">
          <a:xfrm>
            <a:off x="6380163" y="15494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7654" name="Oval 6"/>
          <p:cNvSpPr>
            <a:spLocks noChangeArrowheads="1"/>
          </p:cNvSpPr>
          <p:nvPr/>
        </p:nvSpPr>
        <p:spPr bwMode="auto">
          <a:xfrm>
            <a:off x="8289925" y="154940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7655" name="Oval 7"/>
          <p:cNvSpPr>
            <a:spLocks noChangeArrowheads="1"/>
          </p:cNvSpPr>
          <p:nvPr/>
        </p:nvSpPr>
        <p:spPr bwMode="auto">
          <a:xfrm>
            <a:off x="4195763" y="2695575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7656" name="Oval 8"/>
          <p:cNvSpPr>
            <a:spLocks noChangeArrowheads="1"/>
          </p:cNvSpPr>
          <p:nvPr/>
        </p:nvSpPr>
        <p:spPr bwMode="auto">
          <a:xfrm>
            <a:off x="6380163" y="269557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7657" name="Oval 9"/>
          <p:cNvSpPr>
            <a:spLocks noChangeArrowheads="1"/>
          </p:cNvSpPr>
          <p:nvPr/>
        </p:nvSpPr>
        <p:spPr bwMode="auto">
          <a:xfrm>
            <a:off x="8289925" y="2695575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27658" name="Oval 10"/>
          <p:cNvSpPr>
            <a:spLocks noChangeArrowheads="1"/>
          </p:cNvSpPr>
          <p:nvPr/>
        </p:nvSpPr>
        <p:spPr bwMode="auto">
          <a:xfrm>
            <a:off x="5287963" y="3186113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7659" name="Oval 11"/>
          <p:cNvSpPr>
            <a:spLocks noChangeArrowheads="1"/>
          </p:cNvSpPr>
          <p:nvPr/>
        </p:nvSpPr>
        <p:spPr bwMode="auto">
          <a:xfrm>
            <a:off x="5287963" y="1057275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27660" name="AutoShape 12"/>
          <p:cNvCxnSpPr>
            <a:cxnSpLocks noChangeShapeType="1"/>
            <a:stCxn id="27659" idx="5"/>
            <a:endCxn id="27653" idx="1"/>
          </p:cNvCxnSpPr>
          <p:nvPr/>
        </p:nvCxnSpPr>
        <p:spPr bwMode="auto">
          <a:xfrm>
            <a:off x="5613400" y="1397000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1" name="AutoShape 13"/>
          <p:cNvCxnSpPr>
            <a:cxnSpLocks noChangeShapeType="1"/>
            <a:stCxn id="27659" idx="3"/>
            <a:endCxn id="27652" idx="7"/>
          </p:cNvCxnSpPr>
          <p:nvPr/>
        </p:nvCxnSpPr>
        <p:spPr bwMode="auto">
          <a:xfrm flipH="1">
            <a:off x="4522788" y="1397000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2" name="AutoShape 14"/>
          <p:cNvCxnSpPr>
            <a:cxnSpLocks noChangeShapeType="1"/>
            <a:stCxn id="27652" idx="6"/>
            <a:endCxn id="27653" idx="2"/>
          </p:cNvCxnSpPr>
          <p:nvPr/>
        </p:nvCxnSpPr>
        <p:spPr bwMode="auto">
          <a:xfrm>
            <a:off x="4591050" y="1739900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3" name="AutoShape 15"/>
          <p:cNvCxnSpPr>
            <a:cxnSpLocks noChangeShapeType="1"/>
            <a:stCxn id="27655" idx="0"/>
            <a:endCxn id="27652" idx="4"/>
          </p:cNvCxnSpPr>
          <p:nvPr/>
        </p:nvCxnSpPr>
        <p:spPr bwMode="auto">
          <a:xfrm flipV="1">
            <a:off x="4386263" y="1944688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4" name="AutoShape 16"/>
          <p:cNvCxnSpPr>
            <a:cxnSpLocks noChangeShapeType="1"/>
            <a:stCxn id="27655" idx="5"/>
            <a:endCxn id="27658" idx="1"/>
          </p:cNvCxnSpPr>
          <p:nvPr/>
        </p:nvCxnSpPr>
        <p:spPr bwMode="auto">
          <a:xfrm>
            <a:off x="4522788" y="3035300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5" name="AutoShape 17"/>
          <p:cNvCxnSpPr>
            <a:cxnSpLocks noChangeShapeType="1"/>
            <a:stCxn id="27658" idx="7"/>
            <a:endCxn id="27656" idx="3"/>
          </p:cNvCxnSpPr>
          <p:nvPr/>
        </p:nvCxnSpPr>
        <p:spPr bwMode="auto">
          <a:xfrm flipV="1">
            <a:off x="5613400" y="3035300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6" name="AutoShape 18"/>
          <p:cNvCxnSpPr>
            <a:cxnSpLocks noChangeShapeType="1"/>
            <a:stCxn id="27656" idx="0"/>
            <a:endCxn id="27653" idx="4"/>
          </p:cNvCxnSpPr>
          <p:nvPr/>
        </p:nvCxnSpPr>
        <p:spPr bwMode="auto">
          <a:xfrm flipV="1">
            <a:off x="6570663" y="1944688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7" name="AutoShape 19"/>
          <p:cNvCxnSpPr>
            <a:cxnSpLocks noChangeShapeType="1"/>
            <a:stCxn id="27653" idx="6"/>
            <a:endCxn id="27654" idx="2"/>
          </p:cNvCxnSpPr>
          <p:nvPr/>
        </p:nvCxnSpPr>
        <p:spPr bwMode="auto">
          <a:xfrm>
            <a:off x="6775450" y="173990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8" name="AutoShape 20"/>
          <p:cNvCxnSpPr>
            <a:cxnSpLocks noChangeShapeType="1"/>
            <a:stCxn id="27656" idx="6"/>
            <a:endCxn id="27657" idx="2"/>
          </p:cNvCxnSpPr>
          <p:nvPr/>
        </p:nvCxnSpPr>
        <p:spPr bwMode="auto">
          <a:xfrm>
            <a:off x="6775450" y="288607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669" name="AutoShape 21"/>
          <p:cNvCxnSpPr>
            <a:cxnSpLocks noChangeShapeType="1"/>
            <a:stCxn id="27658" idx="0"/>
            <a:endCxn id="27652" idx="5"/>
          </p:cNvCxnSpPr>
          <p:nvPr/>
        </p:nvCxnSpPr>
        <p:spPr bwMode="auto">
          <a:xfrm rot="5400000" flipH="1">
            <a:off x="4358482" y="2053431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3962400" y="21288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7671" name="Text Box 23"/>
          <p:cNvSpPr txBox="1">
            <a:spLocks noChangeArrowheads="1"/>
          </p:cNvSpPr>
          <p:nvPr/>
        </p:nvSpPr>
        <p:spPr bwMode="auto">
          <a:xfrm>
            <a:off x="4979988" y="22764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7672" name="Text Box 24"/>
          <p:cNvSpPr txBox="1">
            <a:spLocks noChangeArrowheads="1"/>
          </p:cNvSpPr>
          <p:nvPr/>
        </p:nvSpPr>
        <p:spPr bwMode="auto">
          <a:xfrm>
            <a:off x="4759325" y="310038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7673" name="Text Box 25"/>
          <p:cNvSpPr txBox="1">
            <a:spLocks noChangeArrowheads="1"/>
          </p:cNvSpPr>
          <p:nvPr/>
        </p:nvSpPr>
        <p:spPr bwMode="auto">
          <a:xfrm>
            <a:off x="4759325" y="11334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7674" name="Text Box 26"/>
          <p:cNvSpPr txBox="1">
            <a:spLocks noChangeArrowheads="1"/>
          </p:cNvSpPr>
          <p:nvPr/>
        </p:nvSpPr>
        <p:spPr bwMode="auto">
          <a:xfrm>
            <a:off x="5956300" y="11334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7675" name="Text Box 27"/>
          <p:cNvSpPr txBox="1">
            <a:spLocks noChangeArrowheads="1"/>
          </p:cNvSpPr>
          <p:nvPr/>
        </p:nvSpPr>
        <p:spPr bwMode="auto">
          <a:xfrm>
            <a:off x="5305425" y="14382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7676" name="Text Box 28"/>
          <p:cNvSpPr txBox="1">
            <a:spLocks noChangeArrowheads="1"/>
          </p:cNvSpPr>
          <p:nvPr/>
        </p:nvSpPr>
        <p:spPr bwMode="auto">
          <a:xfrm>
            <a:off x="6556375" y="21621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7677" name="Text Box 29"/>
          <p:cNvSpPr txBox="1">
            <a:spLocks noChangeArrowheads="1"/>
          </p:cNvSpPr>
          <p:nvPr/>
        </p:nvSpPr>
        <p:spPr bwMode="auto">
          <a:xfrm>
            <a:off x="7375525" y="13620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7678" name="Text Box 30"/>
          <p:cNvSpPr txBox="1">
            <a:spLocks noChangeArrowheads="1"/>
          </p:cNvSpPr>
          <p:nvPr/>
        </p:nvSpPr>
        <p:spPr bwMode="auto">
          <a:xfrm>
            <a:off x="7321550" y="2497138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7679" name="Text Box 31"/>
          <p:cNvSpPr txBox="1">
            <a:spLocks noChangeArrowheads="1"/>
          </p:cNvSpPr>
          <p:nvPr/>
        </p:nvSpPr>
        <p:spPr bwMode="auto">
          <a:xfrm>
            <a:off x="5895975" y="3119438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7680" name="Text Box 32"/>
          <p:cNvSpPr txBox="1">
            <a:spLocks noChangeArrowheads="1"/>
          </p:cNvSpPr>
          <p:nvPr/>
        </p:nvSpPr>
        <p:spPr bwMode="auto">
          <a:xfrm>
            <a:off x="4038600" y="98107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27681" name="AutoShape 33"/>
          <p:cNvCxnSpPr>
            <a:cxnSpLocks noChangeShapeType="1"/>
            <a:stCxn id="27680" idx="2"/>
            <a:endCxn id="27652" idx="0"/>
          </p:cNvCxnSpPr>
          <p:nvPr/>
        </p:nvCxnSpPr>
        <p:spPr bwMode="auto">
          <a:xfrm>
            <a:off x="4206875" y="1377950"/>
            <a:ext cx="180975" cy="15240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4195763" y="1552575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6380163" y="1552575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8678" name="Oval 6"/>
          <p:cNvSpPr>
            <a:spLocks noChangeArrowheads="1"/>
          </p:cNvSpPr>
          <p:nvPr/>
        </p:nvSpPr>
        <p:spPr bwMode="auto">
          <a:xfrm>
            <a:off x="8289925" y="1552575"/>
            <a:ext cx="382588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8679" name="Oval 7"/>
          <p:cNvSpPr>
            <a:spLocks noChangeArrowheads="1"/>
          </p:cNvSpPr>
          <p:nvPr/>
        </p:nvSpPr>
        <p:spPr bwMode="auto">
          <a:xfrm>
            <a:off x="4195763" y="2698750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8680" name="Oval 8"/>
          <p:cNvSpPr>
            <a:spLocks noChangeArrowheads="1"/>
          </p:cNvSpPr>
          <p:nvPr/>
        </p:nvSpPr>
        <p:spPr bwMode="auto">
          <a:xfrm>
            <a:off x="6380163" y="269875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8681" name="Oval 9"/>
          <p:cNvSpPr>
            <a:spLocks noChangeArrowheads="1"/>
          </p:cNvSpPr>
          <p:nvPr/>
        </p:nvSpPr>
        <p:spPr bwMode="auto">
          <a:xfrm>
            <a:off x="8289925" y="2698750"/>
            <a:ext cx="382588" cy="381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28682" name="Oval 10"/>
          <p:cNvSpPr>
            <a:spLocks noChangeArrowheads="1"/>
          </p:cNvSpPr>
          <p:nvPr/>
        </p:nvSpPr>
        <p:spPr bwMode="auto">
          <a:xfrm>
            <a:off x="5287963" y="3189288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8683" name="Oval 11"/>
          <p:cNvSpPr>
            <a:spLocks noChangeArrowheads="1"/>
          </p:cNvSpPr>
          <p:nvPr/>
        </p:nvSpPr>
        <p:spPr bwMode="auto">
          <a:xfrm>
            <a:off x="5287963" y="106045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28684" name="AutoShape 12"/>
          <p:cNvCxnSpPr>
            <a:cxnSpLocks noChangeShapeType="1"/>
            <a:stCxn id="28683" idx="5"/>
            <a:endCxn id="28677" idx="1"/>
          </p:cNvCxnSpPr>
          <p:nvPr/>
        </p:nvCxnSpPr>
        <p:spPr bwMode="auto">
          <a:xfrm>
            <a:off x="5613400" y="140017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5" name="AutoShape 13"/>
          <p:cNvCxnSpPr>
            <a:cxnSpLocks noChangeShapeType="1"/>
            <a:stCxn id="28683" idx="3"/>
            <a:endCxn id="28676" idx="7"/>
          </p:cNvCxnSpPr>
          <p:nvPr/>
        </p:nvCxnSpPr>
        <p:spPr bwMode="auto">
          <a:xfrm flipH="1">
            <a:off x="4522788" y="1400175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6" name="AutoShape 14"/>
          <p:cNvCxnSpPr>
            <a:cxnSpLocks noChangeShapeType="1"/>
            <a:stCxn id="28676" idx="6"/>
            <a:endCxn id="28677" idx="2"/>
          </p:cNvCxnSpPr>
          <p:nvPr/>
        </p:nvCxnSpPr>
        <p:spPr bwMode="auto">
          <a:xfrm>
            <a:off x="4591050" y="1743075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7" name="AutoShape 15"/>
          <p:cNvCxnSpPr>
            <a:cxnSpLocks noChangeShapeType="1"/>
            <a:stCxn id="28679" idx="0"/>
            <a:endCxn id="28676" idx="4"/>
          </p:cNvCxnSpPr>
          <p:nvPr/>
        </p:nvCxnSpPr>
        <p:spPr bwMode="auto">
          <a:xfrm flipV="1">
            <a:off x="4386263" y="1947863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8" name="AutoShape 16"/>
          <p:cNvCxnSpPr>
            <a:cxnSpLocks noChangeShapeType="1"/>
            <a:stCxn id="28679" idx="5"/>
            <a:endCxn id="28682" idx="1"/>
          </p:cNvCxnSpPr>
          <p:nvPr/>
        </p:nvCxnSpPr>
        <p:spPr bwMode="auto">
          <a:xfrm>
            <a:off x="4522788" y="3038475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9" name="AutoShape 17"/>
          <p:cNvCxnSpPr>
            <a:cxnSpLocks noChangeShapeType="1"/>
            <a:stCxn id="28682" idx="7"/>
            <a:endCxn id="28680" idx="3"/>
          </p:cNvCxnSpPr>
          <p:nvPr/>
        </p:nvCxnSpPr>
        <p:spPr bwMode="auto">
          <a:xfrm flipV="1">
            <a:off x="5613400" y="3038475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0" name="AutoShape 18"/>
          <p:cNvCxnSpPr>
            <a:cxnSpLocks noChangeShapeType="1"/>
            <a:stCxn id="28680" idx="0"/>
            <a:endCxn id="28677" idx="4"/>
          </p:cNvCxnSpPr>
          <p:nvPr/>
        </p:nvCxnSpPr>
        <p:spPr bwMode="auto">
          <a:xfrm flipV="1">
            <a:off x="6570663" y="1947863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1" name="AutoShape 19"/>
          <p:cNvCxnSpPr>
            <a:cxnSpLocks noChangeShapeType="1"/>
            <a:stCxn id="28677" idx="6"/>
            <a:endCxn id="28678" idx="2"/>
          </p:cNvCxnSpPr>
          <p:nvPr/>
        </p:nvCxnSpPr>
        <p:spPr bwMode="auto">
          <a:xfrm>
            <a:off x="6775450" y="1743075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2" name="AutoShape 20"/>
          <p:cNvCxnSpPr>
            <a:cxnSpLocks noChangeShapeType="1"/>
            <a:stCxn id="28680" idx="6"/>
            <a:endCxn id="28681" idx="2"/>
          </p:cNvCxnSpPr>
          <p:nvPr/>
        </p:nvCxnSpPr>
        <p:spPr bwMode="auto">
          <a:xfrm>
            <a:off x="6775450" y="2889250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93" name="AutoShape 21"/>
          <p:cNvCxnSpPr>
            <a:cxnSpLocks noChangeShapeType="1"/>
            <a:stCxn id="28682" idx="0"/>
            <a:endCxn id="28676" idx="5"/>
          </p:cNvCxnSpPr>
          <p:nvPr/>
        </p:nvCxnSpPr>
        <p:spPr bwMode="auto">
          <a:xfrm rot="5400000" flipH="1">
            <a:off x="4358482" y="2056606"/>
            <a:ext cx="1284288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94" name="Text Box 22"/>
          <p:cNvSpPr txBox="1">
            <a:spLocks noChangeArrowheads="1"/>
          </p:cNvSpPr>
          <p:nvPr/>
        </p:nvSpPr>
        <p:spPr bwMode="auto">
          <a:xfrm>
            <a:off x="3962400" y="21320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8695" name="Text Box 23"/>
          <p:cNvSpPr txBox="1">
            <a:spLocks noChangeArrowheads="1"/>
          </p:cNvSpPr>
          <p:nvPr/>
        </p:nvSpPr>
        <p:spPr bwMode="auto">
          <a:xfrm>
            <a:off x="4979988" y="2279650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4759325" y="31035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8697" name="Text Box 25"/>
          <p:cNvSpPr txBox="1">
            <a:spLocks noChangeArrowheads="1"/>
          </p:cNvSpPr>
          <p:nvPr/>
        </p:nvSpPr>
        <p:spPr bwMode="auto">
          <a:xfrm>
            <a:off x="4759325" y="11366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8698" name="Text Box 26"/>
          <p:cNvSpPr txBox="1">
            <a:spLocks noChangeArrowheads="1"/>
          </p:cNvSpPr>
          <p:nvPr/>
        </p:nvSpPr>
        <p:spPr bwMode="auto">
          <a:xfrm>
            <a:off x="5956300" y="11366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8699" name="Text Box 27"/>
          <p:cNvSpPr txBox="1">
            <a:spLocks noChangeArrowheads="1"/>
          </p:cNvSpPr>
          <p:nvPr/>
        </p:nvSpPr>
        <p:spPr bwMode="auto">
          <a:xfrm>
            <a:off x="5305425" y="14414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8700" name="Text Box 28"/>
          <p:cNvSpPr txBox="1">
            <a:spLocks noChangeArrowheads="1"/>
          </p:cNvSpPr>
          <p:nvPr/>
        </p:nvSpPr>
        <p:spPr bwMode="auto">
          <a:xfrm>
            <a:off x="6556375" y="21653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8701" name="Text Box 29"/>
          <p:cNvSpPr txBox="1">
            <a:spLocks noChangeArrowheads="1"/>
          </p:cNvSpPr>
          <p:nvPr/>
        </p:nvSpPr>
        <p:spPr bwMode="auto">
          <a:xfrm>
            <a:off x="7375525" y="136525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8702" name="Text Box 30"/>
          <p:cNvSpPr txBox="1">
            <a:spLocks noChangeArrowheads="1"/>
          </p:cNvSpPr>
          <p:nvPr/>
        </p:nvSpPr>
        <p:spPr bwMode="auto">
          <a:xfrm>
            <a:off x="7321550" y="25003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8703" name="Text Box 31"/>
          <p:cNvSpPr txBox="1">
            <a:spLocks noChangeArrowheads="1"/>
          </p:cNvSpPr>
          <p:nvPr/>
        </p:nvSpPr>
        <p:spPr bwMode="auto">
          <a:xfrm>
            <a:off x="5895975" y="31226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8704" name="Text Box 32"/>
          <p:cNvSpPr txBox="1">
            <a:spLocks noChangeArrowheads="1"/>
          </p:cNvSpPr>
          <p:nvPr/>
        </p:nvSpPr>
        <p:spPr bwMode="auto">
          <a:xfrm>
            <a:off x="8229600" y="90805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28705" name="AutoShape 33"/>
          <p:cNvCxnSpPr>
            <a:cxnSpLocks noChangeShapeType="1"/>
            <a:stCxn id="28704" idx="2"/>
            <a:endCxn id="28678" idx="0"/>
          </p:cNvCxnSpPr>
          <p:nvPr/>
        </p:nvCxnSpPr>
        <p:spPr bwMode="auto">
          <a:xfrm>
            <a:off x="8397875" y="1304925"/>
            <a:ext cx="84138" cy="22860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Prim’s Algorithm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</p:txBody>
      </p:sp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4195763" y="1544638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5</a:t>
            </a:r>
          </a:p>
        </p:txBody>
      </p:sp>
      <p:sp>
        <p:nvSpPr>
          <p:cNvPr id="29701" name="Oval 5"/>
          <p:cNvSpPr>
            <a:spLocks noChangeArrowheads="1"/>
          </p:cNvSpPr>
          <p:nvPr/>
        </p:nvSpPr>
        <p:spPr bwMode="auto">
          <a:xfrm>
            <a:off x="6380163" y="1544638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9702" name="Oval 6"/>
          <p:cNvSpPr>
            <a:spLocks noChangeArrowheads="1"/>
          </p:cNvSpPr>
          <p:nvPr/>
        </p:nvSpPr>
        <p:spPr bwMode="auto">
          <a:xfrm>
            <a:off x="8289925" y="1544638"/>
            <a:ext cx="382588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9</a:t>
            </a:r>
          </a:p>
        </p:txBody>
      </p:sp>
      <p:sp>
        <p:nvSpPr>
          <p:cNvPr id="29703" name="Oval 7"/>
          <p:cNvSpPr>
            <a:spLocks noChangeArrowheads="1"/>
          </p:cNvSpPr>
          <p:nvPr/>
        </p:nvSpPr>
        <p:spPr bwMode="auto">
          <a:xfrm>
            <a:off x="4195763" y="2690813"/>
            <a:ext cx="382587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9704" name="Oval 8"/>
          <p:cNvSpPr>
            <a:spLocks noChangeArrowheads="1"/>
          </p:cNvSpPr>
          <p:nvPr/>
        </p:nvSpPr>
        <p:spPr bwMode="auto">
          <a:xfrm>
            <a:off x="6380163" y="2690813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8</a:t>
            </a:r>
          </a:p>
        </p:txBody>
      </p:sp>
      <p:sp>
        <p:nvSpPr>
          <p:cNvPr id="29705" name="Oval 9"/>
          <p:cNvSpPr>
            <a:spLocks noChangeArrowheads="1"/>
          </p:cNvSpPr>
          <p:nvPr/>
        </p:nvSpPr>
        <p:spPr bwMode="auto">
          <a:xfrm>
            <a:off x="8289925" y="2690813"/>
            <a:ext cx="382588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15</a:t>
            </a:r>
          </a:p>
        </p:txBody>
      </p:sp>
      <p:sp>
        <p:nvSpPr>
          <p:cNvPr id="29706" name="Oval 10"/>
          <p:cNvSpPr>
            <a:spLocks noChangeArrowheads="1"/>
          </p:cNvSpPr>
          <p:nvPr/>
        </p:nvSpPr>
        <p:spPr bwMode="auto">
          <a:xfrm>
            <a:off x="5287963" y="3181350"/>
            <a:ext cx="382587" cy="382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9707" name="Oval 11"/>
          <p:cNvSpPr>
            <a:spLocks noChangeArrowheads="1"/>
          </p:cNvSpPr>
          <p:nvPr/>
        </p:nvSpPr>
        <p:spPr bwMode="auto">
          <a:xfrm>
            <a:off x="5287963" y="1052513"/>
            <a:ext cx="382587" cy="3825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latin typeface="Courier New" panose="02070309020205020404" pitchFamily="49" charset="0"/>
                <a:sym typeface="Symbol" panose="05050102010706020507" pitchFamily="18" charset="2"/>
              </a:rPr>
              <a:t>4</a:t>
            </a:r>
          </a:p>
        </p:txBody>
      </p:sp>
      <p:cxnSp>
        <p:nvCxnSpPr>
          <p:cNvPr id="29708" name="AutoShape 12"/>
          <p:cNvCxnSpPr>
            <a:cxnSpLocks noChangeShapeType="1"/>
            <a:stCxn id="29707" idx="5"/>
            <a:endCxn id="29701" idx="1"/>
          </p:cNvCxnSpPr>
          <p:nvPr/>
        </p:nvCxnSpPr>
        <p:spPr bwMode="auto">
          <a:xfrm>
            <a:off x="5613400" y="1392238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9" name="AutoShape 13"/>
          <p:cNvCxnSpPr>
            <a:cxnSpLocks noChangeShapeType="1"/>
            <a:stCxn id="29707" idx="3"/>
            <a:endCxn id="29700" idx="7"/>
          </p:cNvCxnSpPr>
          <p:nvPr/>
        </p:nvCxnSpPr>
        <p:spPr bwMode="auto">
          <a:xfrm flipH="1">
            <a:off x="4522788" y="1392238"/>
            <a:ext cx="820737" cy="193675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0" name="AutoShape 14"/>
          <p:cNvCxnSpPr>
            <a:cxnSpLocks noChangeShapeType="1"/>
            <a:stCxn id="29700" idx="6"/>
            <a:endCxn id="29701" idx="2"/>
          </p:cNvCxnSpPr>
          <p:nvPr/>
        </p:nvCxnSpPr>
        <p:spPr bwMode="auto">
          <a:xfrm>
            <a:off x="4591050" y="1735138"/>
            <a:ext cx="177482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1" name="AutoShape 15"/>
          <p:cNvCxnSpPr>
            <a:cxnSpLocks noChangeShapeType="1"/>
            <a:stCxn id="29703" idx="0"/>
            <a:endCxn id="29700" idx="4"/>
          </p:cNvCxnSpPr>
          <p:nvPr/>
        </p:nvCxnSpPr>
        <p:spPr bwMode="auto">
          <a:xfrm flipV="1">
            <a:off x="43862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2" name="AutoShape 16"/>
          <p:cNvCxnSpPr>
            <a:cxnSpLocks noChangeShapeType="1"/>
            <a:stCxn id="29703" idx="5"/>
            <a:endCxn id="29706" idx="1"/>
          </p:cNvCxnSpPr>
          <p:nvPr/>
        </p:nvCxnSpPr>
        <p:spPr bwMode="auto">
          <a:xfrm>
            <a:off x="4522788" y="3030538"/>
            <a:ext cx="820737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3" name="AutoShape 17"/>
          <p:cNvCxnSpPr>
            <a:cxnSpLocks noChangeShapeType="1"/>
            <a:stCxn id="29706" idx="7"/>
            <a:endCxn id="29704" idx="3"/>
          </p:cNvCxnSpPr>
          <p:nvPr/>
        </p:nvCxnSpPr>
        <p:spPr bwMode="auto">
          <a:xfrm flipV="1">
            <a:off x="5613400" y="3030538"/>
            <a:ext cx="822325" cy="193675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4" name="AutoShape 18"/>
          <p:cNvCxnSpPr>
            <a:cxnSpLocks noChangeShapeType="1"/>
            <a:stCxn id="29704" idx="0"/>
            <a:endCxn id="29701" idx="4"/>
          </p:cNvCxnSpPr>
          <p:nvPr/>
        </p:nvCxnSpPr>
        <p:spPr bwMode="auto">
          <a:xfrm flipV="1">
            <a:off x="6570663" y="1939925"/>
            <a:ext cx="0" cy="73660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5" name="AutoShape 19"/>
          <p:cNvCxnSpPr>
            <a:cxnSpLocks noChangeShapeType="1"/>
            <a:stCxn id="29701" idx="6"/>
            <a:endCxn id="29702" idx="2"/>
          </p:cNvCxnSpPr>
          <p:nvPr/>
        </p:nvCxnSpPr>
        <p:spPr bwMode="auto">
          <a:xfrm>
            <a:off x="6775450" y="1735138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6" name="AutoShape 20"/>
          <p:cNvCxnSpPr>
            <a:cxnSpLocks noChangeShapeType="1"/>
            <a:stCxn id="29704" idx="6"/>
            <a:endCxn id="29705" idx="2"/>
          </p:cNvCxnSpPr>
          <p:nvPr/>
        </p:nvCxnSpPr>
        <p:spPr bwMode="auto">
          <a:xfrm>
            <a:off x="6775450" y="2881313"/>
            <a:ext cx="1501775" cy="0"/>
          </a:xfrm>
          <a:prstGeom prst="straightConnector1">
            <a:avLst/>
          </a:prstGeom>
          <a:noFill/>
          <a:ln w="381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17" name="AutoShape 21"/>
          <p:cNvCxnSpPr>
            <a:cxnSpLocks noChangeShapeType="1"/>
            <a:stCxn id="29706" idx="0"/>
            <a:endCxn id="29700" idx="5"/>
          </p:cNvCxnSpPr>
          <p:nvPr/>
        </p:nvCxnSpPr>
        <p:spPr bwMode="auto">
          <a:xfrm rot="5400000" flipH="1">
            <a:off x="4358482" y="2048669"/>
            <a:ext cx="1284287" cy="955675"/>
          </a:xfrm>
          <a:prstGeom prst="curvedConnector3">
            <a:avLst>
              <a:gd name="adj1" fmla="val 47829"/>
            </a:avLst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3962400" y="21240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14</a:t>
            </a:r>
          </a:p>
        </p:txBody>
      </p:sp>
      <p:sp>
        <p:nvSpPr>
          <p:cNvPr id="29719" name="Text Box 23"/>
          <p:cNvSpPr txBox="1">
            <a:spLocks noChangeArrowheads="1"/>
          </p:cNvSpPr>
          <p:nvPr/>
        </p:nvSpPr>
        <p:spPr bwMode="auto">
          <a:xfrm>
            <a:off x="4979988" y="2271713"/>
            <a:ext cx="412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29720" name="Text Box 24"/>
          <p:cNvSpPr txBox="1">
            <a:spLocks noChangeArrowheads="1"/>
          </p:cNvSpPr>
          <p:nvPr/>
        </p:nvSpPr>
        <p:spPr bwMode="auto">
          <a:xfrm>
            <a:off x="4759325" y="309562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4759325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9722" name="Text Box 26"/>
          <p:cNvSpPr txBox="1">
            <a:spLocks noChangeArrowheads="1"/>
          </p:cNvSpPr>
          <p:nvPr/>
        </p:nvSpPr>
        <p:spPr bwMode="auto">
          <a:xfrm>
            <a:off x="5956300" y="11287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9723" name="Text Box 27"/>
          <p:cNvSpPr txBox="1">
            <a:spLocks noChangeArrowheads="1"/>
          </p:cNvSpPr>
          <p:nvPr/>
        </p:nvSpPr>
        <p:spPr bwMode="auto">
          <a:xfrm>
            <a:off x="5305425" y="14335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9724" name="Text Box 28"/>
          <p:cNvSpPr txBox="1">
            <a:spLocks noChangeArrowheads="1"/>
          </p:cNvSpPr>
          <p:nvPr/>
        </p:nvSpPr>
        <p:spPr bwMode="auto">
          <a:xfrm>
            <a:off x="6556375" y="21574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25" name="Text Box 29"/>
          <p:cNvSpPr txBox="1">
            <a:spLocks noChangeArrowheads="1"/>
          </p:cNvSpPr>
          <p:nvPr/>
        </p:nvSpPr>
        <p:spPr bwMode="auto">
          <a:xfrm>
            <a:off x="7375525" y="135731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29726" name="Text Box 30"/>
          <p:cNvSpPr txBox="1">
            <a:spLocks noChangeArrowheads="1"/>
          </p:cNvSpPr>
          <p:nvPr/>
        </p:nvSpPr>
        <p:spPr bwMode="auto">
          <a:xfrm>
            <a:off x="7321550" y="2492375"/>
            <a:ext cx="412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15</a:t>
            </a:r>
          </a:p>
        </p:txBody>
      </p:sp>
      <p:sp>
        <p:nvSpPr>
          <p:cNvPr id="29727" name="Text Box 31"/>
          <p:cNvSpPr txBox="1">
            <a:spLocks noChangeArrowheads="1"/>
          </p:cNvSpPr>
          <p:nvPr/>
        </p:nvSpPr>
        <p:spPr bwMode="auto">
          <a:xfrm>
            <a:off x="5895975" y="3114675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800" b="1">
                <a:solidFill>
                  <a:schemeClr val="accent1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29728" name="Text Box 32"/>
          <p:cNvSpPr txBox="1">
            <a:spLocks noChangeArrowheads="1"/>
          </p:cNvSpPr>
          <p:nvPr/>
        </p:nvSpPr>
        <p:spPr bwMode="auto">
          <a:xfrm>
            <a:off x="8229600" y="2119313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u</a:t>
            </a:r>
          </a:p>
        </p:txBody>
      </p:sp>
      <p:cxnSp>
        <p:nvCxnSpPr>
          <p:cNvPr id="29729" name="AutoShape 33"/>
          <p:cNvCxnSpPr>
            <a:cxnSpLocks noChangeShapeType="1"/>
            <a:stCxn id="29728" idx="2"/>
            <a:endCxn id="29705" idx="0"/>
          </p:cNvCxnSpPr>
          <p:nvPr/>
        </p:nvCxnSpPr>
        <p:spPr bwMode="auto">
          <a:xfrm>
            <a:off x="8397875" y="2516188"/>
            <a:ext cx="84138" cy="155575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Review: Prim’s Algorithm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17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3505200" y="2852738"/>
            <a:ext cx="5545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What is the hidden cost in this code?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Review: Prim’s Algorithm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solidFill>
                  <a:schemeClr val="tx2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      DecreaseKey(v, w(u,v));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17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3581400" y="2635250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endParaRPr lang="en-US" altLang="en-US" sz="2800" b="1" i="1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Review: Prim’s Algorithm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DecreaseKey(v, w(u,v));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17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3581400" y="2420938"/>
            <a:ext cx="53911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How often is ExtractMin() called?</a:t>
            </a:r>
          </a:p>
          <a:p>
            <a:pPr algn="l"/>
            <a:r>
              <a:rPr lang="en-US" altLang="en-US" sz="2800" b="1" i="1">
                <a:solidFill>
                  <a:schemeClr val="accent1"/>
                </a:solidFill>
                <a:latin typeface="Times New Roman" panose="02020603050405020304" pitchFamily="18" charset="0"/>
              </a:rPr>
              <a:t>How often is DecreaseKey() called?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Review: Prim’s Algorithm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MST-Prim(G, w, 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Q = V[G];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</a:rPr>
              <a:t>    for each </a:t>
            </a:r>
            <a:r>
              <a:rPr lang="en-US" altLang="en-US" sz="1700" b="1" i="1">
                <a:latin typeface="Courier New" panose="02070309020205020404" pitchFamily="49" charset="0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key[u] = ;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key[r] = 0;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p[r] = NULL;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while (Q not empty)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u = ExtractMin(Q);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for each 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Adj[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if (v</a:t>
            </a:r>
            <a:r>
              <a:rPr lang="en-US" altLang="en-US" sz="1700" b="1">
                <a:latin typeface="Courier New" panose="02070309020205020404" pitchFamily="49" charset="0"/>
              </a:rPr>
              <a:t> 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 Q and w(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u,v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) &lt; key[</a:t>
            </a:r>
            <a:r>
              <a:rPr lang="en-US" altLang="en-US" sz="1700" b="1" i="1">
                <a:latin typeface="Courier New" panose="02070309020205020404" pitchFamily="49" charset="0"/>
                <a:sym typeface="Symbol" panose="05050102010706020507" pitchFamily="18" charset="2"/>
              </a:rPr>
              <a:t>v</a:t>
            </a: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])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p[v] = u;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1700" b="1">
                <a:latin typeface="Courier New" panose="02070309020205020404" pitchFamily="49" charset="0"/>
                <a:sym typeface="Symbol" panose="05050102010706020507" pitchFamily="18" charset="2"/>
              </a:rPr>
              <a:t>                key[v] = w(u,v);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 sz="1700" b="1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4033838" y="1916113"/>
            <a:ext cx="43084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b="1" i="1">
                <a:solidFill>
                  <a:schemeClr val="accent1"/>
                </a:solidFill>
                <a:latin typeface="Times New Roman" panose="02020603050405020304" pitchFamily="18" charset="0"/>
              </a:rPr>
              <a:t>What will be the running time?</a:t>
            </a:r>
            <a:br>
              <a:rPr lang="en-US" altLang="en-US" b="1" i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latin typeface="Times New Roman" panose="02020603050405020304" pitchFamily="18" charset="0"/>
              </a:rPr>
              <a:t>A: Depends on queue</a:t>
            </a:r>
            <a:br>
              <a:rPr lang="en-US" altLang="en-US" b="1">
                <a:latin typeface="Times New Roman" panose="02020603050405020304" pitchFamily="18" charset="0"/>
              </a:rPr>
            </a:br>
            <a:r>
              <a:rPr lang="en-US" altLang="en-US" b="1">
                <a:latin typeface="Times New Roman" panose="02020603050405020304" pitchFamily="18" charset="0"/>
              </a:rPr>
              <a:t>  binary heap: O(E lg V)</a:t>
            </a:r>
            <a:br>
              <a:rPr lang="en-US" altLang="en-US" b="1">
                <a:latin typeface="Times New Roman" panose="02020603050405020304" pitchFamily="18" charset="0"/>
              </a:rPr>
            </a:br>
            <a:r>
              <a:rPr lang="en-US" altLang="en-US" b="1">
                <a:latin typeface="Times New Roman" panose="02020603050405020304" pitchFamily="18" charset="0"/>
              </a:rPr>
              <a:t>  Fibonacci heap: O(V lg V + E)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75A8-BB43-45B2-812A-EC7FDEAE2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</a:t>
            </a:r>
            <a:r>
              <a:rPr lang="en-US" dirty="0" err="1"/>
              <a:t>Cormen</a:t>
            </a:r>
            <a:r>
              <a:rPr lang="en-US" dirty="0"/>
              <a:t> 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D5288-7BB4-4F64-A6DA-0582D0890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903" y="3068960"/>
            <a:ext cx="7779560" cy="3528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EE1446-1760-4FB6-B8D2-79B64C0FA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" y="-13149"/>
            <a:ext cx="3848637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949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A7536-8CCF-4721-8A33-C773C451F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Prim's algorithm is very similar to Kruskal's: whereas Kruskal's "grows" a forest of trees, Prim's algorithm grows a single tree until it becomes the minimum spanning tree. Both algorithms use the greedy approach - they add the cheapest edge that will not cause a cycle. But rather than choosing the cheapest edge that will connect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pair of trees together, Prim's algorithm only adds edges that join nodes to the existing tree. (In this respect, Prim's algorithm is very similar to </a:t>
            </a:r>
            <a:r>
              <a:rPr lang="en-US" b="0" i="0" dirty="0">
                <a:effectLst/>
                <a:latin typeface="Times New Roman" panose="02020603050405020304" pitchFamily="18" charset="0"/>
                <a:hlinkClick r:id="rId2"/>
              </a:rPr>
              <a:t>Dijkstra's algorithm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for finding shortest paths.)</a:t>
            </a:r>
          </a:p>
          <a:p>
            <a:r>
              <a:rPr lang="en-US" dirty="0">
                <a:hlinkClick r:id="rId3"/>
              </a:rPr>
              <a:t>https://www.cs.auckland.ac.nz/software/AlgAnim/prim.html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2447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Disjoint-Set Union Problem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Want a data structure to support disjoint sets </a:t>
            </a:r>
          </a:p>
          <a:p>
            <a:pPr lvl="1" eaLnBrk="1" hangingPunct="1"/>
            <a:r>
              <a:rPr lang="en-US" altLang="en-US"/>
              <a:t>Collection of disjoint sets </a:t>
            </a:r>
            <a:r>
              <a:rPr lang="en-US" altLang="en-US" i="1"/>
              <a:t>S</a:t>
            </a:r>
            <a:r>
              <a:rPr lang="en-US" altLang="en-US"/>
              <a:t> = </a:t>
            </a:r>
            <a:r>
              <a:rPr lang="en-US" altLang="en-US" b="1">
                <a:latin typeface="Microsoft Sans Serif" panose="020B0604020202020204" pitchFamily="34" charset="0"/>
                <a:sym typeface="Math B" pitchFamily="2" charset="2"/>
              </a:rPr>
              <a:t>U</a:t>
            </a:r>
            <a:r>
              <a:rPr lang="en-US" altLang="en-US" baseline="-25000"/>
              <a:t>i</a:t>
            </a:r>
            <a:r>
              <a:rPr lang="en-US" altLang="en-US" b="1">
                <a:latin typeface="Microsoft Sans Serif" panose="020B0604020202020204" pitchFamily="34" charset="0"/>
                <a:sym typeface="Math B" pitchFamily="2" charset="2"/>
              </a:rPr>
              <a:t> </a:t>
            </a:r>
            <a:r>
              <a:rPr lang="en-US" altLang="en-US"/>
              <a:t>{S</a:t>
            </a:r>
            <a:r>
              <a:rPr lang="en-US" altLang="en-US" baseline="-25000"/>
              <a:t>i</a:t>
            </a:r>
            <a:r>
              <a:rPr lang="en-US" altLang="en-US"/>
              <a:t>},   S</a:t>
            </a:r>
            <a:r>
              <a:rPr lang="en-US" altLang="en-US" baseline="-25000"/>
              <a:t>i</a:t>
            </a:r>
            <a:r>
              <a:rPr lang="en-US" altLang="en-US"/>
              <a:t> </a:t>
            </a:r>
            <a:r>
              <a:rPr lang="en-US" altLang="en-US">
                <a:cs typeface="Times New Roman" panose="02020603050405020304" pitchFamily="18" charset="0"/>
                <a:sym typeface="Math B" pitchFamily="2" charset="2"/>
              </a:rPr>
              <a:t>∩</a:t>
            </a:r>
            <a:r>
              <a:rPr lang="en-US" altLang="en-US">
                <a:sym typeface="Math B" pitchFamily="2" charset="2"/>
              </a:rPr>
              <a:t> S</a:t>
            </a:r>
            <a:r>
              <a:rPr lang="en-US" altLang="en-US" baseline="-25000">
                <a:sym typeface="Math B" pitchFamily="2" charset="2"/>
              </a:rPr>
              <a:t>j</a:t>
            </a:r>
            <a:r>
              <a:rPr lang="en-US" altLang="en-US">
                <a:sym typeface="Math B" pitchFamily="2" charset="2"/>
              </a:rPr>
              <a:t> = </a:t>
            </a:r>
            <a:r>
              <a:rPr lang="en-US" altLang="en-US">
                <a:sym typeface="Symbol" panose="05050102010706020507" pitchFamily="18" charset="2"/>
              </a:rPr>
              <a:t></a:t>
            </a:r>
          </a:p>
          <a:p>
            <a:pPr eaLnBrk="1" hangingPunct="1"/>
            <a:r>
              <a:rPr lang="en-US" altLang="en-US">
                <a:sym typeface="Symbol" panose="05050102010706020507" pitchFamily="18" charset="2"/>
              </a:rPr>
              <a:t>Need to support following operations:</a:t>
            </a:r>
          </a:p>
          <a:p>
            <a:pPr lvl="1" eaLnBrk="1" hangingPunct="1"/>
            <a:r>
              <a:rPr lang="en-US" altLang="en-US">
                <a:sym typeface="Symbol" panose="05050102010706020507" pitchFamily="18" charset="2"/>
              </a:rPr>
              <a:t>MakeSet(x): </a:t>
            </a:r>
            <a:r>
              <a:rPr lang="en-US" altLang="en-US" i="1"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= </a:t>
            </a:r>
            <a:r>
              <a:rPr lang="en-US" altLang="en-US" i="1"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 b="1">
                <a:latin typeface="Microsoft Sans Serif" panose="020B0604020202020204" pitchFamily="34" charset="0"/>
                <a:sym typeface="Math B" pitchFamily="2" charset="2"/>
              </a:rPr>
              <a:t>U</a:t>
            </a:r>
            <a:r>
              <a:rPr lang="en-US" altLang="en-US">
                <a:sym typeface="Math B" pitchFamily="2" charset="2"/>
              </a:rPr>
              <a:t> {{x}}</a:t>
            </a:r>
          </a:p>
          <a:p>
            <a:pPr lvl="1" eaLnBrk="1" hangingPunct="1"/>
            <a:r>
              <a:rPr lang="en-US" altLang="en-US">
                <a:sym typeface="Math B" pitchFamily="2" charset="2"/>
              </a:rPr>
              <a:t>Union(S</a:t>
            </a:r>
            <a:r>
              <a:rPr lang="en-US" altLang="en-US" baseline="-25000">
                <a:sym typeface="Math B" pitchFamily="2" charset="2"/>
              </a:rPr>
              <a:t>i</a:t>
            </a:r>
            <a:r>
              <a:rPr lang="en-US" altLang="en-US">
                <a:sym typeface="Math B" pitchFamily="2" charset="2"/>
              </a:rPr>
              <a:t>, S</a:t>
            </a:r>
            <a:r>
              <a:rPr lang="en-US" altLang="en-US" baseline="-25000">
                <a:sym typeface="Math B" pitchFamily="2" charset="2"/>
              </a:rPr>
              <a:t>j</a:t>
            </a:r>
            <a:r>
              <a:rPr lang="en-US" altLang="en-US">
                <a:sym typeface="Math B" pitchFamily="2" charset="2"/>
              </a:rPr>
              <a:t>): </a:t>
            </a:r>
            <a:r>
              <a:rPr lang="en-US" altLang="en-US" i="1">
                <a:sym typeface="Math B" pitchFamily="2" charset="2"/>
              </a:rPr>
              <a:t>S = S </a:t>
            </a:r>
            <a:r>
              <a:rPr lang="en-US" altLang="en-US">
                <a:sym typeface="Math B" pitchFamily="2" charset="2"/>
              </a:rPr>
              <a:t>- {S</a:t>
            </a:r>
            <a:r>
              <a:rPr lang="en-US" altLang="en-US" baseline="-25000">
                <a:sym typeface="Math B" pitchFamily="2" charset="2"/>
              </a:rPr>
              <a:t>i</a:t>
            </a:r>
            <a:r>
              <a:rPr lang="en-US" altLang="en-US">
                <a:sym typeface="Math B" pitchFamily="2" charset="2"/>
              </a:rPr>
              <a:t>, S</a:t>
            </a:r>
            <a:r>
              <a:rPr lang="en-US" altLang="en-US" baseline="-25000">
                <a:sym typeface="Math B" pitchFamily="2" charset="2"/>
              </a:rPr>
              <a:t>j</a:t>
            </a:r>
            <a:r>
              <a:rPr lang="en-US" altLang="en-US">
                <a:sym typeface="Math B" pitchFamily="2" charset="2"/>
              </a:rPr>
              <a:t>} </a:t>
            </a:r>
            <a:r>
              <a:rPr lang="en-US" altLang="en-US" b="1">
                <a:latin typeface="Microsoft Sans Serif" panose="020B0604020202020204" pitchFamily="34" charset="0"/>
                <a:sym typeface="Math B" pitchFamily="2" charset="2"/>
              </a:rPr>
              <a:t>U </a:t>
            </a:r>
            <a:r>
              <a:rPr lang="en-US" altLang="en-US">
                <a:sym typeface="Math B" pitchFamily="2" charset="2"/>
              </a:rPr>
              <a:t>{S</a:t>
            </a:r>
            <a:r>
              <a:rPr lang="en-US" altLang="en-US" baseline="-25000">
                <a:sym typeface="Math B" pitchFamily="2" charset="2"/>
              </a:rPr>
              <a:t>i</a:t>
            </a:r>
            <a:r>
              <a:rPr lang="en-US" altLang="en-US">
                <a:sym typeface="Math B" pitchFamily="2" charset="2"/>
              </a:rPr>
              <a:t> </a:t>
            </a:r>
            <a:r>
              <a:rPr lang="en-US" altLang="en-US" b="1">
                <a:latin typeface="Microsoft Sans Serif" panose="020B0604020202020204" pitchFamily="34" charset="0"/>
                <a:sym typeface="Math B" pitchFamily="2" charset="2"/>
              </a:rPr>
              <a:t>U</a:t>
            </a:r>
            <a:r>
              <a:rPr lang="en-US" altLang="en-US">
                <a:sym typeface="Math B" pitchFamily="2" charset="2"/>
              </a:rPr>
              <a:t> S</a:t>
            </a:r>
            <a:r>
              <a:rPr lang="en-US" altLang="en-US" baseline="-25000">
                <a:sym typeface="Math B" pitchFamily="2" charset="2"/>
              </a:rPr>
              <a:t>j</a:t>
            </a:r>
            <a:r>
              <a:rPr lang="en-US" altLang="en-US">
                <a:sym typeface="Math B" pitchFamily="2" charset="2"/>
              </a:rPr>
              <a:t>}</a:t>
            </a:r>
          </a:p>
          <a:p>
            <a:pPr lvl="1" eaLnBrk="1" hangingPunct="1"/>
            <a:r>
              <a:rPr lang="en-US" altLang="en-US">
                <a:sym typeface="Math B" pitchFamily="2" charset="2"/>
              </a:rPr>
              <a:t>FindSet(x): return S</a:t>
            </a:r>
            <a:r>
              <a:rPr lang="en-US" altLang="en-US" baseline="-25000">
                <a:sym typeface="Math B" pitchFamily="2" charset="2"/>
              </a:rPr>
              <a:t>i</a:t>
            </a:r>
            <a:r>
              <a:rPr lang="en-US" altLang="en-US">
                <a:sym typeface="Math B" pitchFamily="2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 </a:t>
            </a:r>
            <a:r>
              <a:rPr lang="en-US" altLang="en-US" i="1"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such that x  S</a:t>
            </a:r>
            <a:r>
              <a:rPr lang="en-US" altLang="en-US" baseline="-25000">
                <a:sym typeface="Symbol" panose="05050102010706020507" pitchFamily="18" charset="2"/>
              </a:rPr>
              <a:t>i</a:t>
            </a:r>
            <a:endParaRPr lang="en-US" altLang="en-US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>
                <a:sym typeface="Math B" pitchFamily="2" charset="2"/>
              </a:rPr>
              <a:t>Before discussing implementation details, we look at example application: MSTs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502150" y="3282950"/>
          <a:ext cx="139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291960" progId="Equation.3">
                  <p:embed/>
                </p:oleObj>
              </mc:Choice>
              <mc:Fallback>
                <p:oleObj name="Equation" r:id="rId2" imgW="139680" imgH="2919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150" y="3282950"/>
                        <a:ext cx="139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Kruskal()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{ 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T = 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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for each v </a:t>
            </a:r>
            <a:r>
              <a:rPr lang="en-US" altLang="en-US" sz="2000" dirty="0">
                <a:sym typeface="Symbol" panose="05050102010706020507" pitchFamily="18" charset="2"/>
              </a:rPr>
              <a:t></a:t>
            </a:r>
            <a:r>
              <a:rPr lang="en-US" altLang="en-US" sz="2000" b="1" dirty="0">
                <a:latin typeface="Courier New" panose="02070309020205020404" pitchFamily="49" charset="0"/>
              </a:rPr>
              <a:t> V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MakeSet</a:t>
            </a:r>
            <a:r>
              <a:rPr lang="en-US" altLang="en-US" sz="2000" b="1" dirty="0">
                <a:latin typeface="Courier New" panose="02070309020205020404" pitchFamily="49" charset="0"/>
              </a:rPr>
              <a:t>(v);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sort E into nondecreasing order by weight w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for each (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u,v</a:t>
            </a:r>
            <a:r>
              <a:rPr lang="en-US" altLang="en-US" sz="2000" b="1" dirty="0">
                <a:latin typeface="Courier New" panose="02070309020205020404" pitchFamily="49" charset="0"/>
              </a:rPr>
              <a:t>) 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en-US" altLang="en-US" sz="2000" b="1" dirty="0">
                <a:latin typeface="Courier New" panose="02070309020205020404" pitchFamily="49" charset="0"/>
              </a:rPr>
              <a:t> E (in sorted order)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if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FindSet</a:t>
            </a:r>
            <a:r>
              <a:rPr lang="en-US" altLang="en-US" sz="2000" b="1" dirty="0">
                <a:latin typeface="Courier New" panose="02070309020205020404" pitchFamily="49" charset="0"/>
              </a:rPr>
              <a:t>(u) 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 </a:t>
            </a:r>
            <a:r>
              <a:rPr lang="en-US" altLang="en-US" sz="20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FindSet</a:t>
            </a: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(v)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T = T </a:t>
            </a:r>
            <a:r>
              <a:rPr lang="en-US" altLang="en-US" sz="2000" b="1" dirty="0">
                <a:latin typeface="Microsoft Sans Serif" panose="020B0604020202020204" pitchFamily="34" charset="0"/>
                <a:sym typeface="Math B" pitchFamily="2" charset="2"/>
              </a:rPr>
              <a:t>U</a:t>
            </a:r>
            <a:r>
              <a:rPr lang="en-US" altLang="en-US" sz="2000" b="1" dirty="0">
                <a:latin typeface="Courier New" panose="02070309020205020404" pitchFamily="49" charset="0"/>
                <a:sym typeface="Math B" pitchFamily="2" charset="2"/>
              </a:rPr>
              <a:t> {{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altLang="en-US" sz="2000" b="1" dirty="0">
                <a:latin typeface="Courier New" panose="02070309020205020404" pitchFamily="49" charset="0"/>
                <a:sym typeface="Math B" pitchFamily="2" charset="2"/>
              </a:rPr>
              <a:t>}};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altLang="en-US" sz="2000" b="1" dirty="0">
                <a:latin typeface="Courier New" panose="02070309020205020404" pitchFamily="49" charset="0"/>
                <a:sym typeface="Math B" pitchFamily="2" charset="2"/>
              </a:rPr>
              <a:t>);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 sz="2000" b="1" dirty="0">
                <a:latin typeface="Courier New" panose="02070309020205020404" pitchFamily="49" charset="0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35843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4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5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6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7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8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9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35850" name="AutoShape 11"/>
          <p:cNvCxnSpPr>
            <a:cxnSpLocks noChangeShapeType="1"/>
            <a:stCxn id="35843" idx="6"/>
            <a:endCxn id="35844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1" name="AutoShape 12"/>
          <p:cNvCxnSpPr>
            <a:cxnSpLocks noChangeShapeType="1"/>
            <a:stCxn id="35844" idx="6"/>
            <a:endCxn id="35845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2" name="AutoShape 13"/>
          <p:cNvCxnSpPr>
            <a:cxnSpLocks noChangeShapeType="1"/>
            <a:stCxn id="35845" idx="3"/>
            <a:endCxn id="35848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3" name="AutoShape 14"/>
          <p:cNvCxnSpPr>
            <a:cxnSpLocks noChangeShapeType="1"/>
            <a:stCxn id="35848" idx="2"/>
            <a:endCxn id="35849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AutoShape 15"/>
          <p:cNvCxnSpPr>
            <a:cxnSpLocks noChangeShapeType="1"/>
            <a:stCxn id="35849" idx="0"/>
            <a:endCxn id="35843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5" name="AutoShape 16"/>
          <p:cNvCxnSpPr>
            <a:cxnSpLocks noChangeShapeType="1"/>
            <a:stCxn id="35843" idx="5"/>
            <a:endCxn id="35848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6" name="AutoShape 17"/>
          <p:cNvCxnSpPr>
            <a:cxnSpLocks noChangeShapeType="1"/>
            <a:stCxn id="35848" idx="0"/>
            <a:endCxn id="35844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7" name="AutoShape 18"/>
          <p:cNvCxnSpPr>
            <a:cxnSpLocks noChangeShapeType="1"/>
            <a:stCxn id="35848" idx="6"/>
            <a:endCxn id="35846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8" name="AutoShape 19"/>
          <p:cNvCxnSpPr>
            <a:cxnSpLocks noChangeShapeType="1"/>
            <a:stCxn id="35846" idx="0"/>
            <a:endCxn id="35845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9" name="AutoShape 20"/>
          <p:cNvCxnSpPr>
            <a:cxnSpLocks noChangeShapeType="1"/>
            <a:stCxn id="35845" idx="5"/>
            <a:endCxn id="35847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0" name="AutoShape 21"/>
          <p:cNvCxnSpPr>
            <a:cxnSpLocks noChangeShapeType="1"/>
            <a:stCxn id="35846" idx="7"/>
            <a:endCxn id="35847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1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35862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35863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35864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35865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35866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35867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35868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35869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5870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35871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609600" y="12049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Kruskal()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nondecreasing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36867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2149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2150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2151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2152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2153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2154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cxnSp>
        <p:nvCxnSpPr>
          <p:cNvPr id="36874" name="AutoShape 11"/>
          <p:cNvCxnSpPr>
            <a:cxnSpLocks noChangeShapeType="1"/>
            <a:stCxn id="36867" idx="6"/>
            <a:endCxn id="262149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5" name="AutoShape 12"/>
          <p:cNvCxnSpPr>
            <a:cxnSpLocks noChangeShapeType="1"/>
            <a:stCxn id="262149" idx="6"/>
            <a:endCxn id="262150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6" name="AutoShape 13"/>
          <p:cNvCxnSpPr>
            <a:cxnSpLocks noChangeShapeType="1"/>
            <a:stCxn id="262150" idx="3"/>
            <a:endCxn id="262153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7" name="AutoShape 14"/>
          <p:cNvCxnSpPr>
            <a:cxnSpLocks noChangeShapeType="1"/>
            <a:stCxn id="262153" idx="2"/>
            <a:endCxn id="262154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8" name="AutoShape 15"/>
          <p:cNvCxnSpPr>
            <a:cxnSpLocks noChangeShapeType="1"/>
            <a:stCxn id="262154" idx="0"/>
            <a:endCxn id="36867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79" name="AutoShape 16"/>
          <p:cNvCxnSpPr>
            <a:cxnSpLocks noChangeShapeType="1"/>
            <a:stCxn id="36867" idx="5"/>
            <a:endCxn id="262153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0" name="AutoShape 17"/>
          <p:cNvCxnSpPr>
            <a:cxnSpLocks noChangeShapeType="1"/>
            <a:stCxn id="262153" idx="0"/>
            <a:endCxn id="262149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1" name="AutoShape 18"/>
          <p:cNvCxnSpPr>
            <a:cxnSpLocks noChangeShapeType="1"/>
            <a:stCxn id="262153" idx="6"/>
            <a:endCxn id="262151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2" name="AutoShape 19"/>
          <p:cNvCxnSpPr>
            <a:cxnSpLocks noChangeShapeType="1"/>
            <a:stCxn id="262151" idx="0"/>
            <a:endCxn id="262150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3" name="AutoShape 20"/>
          <p:cNvCxnSpPr>
            <a:cxnSpLocks noChangeShapeType="1"/>
            <a:stCxn id="262150" idx="5"/>
            <a:endCxn id="262152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884" name="AutoShape 21"/>
          <p:cNvCxnSpPr>
            <a:cxnSpLocks noChangeShapeType="1"/>
            <a:stCxn id="262151" idx="7"/>
            <a:endCxn id="262152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85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36886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36887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36888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36889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36890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36891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36892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36893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6894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36895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36896" name="AutoShape 34"/>
          <p:cNvSpPr>
            <a:spLocks/>
          </p:cNvSpPr>
          <p:nvPr/>
        </p:nvSpPr>
        <p:spPr bwMode="auto">
          <a:xfrm>
            <a:off x="762000" y="1916113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Kruskal()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nondecreasing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37891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3173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4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5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6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7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3178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cxnSp>
        <p:nvCxnSpPr>
          <p:cNvPr id="37898" name="AutoShape 11"/>
          <p:cNvCxnSpPr>
            <a:cxnSpLocks noChangeShapeType="1"/>
            <a:stCxn id="37891" idx="6"/>
            <a:endCxn id="263173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9" name="AutoShape 12"/>
          <p:cNvCxnSpPr>
            <a:cxnSpLocks noChangeShapeType="1"/>
            <a:stCxn id="263173" idx="6"/>
            <a:endCxn id="263174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0" name="AutoShape 13"/>
          <p:cNvCxnSpPr>
            <a:cxnSpLocks noChangeShapeType="1"/>
            <a:stCxn id="263174" idx="3"/>
            <a:endCxn id="263177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1" name="AutoShape 14"/>
          <p:cNvCxnSpPr>
            <a:cxnSpLocks noChangeShapeType="1"/>
            <a:stCxn id="263177" idx="2"/>
            <a:endCxn id="263178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2" name="AutoShape 15"/>
          <p:cNvCxnSpPr>
            <a:cxnSpLocks noChangeShapeType="1"/>
            <a:stCxn id="263178" idx="0"/>
            <a:endCxn id="37891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3" name="AutoShape 16"/>
          <p:cNvCxnSpPr>
            <a:cxnSpLocks noChangeShapeType="1"/>
            <a:stCxn id="37891" idx="5"/>
            <a:endCxn id="263177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4" name="AutoShape 17"/>
          <p:cNvCxnSpPr>
            <a:cxnSpLocks noChangeShapeType="1"/>
            <a:stCxn id="263177" idx="0"/>
            <a:endCxn id="263173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5" name="AutoShape 18"/>
          <p:cNvCxnSpPr>
            <a:cxnSpLocks noChangeShapeType="1"/>
            <a:stCxn id="263177" idx="6"/>
            <a:endCxn id="263175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6" name="AutoShape 19"/>
          <p:cNvCxnSpPr>
            <a:cxnSpLocks noChangeShapeType="1"/>
            <a:stCxn id="263175" idx="0"/>
            <a:endCxn id="263174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7" name="AutoShape 20"/>
          <p:cNvCxnSpPr>
            <a:cxnSpLocks noChangeShapeType="1"/>
            <a:stCxn id="263174" idx="5"/>
            <a:endCxn id="263176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8" name="AutoShape 21"/>
          <p:cNvCxnSpPr>
            <a:cxnSpLocks noChangeShapeType="1"/>
            <a:stCxn id="263175" idx="7"/>
            <a:endCxn id="263176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909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37910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37911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37912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37913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37914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37915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37916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37917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7918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37919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37920" name="AutoShape 34"/>
          <p:cNvSpPr>
            <a:spLocks/>
          </p:cNvSpPr>
          <p:nvPr/>
        </p:nvSpPr>
        <p:spPr bwMode="auto">
          <a:xfrm>
            <a:off x="762000" y="2924175"/>
            <a:ext cx="152400" cy="381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Kruskal()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nondecreasing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38915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4197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4198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4199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4200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4201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4202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cxnSp>
        <p:nvCxnSpPr>
          <p:cNvPr id="38922" name="AutoShape 11"/>
          <p:cNvCxnSpPr>
            <a:cxnSpLocks noChangeShapeType="1"/>
            <a:stCxn id="38915" idx="6"/>
            <a:endCxn id="264197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3" name="AutoShape 12"/>
          <p:cNvCxnSpPr>
            <a:cxnSpLocks noChangeShapeType="1"/>
            <a:stCxn id="264197" idx="6"/>
            <a:endCxn id="264198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4" name="AutoShape 13"/>
          <p:cNvCxnSpPr>
            <a:cxnSpLocks noChangeShapeType="1"/>
            <a:stCxn id="264198" idx="3"/>
            <a:endCxn id="264201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5" name="AutoShape 14"/>
          <p:cNvCxnSpPr>
            <a:cxnSpLocks noChangeShapeType="1"/>
            <a:stCxn id="264201" idx="2"/>
            <a:endCxn id="264202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6" name="AutoShape 15"/>
          <p:cNvCxnSpPr>
            <a:cxnSpLocks noChangeShapeType="1"/>
            <a:stCxn id="264202" idx="0"/>
            <a:endCxn id="38915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7" name="AutoShape 16"/>
          <p:cNvCxnSpPr>
            <a:cxnSpLocks noChangeShapeType="1"/>
            <a:stCxn id="38915" idx="5"/>
            <a:endCxn id="264201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8" name="AutoShape 17"/>
          <p:cNvCxnSpPr>
            <a:cxnSpLocks noChangeShapeType="1"/>
            <a:stCxn id="264201" idx="0"/>
            <a:endCxn id="264197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9" name="AutoShape 18"/>
          <p:cNvCxnSpPr>
            <a:cxnSpLocks noChangeShapeType="1"/>
            <a:stCxn id="264201" idx="6"/>
            <a:endCxn id="264199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0" name="AutoShape 19"/>
          <p:cNvCxnSpPr>
            <a:cxnSpLocks noChangeShapeType="1"/>
            <a:stCxn id="264199" idx="0"/>
            <a:endCxn id="264198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1" name="AutoShape 20"/>
          <p:cNvCxnSpPr>
            <a:cxnSpLocks noChangeShapeType="1"/>
            <a:stCxn id="264198" idx="5"/>
            <a:endCxn id="264200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2" name="AutoShape 21"/>
          <p:cNvCxnSpPr>
            <a:cxnSpLocks noChangeShapeType="1"/>
            <a:stCxn id="264199" idx="7"/>
            <a:endCxn id="264200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33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38934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38935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38936" name="Text Box 25"/>
          <p:cNvSpPr txBox="1">
            <a:spLocks noChangeArrowheads="1"/>
          </p:cNvSpPr>
          <p:nvPr/>
        </p:nvSpPr>
        <p:spPr bwMode="auto">
          <a:xfrm>
            <a:off x="7862888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1?</a:t>
            </a:r>
          </a:p>
        </p:txBody>
      </p:sp>
      <p:sp>
        <p:nvSpPr>
          <p:cNvPr id="38937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38938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38939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38940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38941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8942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38943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38944" name="AutoShape 34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39939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5221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5222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5223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5224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5225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5226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cxnSp>
        <p:nvCxnSpPr>
          <p:cNvPr id="39946" name="AutoShape 11"/>
          <p:cNvCxnSpPr>
            <a:cxnSpLocks noChangeShapeType="1"/>
            <a:stCxn id="39939" idx="6"/>
            <a:endCxn id="265221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7" name="AutoShape 12"/>
          <p:cNvCxnSpPr>
            <a:cxnSpLocks noChangeShapeType="1"/>
            <a:stCxn id="265221" idx="6"/>
            <a:endCxn id="265222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8" name="AutoShape 13"/>
          <p:cNvCxnSpPr>
            <a:cxnSpLocks noChangeShapeType="1"/>
            <a:stCxn id="265222" idx="3"/>
            <a:endCxn id="265225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9" name="AutoShape 14"/>
          <p:cNvCxnSpPr>
            <a:cxnSpLocks noChangeShapeType="1"/>
            <a:stCxn id="265225" idx="2"/>
            <a:endCxn id="265226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0" name="AutoShape 15"/>
          <p:cNvCxnSpPr>
            <a:cxnSpLocks noChangeShapeType="1"/>
            <a:stCxn id="265226" idx="0"/>
            <a:endCxn id="39939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1" name="AutoShape 16"/>
          <p:cNvCxnSpPr>
            <a:cxnSpLocks noChangeShapeType="1"/>
            <a:stCxn id="39939" idx="5"/>
            <a:endCxn id="265225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2" name="AutoShape 17"/>
          <p:cNvCxnSpPr>
            <a:cxnSpLocks noChangeShapeType="1"/>
            <a:stCxn id="265225" idx="0"/>
            <a:endCxn id="265221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3" name="AutoShape 18"/>
          <p:cNvCxnSpPr>
            <a:cxnSpLocks noChangeShapeType="1"/>
            <a:stCxn id="265225" idx="6"/>
            <a:endCxn id="265223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4" name="AutoShape 19"/>
          <p:cNvCxnSpPr>
            <a:cxnSpLocks noChangeShapeType="1"/>
            <a:stCxn id="265223" idx="0"/>
            <a:endCxn id="265222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5" name="AutoShape 20"/>
          <p:cNvCxnSpPr>
            <a:cxnSpLocks noChangeShapeType="1"/>
            <a:stCxn id="265222" idx="5"/>
            <a:endCxn id="265224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56" name="AutoShape 21"/>
          <p:cNvCxnSpPr>
            <a:cxnSpLocks noChangeShapeType="1"/>
            <a:stCxn id="265223" idx="7"/>
            <a:endCxn id="265224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57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39958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39959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39960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39961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39962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39963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39964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39965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39966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39967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39968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40963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45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6246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6247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6248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6249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6250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cxnSp>
        <p:nvCxnSpPr>
          <p:cNvPr id="40970" name="AutoShape 11"/>
          <p:cNvCxnSpPr>
            <a:cxnSpLocks noChangeShapeType="1"/>
            <a:stCxn id="40963" idx="6"/>
            <a:endCxn id="266245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1" name="AutoShape 12"/>
          <p:cNvCxnSpPr>
            <a:cxnSpLocks noChangeShapeType="1"/>
            <a:stCxn id="266245" idx="6"/>
            <a:endCxn id="266246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2" name="AutoShape 13"/>
          <p:cNvCxnSpPr>
            <a:cxnSpLocks noChangeShapeType="1"/>
            <a:stCxn id="266246" idx="3"/>
            <a:endCxn id="266249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3" name="AutoShape 14"/>
          <p:cNvCxnSpPr>
            <a:cxnSpLocks noChangeShapeType="1"/>
            <a:stCxn id="266249" idx="2"/>
            <a:endCxn id="266250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4" name="AutoShape 15"/>
          <p:cNvCxnSpPr>
            <a:cxnSpLocks noChangeShapeType="1"/>
            <a:stCxn id="266250" idx="0"/>
            <a:endCxn id="40963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5" name="AutoShape 16"/>
          <p:cNvCxnSpPr>
            <a:cxnSpLocks noChangeShapeType="1"/>
            <a:stCxn id="40963" idx="5"/>
            <a:endCxn id="266249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6" name="AutoShape 17"/>
          <p:cNvCxnSpPr>
            <a:cxnSpLocks noChangeShapeType="1"/>
            <a:stCxn id="266249" idx="0"/>
            <a:endCxn id="266245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7" name="AutoShape 18"/>
          <p:cNvCxnSpPr>
            <a:cxnSpLocks noChangeShapeType="1"/>
            <a:stCxn id="266249" idx="6"/>
            <a:endCxn id="266247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8" name="AutoShape 19"/>
          <p:cNvCxnSpPr>
            <a:cxnSpLocks noChangeShapeType="1"/>
            <a:stCxn id="266247" idx="0"/>
            <a:endCxn id="266246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79" name="AutoShape 20"/>
          <p:cNvCxnSpPr>
            <a:cxnSpLocks noChangeShapeType="1"/>
            <a:stCxn id="266246" idx="5"/>
            <a:endCxn id="266248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980" name="AutoShape 21"/>
          <p:cNvCxnSpPr>
            <a:cxnSpLocks noChangeShapeType="1"/>
            <a:stCxn id="266247" idx="7"/>
            <a:endCxn id="266248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981" name="Text Box 22"/>
          <p:cNvSpPr txBox="1">
            <a:spLocks noChangeArrowheads="1"/>
          </p:cNvSpPr>
          <p:nvPr/>
        </p:nvSpPr>
        <p:spPr bwMode="auto">
          <a:xfrm>
            <a:off x="4662488" y="8890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2?</a:t>
            </a:r>
          </a:p>
        </p:txBody>
      </p:sp>
      <p:sp>
        <p:nvSpPr>
          <p:cNvPr id="40982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40983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40984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40985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40986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40987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40988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40989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0990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40991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40992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41987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988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7270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7271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7272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7273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7274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cxnSp>
        <p:nvCxnSpPr>
          <p:cNvPr id="41994" name="AutoShape 11"/>
          <p:cNvCxnSpPr>
            <a:cxnSpLocks noChangeShapeType="1"/>
            <a:stCxn id="41987" idx="6"/>
            <a:endCxn id="41988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5" name="AutoShape 12"/>
          <p:cNvCxnSpPr>
            <a:cxnSpLocks noChangeShapeType="1"/>
            <a:stCxn id="41988" idx="6"/>
            <a:endCxn id="267270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6" name="AutoShape 13"/>
          <p:cNvCxnSpPr>
            <a:cxnSpLocks noChangeShapeType="1"/>
            <a:stCxn id="267270" idx="3"/>
            <a:endCxn id="267273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7" name="AutoShape 14"/>
          <p:cNvCxnSpPr>
            <a:cxnSpLocks noChangeShapeType="1"/>
            <a:stCxn id="267273" idx="2"/>
            <a:endCxn id="267274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8" name="AutoShape 15"/>
          <p:cNvCxnSpPr>
            <a:cxnSpLocks noChangeShapeType="1"/>
            <a:stCxn id="267274" idx="0"/>
            <a:endCxn id="41987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999" name="AutoShape 16"/>
          <p:cNvCxnSpPr>
            <a:cxnSpLocks noChangeShapeType="1"/>
            <a:stCxn id="41987" idx="5"/>
            <a:endCxn id="267273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0" name="AutoShape 17"/>
          <p:cNvCxnSpPr>
            <a:cxnSpLocks noChangeShapeType="1"/>
            <a:stCxn id="267273" idx="0"/>
            <a:endCxn id="41988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1" name="AutoShape 18"/>
          <p:cNvCxnSpPr>
            <a:cxnSpLocks noChangeShapeType="1"/>
            <a:stCxn id="267273" idx="6"/>
            <a:endCxn id="267271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2" name="AutoShape 19"/>
          <p:cNvCxnSpPr>
            <a:cxnSpLocks noChangeShapeType="1"/>
            <a:stCxn id="267271" idx="0"/>
            <a:endCxn id="267270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3" name="AutoShape 20"/>
          <p:cNvCxnSpPr>
            <a:cxnSpLocks noChangeShapeType="1"/>
            <a:stCxn id="267270" idx="5"/>
            <a:endCxn id="267272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004" name="AutoShape 21"/>
          <p:cNvCxnSpPr>
            <a:cxnSpLocks noChangeShapeType="1"/>
            <a:stCxn id="267271" idx="7"/>
            <a:endCxn id="267272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005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42006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42007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42008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42009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42010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42011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42012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42013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2014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42015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42016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43011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012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8294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8295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8296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8297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8298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cxnSp>
        <p:nvCxnSpPr>
          <p:cNvPr id="43018" name="AutoShape 11"/>
          <p:cNvCxnSpPr>
            <a:cxnSpLocks noChangeShapeType="1"/>
            <a:stCxn id="43011" idx="6"/>
            <a:endCxn id="43012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9" name="AutoShape 12"/>
          <p:cNvCxnSpPr>
            <a:cxnSpLocks noChangeShapeType="1"/>
            <a:stCxn id="43012" idx="6"/>
            <a:endCxn id="268294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0" name="AutoShape 13"/>
          <p:cNvCxnSpPr>
            <a:cxnSpLocks noChangeShapeType="1"/>
            <a:stCxn id="268294" idx="3"/>
            <a:endCxn id="268297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1" name="AutoShape 14"/>
          <p:cNvCxnSpPr>
            <a:cxnSpLocks noChangeShapeType="1"/>
            <a:stCxn id="268297" idx="2"/>
            <a:endCxn id="268298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2" name="AutoShape 15"/>
          <p:cNvCxnSpPr>
            <a:cxnSpLocks noChangeShapeType="1"/>
            <a:stCxn id="268298" idx="0"/>
            <a:endCxn id="43011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3" name="AutoShape 16"/>
          <p:cNvCxnSpPr>
            <a:cxnSpLocks noChangeShapeType="1"/>
            <a:stCxn id="43011" idx="5"/>
            <a:endCxn id="268297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4" name="AutoShape 17"/>
          <p:cNvCxnSpPr>
            <a:cxnSpLocks noChangeShapeType="1"/>
            <a:stCxn id="268297" idx="0"/>
            <a:endCxn id="43012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5" name="AutoShape 18"/>
          <p:cNvCxnSpPr>
            <a:cxnSpLocks noChangeShapeType="1"/>
            <a:stCxn id="268297" idx="6"/>
            <a:endCxn id="268295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6" name="AutoShape 19"/>
          <p:cNvCxnSpPr>
            <a:cxnSpLocks noChangeShapeType="1"/>
            <a:stCxn id="268295" idx="0"/>
            <a:endCxn id="268294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7" name="AutoShape 20"/>
          <p:cNvCxnSpPr>
            <a:cxnSpLocks noChangeShapeType="1"/>
            <a:stCxn id="268294" idx="5"/>
            <a:endCxn id="268296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8" name="AutoShape 21"/>
          <p:cNvCxnSpPr>
            <a:cxnSpLocks noChangeShapeType="1"/>
            <a:stCxn id="268295" idx="7"/>
            <a:endCxn id="268296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9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43030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43031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43032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43033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5?</a:t>
            </a:r>
          </a:p>
        </p:txBody>
      </p:sp>
      <p:sp>
        <p:nvSpPr>
          <p:cNvPr id="43034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43035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43036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43037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3038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43039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43040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44035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036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9318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9319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9320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9321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69322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cxnSp>
        <p:nvCxnSpPr>
          <p:cNvPr id="44042" name="AutoShape 11"/>
          <p:cNvCxnSpPr>
            <a:cxnSpLocks noChangeShapeType="1"/>
            <a:stCxn id="44035" idx="6"/>
            <a:endCxn id="44036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3" name="AutoShape 12"/>
          <p:cNvCxnSpPr>
            <a:cxnSpLocks noChangeShapeType="1"/>
            <a:stCxn id="44036" idx="6"/>
            <a:endCxn id="269318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4" name="AutoShape 13"/>
          <p:cNvCxnSpPr>
            <a:cxnSpLocks noChangeShapeType="1"/>
            <a:stCxn id="269318" idx="3"/>
            <a:endCxn id="269321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5" name="AutoShape 14"/>
          <p:cNvCxnSpPr>
            <a:cxnSpLocks noChangeShapeType="1"/>
            <a:stCxn id="269321" idx="2"/>
            <a:endCxn id="269322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6" name="AutoShape 15"/>
          <p:cNvCxnSpPr>
            <a:cxnSpLocks noChangeShapeType="1"/>
            <a:stCxn id="269322" idx="0"/>
            <a:endCxn id="44035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7" name="AutoShape 16"/>
          <p:cNvCxnSpPr>
            <a:cxnSpLocks noChangeShapeType="1"/>
            <a:stCxn id="44035" idx="5"/>
            <a:endCxn id="269321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8" name="AutoShape 17"/>
          <p:cNvCxnSpPr>
            <a:cxnSpLocks noChangeShapeType="1"/>
            <a:stCxn id="269321" idx="0"/>
            <a:endCxn id="44036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49" name="AutoShape 18"/>
          <p:cNvCxnSpPr>
            <a:cxnSpLocks noChangeShapeType="1"/>
            <a:stCxn id="269321" idx="6"/>
            <a:endCxn id="269319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0" name="AutoShape 19"/>
          <p:cNvCxnSpPr>
            <a:cxnSpLocks noChangeShapeType="1"/>
            <a:stCxn id="269319" idx="0"/>
            <a:endCxn id="269318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1" name="AutoShape 20"/>
          <p:cNvCxnSpPr>
            <a:cxnSpLocks noChangeShapeType="1"/>
            <a:stCxn id="269318" idx="5"/>
            <a:endCxn id="269320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052" name="AutoShape 21"/>
          <p:cNvCxnSpPr>
            <a:cxnSpLocks noChangeShapeType="1"/>
            <a:stCxn id="269319" idx="7"/>
            <a:endCxn id="269320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53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44054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44055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44056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44057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44058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44059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44060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44061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4062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44063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44064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45059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060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gradFill rotWithShape="1">
            <a:gsLst>
              <a:gs pos="0">
                <a:srgbClr val="FFFF00"/>
              </a:gs>
              <a:gs pos="100000">
                <a:srgbClr val="767600"/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0342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0343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0344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0345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70346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cxnSp>
        <p:nvCxnSpPr>
          <p:cNvPr id="45066" name="AutoShape 11"/>
          <p:cNvCxnSpPr>
            <a:cxnSpLocks noChangeShapeType="1"/>
            <a:stCxn id="45059" idx="6"/>
            <a:endCxn id="45060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7" name="AutoShape 12"/>
          <p:cNvCxnSpPr>
            <a:cxnSpLocks noChangeShapeType="1"/>
            <a:stCxn id="45060" idx="6"/>
            <a:endCxn id="270342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8" name="AutoShape 13"/>
          <p:cNvCxnSpPr>
            <a:cxnSpLocks noChangeShapeType="1"/>
            <a:stCxn id="270342" idx="3"/>
            <a:endCxn id="270345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9" name="AutoShape 14"/>
          <p:cNvCxnSpPr>
            <a:cxnSpLocks noChangeShapeType="1"/>
            <a:stCxn id="270345" idx="2"/>
            <a:endCxn id="270346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0" name="AutoShape 15"/>
          <p:cNvCxnSpPr>
            <a:cxnSpLocks noChangeShapeType="1"/>
            <a:stCxn id="270346" idx="0"/>
            <a:endCxn id="45059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1" name="AutoShape 16"/>
          <p:cNvCxnSpPr>
            <a:cxnSpLocks noChangeShapeType="1"/>
            <a:stCxn id="45059" idx="5"/>
            <a:endCxn id="270345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2" name="AutoShape 17"/>
          <p:cNvCxnSpPr>
            <a:cxnSpLocks noChangeShapeType="1"/>
            <a:stCxn id="270345" idx="0"/>
            <a:endCxn id="45060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3" name="AutoShape 18"/>
          <p:cNvCxnSpPr>
            <a:cxnSpLocks noChangeShapeType="1"/>
            <a:stCxn id="270345" idx="6"/>
            <a:endCxn id="270343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4" name="AutoShape 19"/>
          <p:cNvCxnSpPr>
            <a:cxnSpLocks noChangeShapeType="1"/>
            <a:stCxn id="270343" idx="0"/>
            <a:endCxn id="270342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5" name="AutoShape 20"/>
          <p:cNvCxnSpPr>
            <a:cxnSpLocks noChangeShapeType="1"/>
            <a:stCxn id="270342" idx="5"/>
            <a:endCxn id="270344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76" name="AutoShape 21"/>
          <p:cNvCxnSpPr>
            <a:cxnSpLocks noChangeShapeType="1"/>
            <a:stCxn id="270343" idx="7"/>
            <a:endCxn id="270344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77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45078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45079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45080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45081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45082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45083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45084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45085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5086" name="Text Box 31"/>
          <p:cNvSpPr txBox="1">
            <a:spLocks noChangeArrowheads="1"/>
          </p:cNvSpPr>
          <p:nvPr/>
        </p:nvSpPr>
        <p:spPr bwMode="auto">
          <a:xfrm>
            <a:off x="3670300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8?</a:t>
            </a:r>
          </a:p>
        </p:txBody>
      </p:sp>
      <p:sp>
        <p:nvSpPr>
          <p:cNvPr id="45087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45088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46083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84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85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86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87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88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089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46090" name="AutoShape 11"/>
          <p:cNvCxnSpPr>
            <a:cxnSpLocks noChangeShapeType="1"/>
            <a:stCxn id="46083" idx="6"/>
            <a:endCxn id="46084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1" name="AutoShape 12"/>
          <p:cNvCxnSpPr>
            <a:cxnSpLocks noChangeShapeType="1"/>
            <a:stCxn id="46084" idx="6"/>
            <a:endCxn id="46085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2" name="AutoShape 13"/>
          <p:cNvCxnSpPr>
            <a:cxnSpLocks noChangeShapeType="1"/>
            <a:stCxn id="46085" idx="3"/>
            <a:endCxn id="46088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3" name="AutoShape 14"/>
          <p:cNvCxnSpPr>
            <a:cxnSpLocks noChangeShapeType="1"/>
            <a:stCxn id="46088" idx="2"/>
            <a:endCxn id="46089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4" name="AutoShape 15"/>
          <p:cNvCxnSpPr>
            <a:cxnSpLocks noChangeShapeType="1"/>
            <a:stCxn id="46089" idx="0"/>
            <a:endCxn id="46083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5" name="AutoShape 16"/>
          <p:cNvCxnSpPr>
            <a:cxnSpLocks noChangeShapeType="1"/>
            <a:stCxn id="46083" idx="5"/>
            <a:endCxn id="46088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6" name="AutoShape 17"/>
          <p:cNvCxnSpPr>
            <a:cxnSpLocks noChangeShapeType="1"/>
            <a:stCxn id="46088" idx="0"/>
            <a:endCxn id="46084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7" name="AutoShape 18"/>
          <p:cNvCxnSpPr>
            <a:cxnSpLocks noChangeShapeType="1"/>
            <a:stCxn id="46088" idx="6"/>
            <a:endCxn id="46086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8" name="AutoShape 19"/>
          <p:cNvCxnSpPr>
            <a:cxnSpLocks noChangeShapeType="1"/>
            <a:stCxn id="46086" idx="0"/>
            <a:endCxn id="46085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099" name="AutoShape 20"/>
          <p:cNvCxnSpPr>
            <a:cxnSpLocks noChangeShapeType="1"/>
            <a:stCxn id="46085" idx="5"/>
            <a:endCxn id="46087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100" name="AutoShape 21"/>
          <p:cNvCxnSpPr>
            <a:cxnSpLocks noChangeShapeType="1"/>
            <a:stCxn id="46086" idx="7"/>
            <a:endCxn id="46087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101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46102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46103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46104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46105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46106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46107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46108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46109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6110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46111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46112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47107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08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09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10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11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12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113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47114" name="AutoShape 11"/>
          <p:cNvCxnSpPr>
            <a:cxnSpLocks noChangeShapeType="1"/>
            <a:stCxn id="47107" idx="6"/>
            <a:endCxn id="47108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5" name="AutoShape 12"/>
          <p:cNvCxnSpPr>
            <a:cxnSpLocks noChangeShapeType="1"/>
            <a:stCxn id="47108" idx="6"/>
            <a:endCxn id="47109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6" name="AutoShape 13"/>
          <p:cNvCxnSpPr>
            <a:cxnSpLocks noChangeShapeType="1"/>
            <a:stCxn id="47109" idx="3"/>
            <a:endCxn id="47112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7" name="AutoShape 14"/>
          <p:cNvCxnSpPr>
            <a:cxnSpLocks noChangeShapeType="1"/>
            <a:stCxn id="47112" idx="2"/>
            <a:endCxn id="47113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8" name="AutoShape 15"/>
          <p:cNvCxnSpPr>
            <a:cxnSpLocks noChangeShapeType="1"/>
            <a:stCxn id="47113" idx="0"/>
            <a:endCxn id="47107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9" name="AutoShape 16"/>
          <p:cNvCxnSpPr>
            <a:cxnSpLocks noChangeShapeType="1"/>
            <a:stCxn id="47107" idx="5"/>
            <a:endCxn id="47112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0" name="AutoShape 17"/>
          <p:cNvCxnSpPr>
            <a:cxnSpLocks noChangeShapeType="1"/>
            <a:stCxn id="47112" idx="0"/>
            <a:endCxn id="47108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1" name="AutoShape 18"/>
          <p:cNvCxnSpPr>
            <a:cxnSpLocks noChangeShapeType="1"/>
            <a:stCxn id="47112" idx="6"/>
            <a:endCxn id="47110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2" name="AutoShape 19"/>
          <p:cNvCxnSpPr>
            <a:cxnSpLocks noChangeShapeType="1"/>
            <a:stCxn id="47110" idx="0"/>
            <a:endCxn id="47109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3" name="AutoShape 20"/>
          <p:cNvCxnSpPr>
            <a:cxnSpLocks noChangeShapeType="1"/>
            <a:stCxn id="47109" idx="5"/>
            <a:endCxn id="47111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24" name="AutoShape 21"/>
          <p:cNvCxnSpPr>
            <a:cxnSpLocks noChangeShapeType="1"/>
            <a:stCxn id="47110" idx="7"/>
            <a:endCxn id="47111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25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47126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47127" name="Text Box 24"/>
          <p:cNvSpPr txBox="1">
            <a:spLocks noChangeArrowheads="1"/>
          </p:cNvSpPr>
          <p:nvPr/>
        </p:nvSpPr>
        <p:spPr bwMode="auto">
          <a:xfrm>
            <a:off x="7861300" y="1279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9?</a:t>
            </a:r>
          </a:p>
        </p:txBody>
      </p:sp>
      <p:sp>
        <p:nvSpPr>
          <p:cNvPr id="47128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47129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47130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47131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47132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47133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7134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47135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47136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48131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2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3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4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5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6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137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48138" name="AutoShape 11"/>
          <p:cNvCxnSpPr>
            <a:cxnSpLocks noChangeShapeType="1"/>
            <a:stCxn id="48131" idx="6"/>
            <a:endCxn id="48132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39" name="AutoShape 12"/>
          <p:cNvCxnSpPr>
            <a:cxnSpLocks noChangeShapeType="1"/>
            <a:stCxn id="48132" idx="6"/>
            <a:endCxn id="48133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0" name="AutoShape 13"/>
          <p:cNvCxnSpPr>
            <a:cxnSpLocks noChangeShapeType="1"/>
            <a:stCxn id="48133" idx="3"/>
            <a:endCxn id="48136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1" name="AutoShape 14"/>
          <p:cNvCxnSpPr>
            <a:cxnSpLocks noChangeShapeType="1"/>
            <a:stCxn id="48136" idx="2"/>
            <a:endCxn id="48137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2" name="AutoShape 15"/>
          <p:cNvCxnSpPr>
            <a:cxnSpLocks noChangeShapeType="1"/>
            <a:stCxn id="48137" idx="0"/>
            <a:endCxn id="48131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3" name="AutoShape 16"/>
          <p:cNvCxnSpPr>
            <a:cxnSpLocks noChangeShapeType="1"/>
            <a:stCxn id="48131" idx="5"/>
            <a:endCxn id="48136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4" name="AutoShape 17"/>
          <p:cNvCxnSpPr>
            <a:cxnSpLocks noChangeShapeType="1"/>
            <a:stCxn id="48136" idx="0"/>
            <a:endCxn id="48132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5" name="AutoShape 18"/>
          <p:cNvCxnSpPr>
            <a:cxnSpLocks noChangeShapeType="1"/>
            <a:stCxn id="48136" idx="6"/>
            <a:endCxn id="48134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6" name="AutoShape 19"/>
          <p:cNvCxnSpPr>
            <a:cxnSpLocks noChangeShapeType="1"/>
            <a:stCxn id="48134" idx="0"/>
            <a:endCxn id="48133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7" name="AutoShape 20"/>
          <p:cNvCxnSpPr>
            <a:cxnSpLocks noChangeShapeType="1"/>
            <a:stCxn id="48133" idx="5"/>
            <a:endCxn id="48135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8" name="AutoShape 21"/>
          <p:cNvCxnSpPr>
            <a:cxnSpLocks noChangeShapeType="1"/>
            <a:stCxn id="48134" idx="7"/>
            <a:endCxn id="48135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149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48150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48151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48152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48153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48154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48155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48156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48157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8158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48159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48160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49155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56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57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58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59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60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161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49162" name="AutoShape 11"/>
          <p:cNvCxnSpPr>
            <a:cxnSpLocks noChangeShapeType="1"/>
            <a:stCxn id="49155" idx="6"/>
            <a:endCxn id="49156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3" name="AutoShape 12"/>
          <p:cNvCxnSpPr>
            <a:cxnSpLocks noChangeShapeType="1"/>
            <a:stCxn id="49156" idx="6"/>
            <a:endCxn id="49157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4" name="AutoShape 13"/>
          <p:cNvCxnSpPr>
            <a:cxnSpLocks noChangeShapeType="1"/>
            <a:stCxn id="49157" idx="3"/>
            <a:endCxn id="49160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5" name="AutoShape 14"/>
          <p:cNvCxnSpPr>
            <a:cxnSpLocks noChangeShapeType="1"/>
            <a:stCxn id="49160" idx="2"/>
            <a:endCxn id="49161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6" name="AutoShape 15"/>
          <p:cNvCxnSpPr>
            <a:cxnSpLocks noChangeShapeType="1"/>
            <a:stCxn id="49161" idx="0"/>
            <a:endCxn id="49155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7" name="AutoShape 16"/>
          <p:cNvCxnSpPr>
            <a:cxnSpLocks noChangeShapeType="1"/>
            <a:stCxn id="49155" idx="5"/>
            <a:endCxn id="49160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8" name="AutoShape 17"/>
          <p:cNvCxnSpPr>
            <a:cxnSpLocks noChangeShapeType="1"/>
            <a:stCxn id="49160" idx="0"/>
            <a:endCxn id="49156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69" name="AutoShape 18"/>
          <p:cNvCxnSpPr>
            <a:cxnSpLocks noChangeShapeType="1"/>
            <a:stCxn id="49160" idx="6"/>
            <a:endCxn id="49158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0" name="AutoShape 19"/>
          <p:cNvCxnSpPr>
            <a:cxnSpLocks noChangeShapeType="1"/>
            <a:stCxn id="49158" idx="0"/>
            <a:endCxn id="49157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1" name="AutoShape 20"/>
          <p:cNvCxnSpPr>
            <a:cxnSpLocks noChangeShapeType="1"/>
            <a:stCxn id="49157" idx="5"/>
            <a:endCxn id="49159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172" name="AutoShape 21"/>
          <p:cNvCxnSpPr>
            <a:cxnSpLocks noChangeShapeType="1"/>
            <a:stCxn id="49158" idx="7"/>
            <a:endCxn id="49159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73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49174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49175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49176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49177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49178" name="Text Box 27"/>
          <p:cNvSpPr txBox="1">
            <a:spLocks noChangeArrowheads="1"/>
          </p:cNvSpPr>
          <p:nvPr/>
        </p:nvSpPr>
        <p:spPr bwMode="auto">
          <a:xfrm>
            <a:off x="6492875" y="2346325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13?</a:t>
            </a:r>
          </a:p>
        </p:txBody>
      </p:sp>
      <p:sp>
        <p:nvSpPr>
          <p:cNvPr id="49179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49180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49181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49182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49183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49184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50179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180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181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182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183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184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185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0186" name="AutoShape 11"/>
          <p:cNvCxnSpPr>
            <a:cxnSpLocks noChangeShapeType="1"/>
            <a:stCxn id="50179" idx="6"/>
            <a:endCxn id="50180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87" name="AutoShape 12"/>
          <p:cNvCxnSpPr>
            <a:cxnSpLocks noChangeShapeType="1"/>
            <a:stCxn id="50180" idx="6"/>
            <a:endCxn id="50181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88" name="AutoShape 13"/>
          <p:cNvCxnSpPr>
            <a:cxnSpLocks noChangeShapeType="1"/>
            <a:stCxn id="50181" idx="3"/>
            <a:endCxn id="50184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89" name="AutoShape 14"/>
          <p:cNvCxnSpPr>
            <a:cxnSpLocks noChangeShapeType="1"/>
            <a:stCxn id="50184" idx="2"/>
            <a:endCxn id="50185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0" name="AutoShape 15"/>
          <p:cNvCxnSpPr>
            <a:cxnSpLocks noChangeShapeType="1"/>
            <a:stCxn id="50185" idx="0"/>
            <a:endCxn id="50179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1" name="AutoShape 16"/>
          <p:cNvCxnSpPr>
            <a:cxnSpLocks noChangeShapeType="1"/>
            <a:stCxn id="50179" idx="5"/>
            <a:endCxn id="50184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2" name="AutoShape 17"/>
          <p:cNvCxnSpPr>
            <a:cxnSpLocks noChangeShapeType="1"/>
            <a:stCxn id="50184" idx="0"/>
            <a:endCxn id="50180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3" name="AutoShape 18"/>
          <p:cNvCxnSpPr>
            <a:cxnSpLocks noChangeShapeType="1"/>
            <a:stCxn id="50184" idx="6"/>
            <a:endCxn id="50182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4" name="AutoShape 19"/>
          <p:cNvCxnSpPr>
            <a:cxnSpLocks noChangeShapeType="1"/>
            <a:stCxn id="50182" idx="0"/>
            <a:endCxn id="50181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5" name="AutoShape 20"/>
          <p:cNvCxnSpPr>
            <a:cxnSpLocks noChangeShapeType="1"/>
            <a:stCxn id="50181" idx="5"/>
            <a:endCxn id="50183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196" name="AutoShape 21"/>
          <p:cNvCxnSpPr>
            <a:cxnSpLocks noChangeShapeType="1"/>
            <a:stCxn id="50182" idx="7"/>
            <a:endCxn id="50183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197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0198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50199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50200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50201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0202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50203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50204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50205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50206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50207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50208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51203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04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05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06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07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08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209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1210" name="AutoShape 11"/>
          <p:cNvCxnSpPr>
            <a:cxnSpLocks noChangeShapeType="1"/>
            <a:stCxn id="51203" idx="6"/>
            <a:endCxn id="51204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1" name="AutoShape 12"/>
          <p:cNvCxnSpPr>
            <a:cxnSpLocks noChangeShapeType="1"/>
            <a:stCxn id="51204" idx="6"/>
            <a:endCxn id="51205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2" name="AutoShape 13"/>
          <p:cNvCxnSpPr>
            <a:cxnSpLocks noChangeShapeType="1"/>
            <a:stCxn id="51205" idx="3"/>
            <a:endCxn id="51208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3" name="AutoShape 14"/>
          <p:cNvCxnSpPr>
            <a:cxnSpLocks noChangeShapeType="1"/>
            <a:stCxn id="51208" idx="2"/>
            <a:endCxn id="51209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4" name="AutoShape 15"/>
          <p:cNvCxnSpPr>
            <a:cxnSpLocks noChangeShapeType="1"/>
            <a:stCxn id="51209" idx="0"/>
            <a:endCxn id="51203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5" name="AutoShape 16"/>
          <p:cNvCxnSpPr>
            <a:cxnSpLocks noChangeShapeType="1"/>
            <a:stCxn id="51203" idx="5"/>
            <a:endCxn id="51208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6" name="AutoShape 17"/>
          <p:cNvCxnSpPr>
            <a:cxnSpLocks noChangeShapeType="1"/>
            <a:stCxn id="51208" idx="0"/>
            <a:endCxn id="51204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7" name="AutoShape 18"/>
          <p:cNvCxnSpPr>
            <a:cxnSpLocks noChangeShapeType="1"/>
            <a:stCxn id="51208" idx="6"/>
            <a:endCxn id="51206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8" name="AutoShape 19"/>
          <p:cNvCxnSpPr>
            <a:cxnSpLocks noChangeShapeType="1"/>
            <a:stCxn id="51206" idx="0"/>
            <a:endCxn id="51205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19" name="AutoShape 20"/>
          <p:cNvCxnSpPr>
            <a:cxnSpLocks noChangeShapeType="1"/>
            <a:stCxn id="51205" idx="5"/>
            <a:endCxn id="51207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0" name="AutoShape 21"/>
          <p:cNvCxnSpPr>
            <a:cxnSpLocks noChangeShapeType="1"/>
            <a:stCxn id="51206" idx="7"/>
            <a:endCxn id="51207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21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1222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51223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51224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51225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1226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51227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51228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51229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14?</a:t>
            </a:r>
          </a:p>
        </p:txBody>
      </p:sp>
      <p:sp>
        <p:nvSpPr>
          <p:cNvPr id="51230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51231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51232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52227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228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229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230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231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232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233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2234" name="AutoShape 11"/>
          <p:cNvCxnSpPr>
            <a:cxnSpLocks noChangeShapeType="1"/>
            <a:stCxn id="52227" idx="6"/>
            <a:endCxn id="52228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5" name="AutoShape 12"/>
          <p:cNvCxnSpPr>
            <a:cxnSpLocks noChangeShapeType="1"/>
            <a:stCxn id="52228" idx="6"/>
            <a:endCxn id="52229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6" name="AutoShape 13"/>
          <p:cNvCxnSpPr>
            <a:cxnSpLocks noChangeShapeType="1"/>
            <a:stCxn id="52229" idx="3"/>
            <a:endCxn id="52232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7" name="AutoShape 14"/>
          <p:cNvCxnSpPr>
            <a:cxnSpLocks noChangeShapeType="1"/>
            <a:stCxn id="52232" idx="2"/>
            <a:endCxn id="52233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8" name="AutoShape 15"/>
          <p:cNvCxnSpPr>
            <a:cxnSpLocks noChangeShapeType="1"/>
            <a:stCxn id="52233" idx="0"/>
            <a:endCxn id="52227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9" name="AutoShape 16"/>
          <p:cNvCxnSpPr>
            <a:cxnSpLocks noChangeShapeType="1"/>
            <a:stCxn id="52227" idx="5"/>
            <a:endCxn id="52232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0" name="AutoShape 17"/>
          <p:cNvCxnSpPr>
            <a:cxnSpLocks noChangeShapeType="1"/>
            <a:stCxn id="52232" idx="0"/>
            <a:endCxn id="52228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1" name="AutoShape 18"/>
          <p:cNvCxnSpPr>
            <a:cxnSpLocks noChangeShapeType="1"/>
            <a:stCxn id="52232" idx="6"/>
            <a:endCxn id="52230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2" name="AutoShape 19"/>
          <p:cNvCxnSpPr>
            <a:cxnSpLocks noChangeShapeType="1"/>
            <a:stCxn id="52230" idx="0"/>
            <a:endCxn id="52229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3" name="AutoShape 20"/>
          <p:cNvCxnSpPr>
            <a:cxnSpLocks noChangeShapeType="1"/>
            <a:stCxn id="52229" idx="5"/>
            <a:endCxn id="52231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44" name="AutoShape 21"/>
          <p:cNvCxnSpPr>
            <a:cxnSpLocks noChangeShapeType="1"/>
            <a:stCxn id="52230" idx="7"/>
            <a:endCxn id="52231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245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2246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52247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52248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52249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2250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52251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52252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52253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52254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52255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52256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53251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52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53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54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55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56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257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3258" name="AutoShape 11"/>
          <p:cNvCxnSpPr>
            <a:cxnSpLocks noChangeShapeType="1"/>
            <a:stCxn id="53251" idx="6"/>
            <a:endCxn id="53252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59" name="AutoShape 12"/>
          <p:cNvCxnSpPr>
            <a:cxnSpLocks noChangeShapeType="1"/>
            <a:stCxn id="53252" idx="6"/>
            <a:endCxn id="53253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0" name="AutoShape 13"/>
          <p:cNvCxnSpPr>
            <a:cxnSpLocks noChangeShapeType="1"/>
            <a:stCxn id="53253" idx="3"/>
            <a:endCxn id="53256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1" name="AutoShape 14"/>
          <p:cNvCxnSpPr>
            <a:cxnSpLocks noChangeShapeType="1"/>
            <a:stCxn id="53256" idx="2"/>
            <a:endCxn id="53257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2" name="AutoShape 15"/>
          <p:cNvCxnSpPr>
            <a:cxnSpLocks noChangeShapeType="1"/>
            <a:stCxn id="53257" idx="0"/>
            <a:endCxn id="53251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3" name="AutoShape 16"/>
          <p:cNvCxnSpPr>
            <a:cxnSpLocks noChangeShapeType="1"/>
            <a:stCxn id="53251" idx="5"/>
            <a:endCxn id="53256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4" name="AutoShape 17"/>
          <p:cNvCxnSpPr>
            <a:cxnSpLocks noChangeShapeType="1"/>
            <a:stCxn id="53256" idx="0"/>
            <a:endCxn id="53252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5" name="AutoShape 18"/>
          <p:cNvCxnSpPr>
            <a:cxnSpLocks noChangeShapeType="1"/>
            <a:stCxn id="53256" idx="6"/>
            <a:endCxn id="53254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6" name="AutoShape 19"/>
          <p:cNvCxnSpPr>
            <a:cxnSpLocks noChangeShapeType="1"/>
            <a:stCxn id="53254" idx="0"/>
            <a:endCxn id="53253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7" name="AutoShape 20"/>
          <p:cNvCxnSpPr>
            <a:cxnSpLocks noChangeShapeType="1"/>
            <a:stCxn id="53253" idx="5"/>
            <a:endCxn id="53255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268" name="AutoShape 21"/>
          <p:cNvCxnSpPr>
            <a:cxnSpLocks noChangeShapeType="1"/>
            <a:stCxn id="53254" idx="7"/>
            <a:endCxn id="53255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269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3270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53271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53272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53273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3274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53275" name="Text Box 28"/>
          <p:cNvSpPr txBox="1">
            <a:spLocks noChangeArrowheads="1"/>
          </p:cNvSpPr>
          <p:nvPr/>
        </p:nvSpPr>
        <p:spPr bwMode="auto">
          <a:xfrm>
            <a:off x="6369050" y="1447800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17?</a:t>
            </a:r>
          </a:p>
        </p:txBody>
      </p:sp>
      <p:sp>
        <p:nvSpPr>
          <p:cNvPr id="53276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53277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53278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53279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53280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54275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276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277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278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279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280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281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4282" name="AutoShape 11"/>
          <p:cNvCxnSpPr>
            <a:cxnSpLocks noChangeShapeType="1"/>
            <a:stCxn id="54275" idx="6"/>
            <a:endCxn id="54276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3" name="AutoShape 12"/>
          <p:cNvCxnSpPr>
            <a:cxnSpLocks noChangeShapeType="1"/>
            <a:stCxn id="54276" idx="6"/>
            <a:endCxn id="54277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4" name="AutoShape 13"/>
          <p:cNvCxnSpPr>
            <a:cxnSpLocks noChangeShapeType="1"/>
            <a:stCxn id="54277" idx="3"/>
            <a:endCxn id="54280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5" name="AutoShape 14"/>
          <p:cNvCxnSpPr>
            <a:cxnSpLocks noChangeShapeType="1"/>
            <a:stCxn id="54280" idx="2"/>
            <a:endCxn id="54281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6" name="AutoShape 15"/>
          <p:cNvCxnSpPr>
            <a:cxnSpLocks noChangeShapeType="1"/>
            <a:stCxn id="54281" idx="0"/>
            <a:endCxn id="54275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7" name="AutoShape 16"/>
          <p:cNvCxnSpPr>
            <a:cxnSpLocks noChangeShapeType="1"/>
            <a:stCxn id="54275" idx="5"/>
            <a:endCxn id="54280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8" name="AutoShape 17"/>
          <p:cNvCxnSpPr>
            <a:cxnSpLocks noChangeShapeType="1"/>
            <a:stCxn id="54280" idx="0"/>
            <a:endCxn id="54276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89" name="AutoShape 18"/>
          <p:cNvCxnSpPr>
            <a:cxnSpLocks noChangeShapeType="1"/>
            <a:stCxn id="54280" idx="6"/>
            <a:endCxn id="54278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0" name="AutoShape 19"/>
          <p:cNvCxnSpPr>
            <a:cxnSpLocks noChangeShapeType="1"/>
            <a:stCxn id="54278" idx="0"/>
            <a:endCxn id="54277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1" name="AutoShape 20"/>
          <p:cNvCxnSpPr>
            <a:cxnSpLocks noChangeShapeType="1"/>
            <a:stCxn id="54277" idx="5"/>
            <a:endCxn id="54279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292" name="AutoShape 21"/>
          <p:cNvCxnSpPr>
            <a:cxnSpLocks noChangeShapeType="1"/>
            <a:stCxn id="54278" idx="7"/>
            <a:endCxn id="54279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293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4294" name="Text Box 23"/>
          <p:cNvSpPr txBox="1">
            <a:spLocks noChangeArrowheads="1"/>
          </p:cNvSpPr>
          <p:nvPr/>
        </p:nvSpPr>
        <p:spPr bwMode="auto">
          <a:xfrm>
            <a:off x="6278563" y="898525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19?</a:t>
            </a:r>
          </a:p>
        </p:txBody>
      </p:sp>
      <p:sp>
        <p:nvSpPr>
          <p:cNvPr id="54295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54296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54297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4298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54299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54300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54301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54302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54303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54304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55299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00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01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02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03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04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305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5306" name="AutoShape 11"/>
          <p:cNvCxnSpPr>
            <a:cxnSpLocks noChangeShapeType="1"/>
            <a:stCxn id="55299" idx="6"/>
            <a:endCxn id="55300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7" name="AutoShape 12"/>
          <p:cNvCxnSpPr>
            <a:cxnSpLocks noChangeShapeType="1"/>
            <a:stCxn id="55300" idx="6"/>
            <a:endCxn id="55301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8" name="AutoShape 13"/>
          <p:cNvCxnSpPr>
            <a:cxnSpLocks noChangeShapeType="1"/>
            <a:stCxn id="55301" idx="3"/>
            <a:endCxn id="55304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09" name="AutoShape 14"/>
          <p:cNvCxnSpPr>
            <a:cxnSpLocks noChangeShapeType="1"/>
            <a:stCxn id="55304" idx="2"/>
            <a:endCxn id="55305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0" name="AutoShape 15"/>
          <p:cNvCxnSpPr>
            <a:cxnSpLocks noChangeShapeType="1"/>
            <a:stCxn id="55305" idx="0"/>
            <a:endCxn id="55299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1" name="AutoShape 16"/>
          <p:cNvCxnSpPr>
            <a:cxnSpLocks noChangeShapeType="1"/>
            <a:stCxn id="55299" idx="5"/>
            <a:endCxn id="55304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2" name="AutoShape 17"/>
          <p:cNvCxnSpPr>
            <a:cxnSpLocks noChangeShapeType="1"/>
            <a:stCxn id="55304" idx="0"/>
            <a:endCxn id="55300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3" name="AutoShape 18"/>
          <p:cNvCxnSpPr>
            <a:cxnSpLocks noChangeShapeType="1"/>
            <a:stCxn id="55304" idx="6"/>
            <a:endCxn id="55302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4" name="AutoShape 19"/>
          <p:cNvCxnSpPr>
            <a:cxnSpLocks noChangeShapeType="1"/>
            <a:stCxn id="55302" idx="0"/>
            <a:endCxn id="55301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5" name="AutoShape 20"/>
          <p:cNvCxnSpPr>
            <a:cxnSpLocks noChangeShapeType="1"/>
            <a:stCxn id="55301" idx="5"/>
            <a:endCxn id="55303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316" name="AutoShape 21"/>
          <p:cNvCxnSpPr>
            <a:cxnSpLocks noChangeShapeType="1"/>
            <a:stCxn id="55302" idx="7"/>
            <a:endCxn id="55303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317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5318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55319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55320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55321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5322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55323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55324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55325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55326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55327" name="Text Box 32"/>
          <p:cNvSpPr txBox="1">
            <a:spLocks noChangeArrowheads="1"/>
          </p:cNvSpPr>
          <p:nvPr/>
        </p:nvSpPr>
        <p:spPr bwMode="auto">
          <a:xfrm>
            <a:off x="4435475" y="2346325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21?</a:t>
            </a:r>
          </a:p>
        </p:txBody>
      </p:sp>
      <p:sp>
        <p:nvSpPr>
          <p:cNvPr id="55328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56323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4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5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6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7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8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9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6330" name="AutoShape 11"/>
          <p:cNvCxnSpPr>
            <a:cxnSpLocks noChangeShapeType="1"/>
            <a:stCxn id="56323" idx="6"/>
            <a:endCxn id="56324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1" name="AutoShape 12"/>
          <p:cNvCxnSpPr>
            <a:cxnSpLocks noChangeShapeType="1"/>
            <a:stCxn id="56324" idx="6"/>
            <a:endCxn id="56325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2" name="AutoShape 13"/>
          <p:cNvCxnSpPr>
            <a:cxnSpLocks noChangeShapeType="1"/>
            <a:stCxn id="56325" idx="3"/>
            <a:endCxn id="56328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3" name="AutoShape 14"/>
          <p:cNvCxnSpPr>
            <a:cxnSpLocks noChangeShapeType="1"/>
            <a:stCxn id="56328" idx="2"/>
            <a:endCxn id="56329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4" name="AutoShape 15"/>
          <p:cNvCxnSpPr>
            <a:cxnSpLocks noChangeShapeType="1"/>
            <a:stCxn id="56329" idx="0"/>
            <a:endCxn id="56323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5" name="AutoShape 16"/>
          <p:cNvCxnSpPr>
            <a:cxnSpLocks noChangeShapeType="1"/>
            <a:stCxn id="56323" idx="5"/>
            <a:endCxn id="56328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6" name="AutoShape 17"/>
          <p:cNvCxnSpPr>
            <a:cxnSpLocks noChangeShapeType="1"/>
            <a:stCxn id="56328" idx="0"/>
            <a:endCxn id="56324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7" name="AutoShape 18"/>
          <p:cNvCxnSpPr>
            <a:cxnSpLocks noChangeShapeType="1"/>
            <a:stCxn id="56328" idx="6"/>
            <a:endCxn id="56326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8" name="AutoShape 19"/>
          <p:cNvCxnSpPr>
            <a:cxnSpLocks noChangeShapeType="1"/>
            <a:stCxn id="56326" idx="0"/>
            <a:endCxn id="56325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39" name="AutoShape 20"/>
          <p:cNvCxnSpPr>
            <a:cxnSpLocks noChangeShapeType="1"/>
            <a:stCxn id="56325" idx="5"/>
            <a:endCxn id="56327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340" name="AutoShape 21"/>
          <p:cNvCxnSpPr>
            <a:cxnSpLocks noChangeShapeType="1"/>
            <a:stCxn id="56326" idx="7"/>
            <a:endCxn id="56327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41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6342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56343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56344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56345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6346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56347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56348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641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25?</a:t>
            </a:r>
          </a:p>
        </p:txBody>
      </p:sp>
      <p:sp>
        <p:nvSpPr>
          <p:cNvPr id="56349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56350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56351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56352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57347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48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49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50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51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52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353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7354" name="AutoShape 11"/>
          <p:cNvCxnSpPr>
            <a:cxnSpLocks noChangeShapeType="1"/>
            <a:stCxn id="57347" idx="6"/>
            <a:endCxn id="57348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5" name="AutoShape 12"/>
          <p:cNvCxnSpPr>
            <a:cxnSpLocks noChangeShapeType="1"/>
            <a:stCxn id="57348" idx="6"/>
            <a:endCxn id="57349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6" name="AutoShape 13"/>
          <p:cNvCxnSpPr>
            <a:cxnSpLocks noChangeShapeType="1"/>
            <a:stCxn id="57349" idx="3"/>
            <a:endCxn id="57352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7" name="AutoShape 14"/>
          <p:cNvCxnSpPr>
            <a:cxnSpLocks noChangeShapeType="1"/>
            <a:stCxn id="57352" idx="2"/>
            <a:endCxn id="57353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8" name="AutoShape 15"/>
          <p:cNvCxnSpPr>
            <a:cxnSpLocks noChangeShapeType="1"/>
            <a:stCxn id="57353" idx="0"/>
            <a:endCxn id="57347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59" name="AutoShape 16"/>
          <p:cNvCxnSpPr>
            <a:cxnSpLocks noChangeShapeType="1"/>
            <a:stCxn id="57347" idx="5"/>
            <a:endCxn id="57352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0" name="AutoShape 17"/>
          <p:cNvCxnSpPr>
            <a:cxnSpLocks noChangeShapeType="1"/>
            <a:stCxn id="57352" idx="0"/>
            <a:endCxn id="57348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1" name="AutoShape 18"/>
          <p:cNvCxnSpPr>
            <a:cxnSpLocks noChangeShapeType="1"/>
            <a:stCxn id="57352" idx="6"/>
            <a:endCxn id="57350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2" name="AutoShape 19"/>
          <p:cNvCxnSpPr>
            <a:cxnSpLocks noChangeShapeType="1"/>
            <a:stCxn id="57350" idx="0"/>
            <a:endCxn id="57349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3" name="AutoShape 20"/>
          <p:cNvCxnSpPr>
            <a:cxnSpLocks noChangeShapeType="1"/>
            <a:stCxn id="57349" idx="5"/>
            <a:endCxn id="57351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364" name="AutoShape 21"/>
          <p:cNvCxnSpPr>
            <a:cxnSpLocks noChangeShapeType="1"/>
            <a:stCxn id="57350" idx="7"/>
            <a:endCxn id="57351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365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7366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57367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57368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57369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7370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57371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57372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57373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57374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57375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57376" name="AutoShape 35"/>
          <p:cNvSpPr>
            <a:spLocks/>
          </p:cNvSpPr>
          <p:nvPr/>
        </p:nvSpPr>
        <p:spPr bwMode="auto">
          <a:xfrm>
            <a:off x="762000" y="3284538"/>
            <a:ext cx="152400" cy="1676400"/>
          </a:xfrm>
          <a:prstGeom prst="leftBrace">
            <a:avLst>
              <a:gd name="adj1" fmla="val 91667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Kruskal’s Algorithm</a:t>
            </a:r>
          </a:p>
        </p:txBody>
      </p:sp>
      <p:sp>
        <p:nvSpPr>
          <p:cNvPr id="58371" name="Oval 4"/>
          <p:cNvSpPr>
            <a:spLocks noChangeArrowheads="1"/>
          </p:cNvSpPr>
          <p:nvPr/>
        </p:nvSpPr>
        <p:spPr bwMode="auto">
          <a:xfrm>
            <a:off x="3886200" y="10064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8372" name="Oval 5"/>
          <p:cNvSpPr>
            <a:spLocks noChangeArrowheads="1"/>
          </p:cNvSpPr>
          <p:nvPr/>
        </p:nvSpPr>
        <p:spPr bwMode="auto">
          <a:xfrm>
            <a:off x="5562600" y="10064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8373" name="Oval 6"/>
          <p:cNvSpPr>
            <a:spLocks noChangeArrowheads="1"/>
          </p:cNvSpPr>
          <p:nvPr/>
        </p:nvSpPr>
        <p:spPr bwMode="auto">
          <a:xfrm>
            <a:off x="7239000" y="10064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8374" name="Oval 7"/>
          <p:cNvSpPr>
            <a:spLocks noChangeArrowheads="1"/>
          </p:cNvSpPr>
          <p:nvPr/>
        </p:nvSpPr>
        <p:spPr bwMode="auto">
          <a:xfrm>
            <a:off x="7239000" y="24542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8375" name="Oval 8"/>
          <p:cNvSpPr>
            <a:spLocks noChangeArrowheads="1"/>
          </p:cNvSpPr>
          <p:nvPr/>
        </p:nvSpPr>
        <p:spPr bwMode="auto">
          <a:xfrm>
            <a:off x="8229600" y="17684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8376" name="Oval 9"/>
          <p:cNvSpPr>
            <a:spLocks noChangeArrowheads="1"/>
          </p:cNvSpPr>
          <p:nvPr/>
        </p:nvSpPr>
        <p:spPr bwMode="auto">
          <a:xfrm>
            <a:off x="5562600" y="24542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8377" name="Oval 10"/>
          <p:cNvSpPr>
            <a:spLocks noChangeArrowheads="1"/>
          </p:cNvSpPr>
          <p:nvPr/>
        </p:nvSpPr>
        <p:spPr bwMode="auto">
          <a:xfrm>
            <a:off x="3886200" y="2454275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58378" name="AutoShape 11"/>
          <p:cNvCxnSpPr>
            <a:cxnSpLocks noChangeShapeType="1"/>
            <a:stCxn id="58371" idx="6"/>
            <a:endCxn id="58372" idx="2"/>
          </p:cNvCxnSpPr>
          <p:nvPr/>
        </p:nvCxnSpPr>
        <p:spPr bwMode="auto">
          <a:xfrm>
            <a:off x="4357688" y="12350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500" name="AutoShape 12"/>
          <p:cNvCxnSpPr>
            <a:cxnSpLocks noChangeShapeType="1"/>
            <a:stCxn id="58372" idx="6"/>
            <a:endCxn id="58373" idx="2"/>
          </p:cNvCxnSpPr>
          <p:nvPr/>
        </p:nvCxnSpPr>
        <p:spPr bwMode="auto">
          <a:xfrm>
            <a:off x="6034088" y="1235075"/>
            <a:ext cx="1190625" cy="0"/>
          </a:xfrm>
          <a:prstGeom prst="straightConnector1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63501" name="AutoShape 13"/>
          <p:cNvCxnSpPr>
            <a:cxnSpLocks noChangeShapeType="1"/>
            <a:stCxn id="58373" idx="3"/>
            <a:endCxn id="58376" idx="7"/>
          </p:cNvCxnSpPr>
          <p:nvPr/>
        </p:nvCxnSpPr>
        <p:spPr bwMode="auto">
          <a:xfrm flipH="1">
            <a:off x="5953125" y="1411288"/>
            <a:ext cx="1352550" cy="1095375"/>
          </a:xfrm>
          <a:prstGeom prst="straightConnector1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63502" name="AutoShape 14"/>
          <p:cNvCxnSpPr>
            <a:cxnSpLocks noChangeShapeType="1"/>
            <a:stCxn id="58376" idx="2"/>
            <a:endCxn id="58377" idx="6"/>
          </p:cNvCxnSpPr>
          <p:nvPr/>
        </p:nvCxnSpPr>
        <p:spPr bwMode="auto">
          <a:xfrm flipH="1">
            <a:off x="4357688" y="2682875"/>
            <a:ext cx="1190625" cy="0"/>
          </a:xfrm>
          <a:prstGeom prst="straightConnector1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58382" name="AutoShape 15"/>
          <p:cNvCxnSpPr>
            <a:cxnSpLocks noChangeShapeType="1"/>
            <a:stCxn id="58377" idx="0"/>
            <a:endCxn id="58371" idx="4"/>
          </p:cNvCxnSpPr>
          <p:nvPr/>
        </p:nvCxnSpPr>
        <p:spPr bwMode="auto">
          <a:xfrm flipV="1">
            <a:off x="41148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3" name="AutoShape 16"/>
          <p:cNvCxnSpPr>
            <a:cxnSpLocks noChangeShapeType="1"/>
            <a:stCxn id="58371" idx="5"/>
            <a:endCxn id="58376" idx="1"/>
          </p:cNvCxnSpPr>
          <p:nvPr/>
        </p:nvCxnSpPr>
        <p:spPr bwMode="auto">
          <a:xfrm>
            <a:off x="4276725" y="1411288"/>
            <a:ext cx="1352550" cy="1095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505" name="AutoShape 17"/>
          <p:cNvCxnSpPr>
            <a:cxnSpLocks noChangeShapeType="1"/>
            <a:stCxn id="58376" idx="0"/>
            <a:endCxn id="58372" idx="4"/>
          </p:cNvCxnSpPr>
          <p:nvPr/>
        </p:nvCxnSpPr>
        <p:spPr bwMode="auto">
          <a:xfrm flipV="1">
            <a:off x="5791200" y="1477963"/>
            <a:ext cx="0" cy="962025"/>
          </a:xfrm>
          <a:prstGeom prst="straightConnector1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58385" name="AutoShape 18"/>
          <p:cNvCxnSpPr>
            <a:cxnSpLocks noChangeShapeType="1"/>
            <a:stCxn id="58376" idx="6"/>
            <a:endCxn id="58374" idx="2"/>
          </p:cNvCxnSpPr>
          <p:nvPr/>
        </p:nvCxnSpPr>
        <p:spPr bwMode="auto">
          <a:xfrm>
            <a:off x="6034088" y="2682875"/>
            <a:ext cx="11906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386" name="AutoShape 19"/>
          <p:cNvCxnSpPr>
            <a:cxnSpLocks noChangeShapeType="1"/>
            <a:stCxn id="58374" idx="0"/>
            <a:endCxn id="58373" idx="4"/>
          </p:cNvCxnSpPr>
          <p:nvPr/>
        </p:nvCxnSpPr>
        <p:spPr bwMode="auto">
          <a:xfrm flipV="1">
            <a:off x="7467600" y="1477963"/>
            <a:ext cx="0" cy="9620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508" name="AutoShape 20"/>
          <p:cNvCxnSpPr>
            <a:cxnSpLocks noChangeShapeType="1"/>
            <a:stCxn id="58373" idx="5"/>
            <a:endCxn id="58375" idx="1"/>
          </p:cNvCxnSpPr>
          <p:nvPr/>
        </p:nvCxnSpPr>
        <p:spPr bwMode="auto">
          <a:xfrm>
            <a:off x="7629525" y="1411288"/>
            <a:ext cx="666750" cy="409575"/>
          </a:xfrm>
          <a:prstGeom prst="straightConnector1">
            <a:avLst/>
          </a:prstGeom>
          <a:noFill/>
          <a:ln w="28575">
            <a:solidFill>
              <a:schemeClr val="accent1">
                <a:lumMod val="20000"/>
                <a:lumOff val="80000"/>
              </a:schemeClr>
            </a:solidFill>
            <a:round/>
            <a:headEnd/>
            <a:tailEnd/>
          </a:ln>
        </p:spPr>
      </p:cxnSp>
      <p:cxnSp>
        <p:nvCxnSpPr>
          <p:cNvPr id="58388" name="AutoShape 21"/>
          <p:cNvCxnSpPr>
            <a:cxnSpLocks noChangeShapeType="1"/>
            <a:stCxn id="58374" idx="7"/>
            <a:endCxn id="58375" idx="3"/>
          </p:cNvCxnSpPr>
          <p:nvPr/>
        </p:nvCxnSpPr>
        <p:spPr bwMode="auto">
          <a:xfrm flipV="1">
            <a:off x="7629525" y="2173288"/>
            <a:ext cx="666750" cy="3333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389" name="Text Box 22"/>
          <p:cNvSpPr txBox="1">
            <a:spLocks noChangeArrowheads="1"/>
          </p:cNvSpPr>
          <p:nvPr/>
        </p:nvSpPr>
        <p:spPr bwMode="auto">
          <a:xfrm>
            <a:off x="4738688" y="8890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58390" name="Text Box 23"/>
          <p:cNvSpPr txBox="1">
            <a:spLocks noChangeArrowheads="1"/>
          </p:cNvSpPr>
          <p:nvPr/>
        </p:nvSpPr>
        <p:spPr bwMode="auto">
          <a:xfrm>
            <a:off x="6354763" y="898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19</a:t>
            </a:r>
          </a:p>
        </p:txBody>
      </p:sp>
      <p:sp>
        <p:nvSpPr>
          <p:cNvPr id="58391" name="Text Box 24"/>
          <p:cNvSpPr txBox="1">
            <a:spLocks noChangeArrowheads="1"/>
          </p:cNvSpPr>
          <p:nvPr/>
        </p:nvSpPr>
        <p:spPr bwMode="auto">
          <a:xfrm>
            <a:off x="7937500" y="1279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58392" name="Text Box 25"/>
          <p:cNvSpPr txBox="1">
            <a:spLocks noChangeArrowheads="1"/>
          </p:cNvSpPr>
          <p:nvPr/>
        </p:nvSpPr>
        <p:spPr bwMode="auto">
          <a:xfrm>
            <a:off x="7939088" y="23463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58393" name="Text Box 26"/>
          <p:cNvSpPr txBox="1">
            <a:spLocks noChangeArrowheads="1"/>
          </p:cNvSpPr>
          <p:nvPr/>
        </p:nvSpPr>
        <p:spPr bwMode="auto">
          <a:xfrm>
            <a:off x="7443788" y="1854200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58394" name="Text Box 27"/>
          <p:cNvSpPr txBox="1">
            <a:spLocks noChangeArrowheads="1"/>
          </p:cNvSpPr>
          <p:nvPr/>
        </p:nvSpPr>
        <p:spPr bwMode="auto">
          <a:xfrm>
            <a:off x="65690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13</a:t>
            </a:r>
          </a:p>
        </p:txBody>
      </p:sp>
      <p:sp>
        <p:nvSpPr>
          <p:cNvPr id="58395" name="Text Box 28"/>
          <p:cNvSpPr txBox="1">
            <a:spLocks noChangeArrowheads="1"/>
          </p:cNvSpPr>
          <p:nvPr/>
        </p:nvSpPr>
        <p:spPr bwMode="auto">
          <a:xfrm>
            <a:off x="652145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17</a:t>
            </a:r>
          </a:p>
        </p:txBody>
      </p:sp>
      <p:sp>
        <p:nvSpPr>
          <p:cNvPr id="58396" name="Text Box 29"/>
          <p:cNvSpPr txBox="1">
            <a:spLocks noChangeArrowheads="1"/>
          </p:cNvSpPr>
          <p:nvPr/>
        </p:nvSpPr>
        <p:spPr bwMode="auto">
          <a:xfrm>
            <a:off x="5745163" y="16605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25</a:t>
            </a:r>
          </a:p>
        </p:txBody>
      </p:sp>
      <p:sp>
        <p:nvSpPr>
          <p:cNvPr id="58397" name="Text Box 30"/>
          <p:cNvSpPr txBox="1">
            <a:spLocks noChangeArrowheads="1"/>
          </p:cNvSpPr>
          <p:nvPr/>
        </p:nvSpPr>
        <p:spPr bwMode="auto">
          <a:xfrm>
            <a:off x="4572000" y="1447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14</a:t>
            </a:r>
          </a:p>
        </p:txBody>
      </p:sp>
      <p:sp>
        <p:nvSpPr>
          <p:cNvPr id="58398" name="Text Box 31"/>
          <p:cNvSpPr txBox="1">
            <a:spLocks noChangeArrowheads="1"/>
          </p:cNvSpPr>
          <p:nvPr/>
        </p:nvSpPr>
        <p:spPr bwMode="auto">
          <a:xfrm>
            <a:off x="3746500" y="16605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58399" name="Text Box 32"/>
          <p:cNvSpPr txBox="1">
            <a:spLocks noChangeArrowheads="1"/>
          </p:cNvSpPr>
          <p:nvPr/>
        </p:nvSpPr>
        <p:spPr bwMode="auto">
          <a:xfrm>
            <a:off x="4511675" y="23463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chemeClr val="accent1"/>
                </a:solidFill>
                <a:latin typeface="Courier New" panose="02070309020205020404" pitchFamily="49" charset="0"/>
              </a:rPr>
              <a:t>21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 err="1">
                <a:latin typeface="Courier New" pitchFamily="49" charset="0"/>
                <a:cs typeface="+mn-cs"/>
              </a:rPr>
              <a:t>Kruskal</a:t>
            </a:r>
            <a:r>
              <a:rPr lang="en-US" sz="2000" b="1" kern="0" dirty="0">
                <a:latin typeface="Courier New" pitchFamily="49" charset="0"/>
                <a:cs typeface="+mn-cs"/>
              </a:rPr>
              <a:t>()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{ 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T =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</a:t>
            </a:r>
            <a:r>
              <a:rPr lang="en-US" sz="2000" b="1" kern="0" dirty="0">
                <a:latin typeface="Courier New" pitchFamily="49" charset="0"/>
                <a:cs typeface="+mn-cs"/>
              </a:rPr>
              <a:t>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v </a:t>
            </a:r>
            <a:r>
              <a:rPr lang="en-US" sz="2000" kern="0" dirty="0">
                <a:latin typeface="+mn-lt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V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MakeSet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(v);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sort E into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nondecreasing</a:t>
            </a:r>
            <a:r>
              <a:rPr lang="en-US" sz="2000" b="1" kern="0" dirty="0">
                <a:latin typeface="Courier New" pitchFamily="49" charset="0"/>
                <a:cs typeface="+mn-cs"/>
              </a:rPr>
              <a:t> order by weight w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for each (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</a:rPr>
              <a:t>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</a:t>
            </a:r>
            <a:r>
              <a:rPr lang="en-US" sz="2000" b="1" kern="0" dirty="0">
                <a:latin typeface="Courier New" pitchFamily="49" charset="0"/>
                <a:cs typeface="+mn-cs"/>
              </a:rPr>
              <a:t> E (in sorted order)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</a:rPr>
              <a:t>      if </a:t>
            </a:r>
            <a:r>
              <a:rPr lang="en-US" sz="2000" b="1" kern="0" dirty="0" err="1">
                <a:latin typeface="Courier New" pitchFamily="49" charset="0"/>
                <a:cs typeface="+mn-cs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</a:rPr>
              <a:t>(u) 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 </a:t>
            </a:r>
            <a:r>
              <a:rPr lang="en-US" sz="2000" b="1" kern="0" dirty="0" err="1">
                <a:latin typeface="Courier New" pitchFamily="49" charset="0"/>
                <a:cs typeface="+mn-cs"/>
                <a:sym typeface="Symbol" pitchFamily="18" charset="2"/>
              </a:rPr>
              <a:t>FindSet</a:t>
            </a: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(v)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Symbol" pitchFamily="18" charset="2"/>
              </a:rPr>
              <a:t>         T = T </a:t>
            </a:r>
            <a:r>
              <a:rPr lang="en-US" sz="2000" b="1" kern="0" dirty="0">
                <a:latin typeface="Microsoft Sans Serif" pitchFamily="34" charset="0"/>
                <a:cs typeface="+mn-cs"/>
                <a:sym typeface="Math B" pitchFamily="2" charset="2"/>
              </a:rPr>
              <a:t>U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{{</a:t>
            </a:r>
            <a:r>
              <a:rPr lang="en-US" sz="2000" b="1" kern="0" dirty="0" err="1">
                <a:latin typeface="Courier New" pitchFamily="49" charset="0"/>
                <a:cs typeface="+mn-cs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}};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         Union(</a:t>
            </a:r>
            <a:r>
              <a:rPr lang="en-US" altLang="en-US" sz="20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);</a:t>
            </a:r>
          </a:p>
          <a:p>
            <a:pPr marL="342900" indent="-342900"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  <a:defRPr/>
            </a:pPr>
            <a:r>
              <a:rPr lang="en-US" sz="2000" b="1" kern="0" dirty="0">
                <a:latin typeface="Courier New" pitchFamily="49" charset="0"/>
                <a:cs typeface="+mn-cs"/>
                <a:sym typeface="Math B" pitchFamily="2" charset="2"/>
              </a:rPr>
              <a:t>}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3"/>
          <p:cNvSpPr>
            <a:spLocks noChangeArrowheads="1"/>
          </p:cNvSpPr>
          <p:nvPr/>
        </p:nvSpPr>
        <p:spPr bwMode="auto">
          <a:xfrm>
            <a:off x="609600" y="1676400"/>
            <a:ext cx="8229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Kruskal()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{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T =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</a:t>
            </a:r>
            <a:r>
              <a:rPr lang="en-US" altLang="en-US" b="1" dirty="0">
                <a:latin typeface="Courier New" panose="02070309020205020404" pitchFamily="49" charset="0"/>
              </a:rPr>
              <a:t>;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for each v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b="1" dirty="0">
                <a:latin typeface="Courier New" panose="02070309020205020404" pitchFamily="49" charset="0"/>
              </a:rPr>
              <a:t> V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</a:t>
            </a:r>
            <a:r>
              <a:rPr lang="en-US" altLang="en-US" b="1" dirty="0" err="1">
                <a:latin typeface="Courier New" panose="02070309020205020404" pitchFamily="49" charset="0"/>
              </a:rPr>
              <a:t>MakeSet</a:t>
            </a:r>
            <a:r>
              <a:rPr lang="en-US" altLang="en-US" b="1" dirty="0">
                <a:latin typeface="Courier New" panose="02070309020205020404" pitchFamily="49" charset="0"/>
              </a:rPr>
              <a:t>(v);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sort E by increasing edge weight w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for each (</a:t>
            </a:r>
            <a:r>
              <a:rPr lang="en-US" altLang="en-US" b="1" dirty="0" err="1">
                <a:latin typeface="Courier New" panose="02070309020205020404" pitchFamily="49" charset="0"/>
              </a:rPr>
              <a:t>u,v</a:t>
            </a:r>
            <a:r>
              <a:rPr lang="en-US" altLang="en-US" b="1" dirty="0">
                <a:latin typeface="Courier New" panose="02070309020205020404" pitchFamily="49" charset="0"/>
              </a:rPr>
              <a:t>)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en-US" altLang="en-US" b="1" dirty="0">
                <a:latin typeface="Courier New" panose="02070309020205020404" pitchFamily="49" charset="0"/>
              </a:rPr>
              <a:t> E (in sorted order)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if </a:t>
            </a:r>
            <a:r>
              <a:rPr lang="en-US" altLang="en-US" b="1" dirty="0" err="1">
                <a:latin typeface="Courier New" panose="02070309020205020404" pitchFamily="49" charset="0"/>
              </a:rPr>
              <a:t>FindSet</a:t>
            </a:r>
            <a:r>
              <a:rPr lang="en-US" altLang="en-US" b="1" dirty="0">
                <a:latin typeface="Courier New" panose="02070309020205020404" pitchFamily="49" charset="0"/>
              </a:rPr>
              <a:t>(u)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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FindSet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(v)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T = T </a:t>
            </a:r>
            <a:r>
              <a:rPr lang="en-US" altLang="en-US" sz="2000" b="1" dirty="0">
                <a:latin typeface="Arial" panose="020B0604020202020204" pitchFamily="34" charset="0"/>
                <a:sym typeface="Math B" pitchFamily="2" charset="2"/>
              </a:rPr>
              <a:t>U</a:t>
            </a:r>
            <a:r>
              <a:rPr lang="en-US" altLang="en-US" b="1" dirty="0">
                <a:latin typeface="Courier New" panose="02070309020205020404" pitchFamily="49" charset="0"/>
                <a:sym typeface="Math B" pitchFamily="2" charset="2"/>
              </a:rPr>
              <a:t> {{</a:t>
            </a:r>
            <a:r>
              <a:rPr lang="en-US" altLang="en-US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altLang="en-US" b="1" dirty="0">
                <a:latin typeface="Courier New" panose="02070309020205020404" pitchFamily="49" charset="0"/>
                <a:sym typeface="Math B" pitchFamily="2" charset="2"/>
              </a:rPr>
              <a:t>}};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Math B" pitchFamily="2" charset="2"/>
              </a:rPr>
              <a:t>         Union(</a:t>
            </a:r>
            <a:r>
              <a:rPr lang="en-US" altLang="en-US" sz="24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altLang="en-US" b="1" dirty="0">
                <a:latin typeface="Courier New" panose="02070309020205020404" pitchFamily="49" charset="0"/>
                <a:sym typeface="Math B" pitchFamily="2" charset="2"/>
              </a:rPr>
              <a:t>);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Math B" pitchFamily="2" charset="2"/>
              </a:rPr>
              <a:t>}</a:t>
            </a:r>
          </a:p>
        </p:txBody>
      </p:sp>
      <p:sp>
        <p:nvSpPr>
          <p:cNvPr id="59395" name="Text Box 4"/>
          <p:cNvSpPr txBox="1">
            <a:spLocks noChangeArrowheads="1"/>
          </p:cNvSpPr>
          <p:nvPr/>
        </p:nvSpPr>
        <p:spPr bwMode="auto">
          <a:xfrm>
            <a:off x="4457700" y="1565275"/>
            <a:ext cx="4524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b="1" i="1">
                <a:solidFill>
                  <a:schemeClr val="accent1"/>
                </a:solidFill>
                <a:latin typeface="Times New Roman" panose="02020603050405020304" pitchFamily="18" charset="0"/>
              </a:rPr>
              <a:t>What will affect the running time?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Kruskal’s</a:t>
            </a:r>
            <a:r>
              <a:rPr lang="en-US" dirty="0"/>
              <a:t> Algorithm: Running Time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ChangeArrowheads="1"/>
          </p:cNvSpPr>
          <p:nvPr/>
        </p:nvSpPr>
        <p:spPr bwMode="auto">
          <a:xfrm>
            <a:off x="395288" y="1163638"/>
            <a:ext cx="8229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Kruskal()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{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T =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</a:t>
            </a:r>
            <a:r>
              <a:rPr lang="en-US" altLang="en-US" b="1" dirty="0">
                <a:latin typeface="Courier New" panose="02070309020205020404" pitchFamily="49" charset="0"/>
              </a:rPr>
              <a:t>;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for each v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en-US" b="1" dirty="0">
                <a:latin typeface="Courier New" panose="02070309020205020404" pitchFamily="49" charset="0"/>
              </a:rPr>
              <a:t> V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</a:t>
            </a:r>
            <a:r>
              <a:rPr lang="en-US" altLang="en-US" b="1" dirty="0" err="1">
                <a:latin typeface="Courier New" panose="02070309020205020404" pitchFamily="49" charset="0"/>
              </a:rPr>
              <a:t>MakeSet</a:t>
            </a:r>
            <a:r>
              <a:rPr lang="en-US" altLang="en-US" b="1" dirty="0">
                <a:latin typeface="Courier New" panose="02070309020205020404" pitchFamily="49" charset="0"/>
              </a:rPr>
              <a:t>(v);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sort E by increasing edge weight w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for each (</a:t>
            </a:r>
            <a:r>
              <a:rPr lang="en-US" altLang="en-US" b="1" dirty="0" err="1">
                <a:latin typeface="Courier New" panose="02070309020205020404" pitchFamily="49" charset="0"/>
              </a:rPr>
              <a:t>u,v</a:t>
            </a:r>
            <a:r>
              <a:rPr lang="en-US" altLang="en-US" b="1" dirty="0">
                <a:latin typeface="Courier New" panose="02070309020205020404" pitchFamily="49" charset="0"/>
              </a:rPr>
              <a:t>)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</a:t>
            </a:r>
            <a:r>
              <a:rPr lang="en-US" altLang="en-US" b="1" dirty="0">
                <a:latin typeface="Courier New" panose="02070309020205020404" pitchFamily="49" charset="0"/>
              </a:rPr>
              <a:t> E (in sorted order)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if </a:t>
            </a:r>
            <a:r>
              <a:rPr lang="en-US" altLang="en-US" b="1" dirty="0" err="1">
                <a:latin typeface="Courier New" panose="02070309020205020404" pitchFamily="49" charset="0"/>
              </a:rPr>
              <a:t>FindSet</a:t>
            </a:r>
            <a:r>
              <a:rPr lang="en-US" altLang="en-US" b="1" dirty="0">
                <a:latin typeface="Courier New" panose="02070309020205020404" pitchFamily="49" charset="0"/>
              </a:rPr>
              <a:t>(u)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 </a:t>
            </a:r>
            <a:r>
              <a:rPr lang="en-US" altLang="en-US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FindSet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(v)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T = T </a:t>
            </a:r>
            <a:r>
              <a:rPr lang="en-US" altLang="en-US" sz="2000" b="1" dirty="0">
                <a:latin typeface="Arial" panose="020B0604020202020204" pitchFamily="34" charset="0"/>
                <a:sym typeface="Math B" pitchFamily="2" charset="2"/>
              </a:rPr>
              <a:t>U</a:t>
            </a:r>
            <a:r>
              <a:rPr lang="en-US" altLang="en-US" b="1" dirty="0">
                <a:latin typeface="Courier New" panose="02070309020205020404" pitchFamily="49" charset="0"/>
                <a:sym typeface="Math B" pitchFamily="2" charset="2"/>
              </a:rPr>
              <a:t> {{</a:t>
            </a:r>
            <a:r>
              <a:rPr lang="en-US" altLang="en-US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altLang="en-US" b="1" dirty="0">
                <a:latin typeface="Courier New" panose="02070309020205020404" pitchFamily="49" charset="0"/>
                <a:sym typeface="Math B" pitchFamily="2" charset="2"/>
              </a:rPr>
              <a:t>}};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Math B" pitchFamily="2" charset="2"/>
              </a:rPr>
              <a:t>         Union(</a:t>
            </a:r>
            <a:r>
              <a:rPr lang="en-US" altLang="en-US" sz="2400" b="1" dirty="0" err="1">
                <a:latin typeface="Courier New" panose="02070309020205020404" pitchFamily="49" charset="0"/>
                <a:sym typeface="Math B" pitchFamily="2" charset="2"/>
              </a:rPr>
              <a:t>u,v</a:t>
            </a:r>
            <a:r>
              <a:rPr lang="en-US" altLang="en-US" b="1" dirty="0">
                <a:latin typeface="Courier New" panose="02070309020205020404" pitchFamily="49" charset="0"/>
                <a:sym typeface="Math B" pitchFamily="2" charset="2"/>
              </a:rPr>
              <a:t>);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Math B" pitchFamily="2" charset="2"/>
              </a:rPr>
              <a:t>}</a:t>
            </a:r>
          </a:p>
        </p:txBody>
      </p:sp>
      <p:sp>
        <p:nvSpPr>
          <p:cNvPr id="60419" name="Text Box 4"/>
          <p:cNvSpPr txBox="1">
            <a:spLocks noChangeArrowheads="1"/>
          </p:cNvSpPr>
          <p:nvPr/>
        </p:nvSpPr>
        <p:spPr bwMode="auto">
          <a:xfrm>
            <a:off x="4243388" y="1052513"/>
            <a:ext cx="4524375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/>
            <a:r>
              <a:rPr lang="en-US" altLang="en-US" b="1" i="1">
                <a:solidFill>
                  <a:schemeClr val="accent1"/>
                </a:solidFill>
                <a:latin typeface="Times New Roman" panose="02020603050405020304" pitchFamily="18" charset="0"/>
              </a:rPr>
              <a:t>What will affect the running time?</a:t>
            </a:r>
          </a:p>
          <a:p>
            <a:pPr algn="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>
                <a:latin typeface="Times New Roman" panose="02020603050405020304" pitchFamily="18" charset="0"/>
              </a:rPr>
              <a:t>1 Sort</a:t>
            </a:r>
          </a:p>
          <a:p>
            <a:pPr algn="r"/>
            <a:r>
              <a:rPr lang="en-US" altLang="en-US" b="1">
                <a:latin typeface="Times New Roman" panose="02020603050405020304" pitchFamily="18" charset="0"/>
              </a:rPr>
              <a:t>O(V) MakeSet() calls</a:t>
            </a:r>
          </a:p>
          <a:p>
            <a:pPr algn="r"/>
            <a:r>
              <a:rPr lang="en-US" altLang="en-US" b="1">
                <a:latin typeface="Times New Roman" panose="02020603050405020304" pitchFamily="18" charset="0"/>
              </a:rPr>
              <a:t>O(E) FindSet() calls</a:t>
            </a:r>
            <a:br>
              <a:rPr lang="en-US" altLang="en-US" b="1">
                <a:latin typeface="Times New Roman" panose="02020603050405020304" pitchFamily="18" charset="0"/>
              </a:rPr>
            </a:br>
            <a:r>
              <a:rPr lang="en-US" altLang="en-US" b="1">
                <a:latin typeface="Times New Roman" panose="02020603050405020304" pitchFamily="18" charset="0"/>
              </a:rPr>
              <a:t>O(V) Union() calls  </a:t>
            </a:r>
          </a:p>
          <a:p>
            <a:pPr algn="r"/>
            <a:r>
              <a:rPr lang="en-US" altLang="en-US" b="1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1"/>
                </a:solidFill>
                <a:latin typeface="Times New Roman" panose="02020603050405020304" pitchFamily="18" charset="0"/>
              </a:rPr>
              <a:t>Exactly how many Union</a:t>
            </a: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b="1" i="1">
                <a:solidFill>
                  <a:schemeClr val="accent1"/>
                </a:solidFill>
                <a:latin typeface="Times New Roman" panose="02020603050405020304" pitchFamily="18" charset="0"/>
              </a:rPr>
              <a:t>s?</a:t>
            </a:r>
            <a:r>
              <a:rPr lang="en-US" altLang="en-US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Kruskal’s</a:t>
            </a:r>
            <a:r>
              <a:rPr lang="en-US" dirty="0"/>
              <a:t> Algorithm: Running Time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/>
              <a:t>Kruskal’s</a:t>
            </a:r>
            <a:r>
              <a:rPr lang="en-US" dirty="0"/>
              <a:t> Algorithm: Running Time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2513"/>
            <a:ext cx="8229600" cy="5091112"/>
          </a:xfrm>
        </p:spPr>
        <p:txBody>
          <a:bodyPr/>
          <a:lstStyle/>
          <a:p>
            <a:pPr eaLnBrk="1" hangingPunct="1"/>
            <a:r>
              <a:rPr lang="en-US" altLang="en-US" dirty="0"/>
              <a:t>To summarize: </a:t>
            </a:r>
          </a:p>
          <a:p>
            <a:pPr lvl="1" eaLnBrk="1" hangingPunct="1"/>
            <a:r>
              <a:rPr lang="en-US" altLang="en-US" dirty="0"/>
              <a:t>Sort edges: O(E lg E) </a:t>
            </a:r>
          </a:p>
          <a:p>
            <a:pPr lvl="1" eaLnBrk="1" hangingPunct="1">
              <a:spcBef>
                <a:spcPct val="0"/>
              </a:spcBef>
            </a:pPr>
            <a:endParaRPr lang="en-US" altLang="en-US" sz="1800" dirty="0"/>
          </a:p>
          <a:p>
            <a:pPr lvl="1" eaLnBrk="1" hangingPunct="1"/>
            <a:r>
              <a:rPr lang="en-US" altLang="en-US" dirty="0"/>
              <a:t>O(V) </a:t>
            </a:r>
            <a:r>
              <a:rPr lang="en-US" altLang="en-US" dirty="0" err="1"/>
              <a:t>MakeSet</a:t>
            </a:r>
            <a:r>
              <a:rPr lang="en-US" altLang="en-US" dirty="0"/>
              <a:t>()’s</a:t>
            </a:r>
          </a:p>
          <a:p>
            <a:pPr lvl="1" eaLnBrk="1" hangingPunct="1"/>
            <a:r>
              <a:rPr lang="en-US" altLang="en-US" dirty="0"/>
              <a:t>O(E) </a:t>
            </a:r>
            <a:r>
              <a:rPr lang="en-US" altLang="en-US" dirty="0" err="1"/>
              <a:t>FindSet</a:t>
            </a:r>
            <a:r>
              <a:rPr lang="en-US" altLang="en-US" dirty="0"/>
              <a:t>()’s</a:t>
            </a:r>
          </a:p>
          <a:p>
            <a:pPr lvl="1" eaLnBrk="1" hangingPunct="1"/>
            <a:r>
              <a:rPr lang="en-US" altLang="en-US" dirty="0"/>
              <a:t>O(V) Union()’s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Upshot: </a:t>
            </a:r>
          </a:p>
          <a:p>
            <a:pPr lvl="1" eaLnBrk="1" hangingPunct="1"/>
            <a:r>
              <a:rPr lang="en-US" altLang="en-US" dirty="0"/>
              <a:t>Best disjoint-set operation algorithm makes above three operations to take O(E lg E) time.</a:t>
            </a:r>
          </a:p>
          <a:p>
            <a:pPr lvl="1" eaLnBrk="1" hangingPunct="1"/>
            <a:r>
              <a:rPr lang="en-US" altLang="en-US" dirty="0"/>
              <a:t>Thus overall time is O(E lg E) = O(E lg V), since |E| &lt; |V|</a:t>
            </a:r>
            <a:r>
              <a:rPr lang="en-US" altLang="en-US" baseline="30000" dirty="0"/>
              <a:t>2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8CDB-7F7C-4BA3-81B2-A4D4F01BE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Algorithm: Running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0D957-DA46-4755-A9DC-1180F60F1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513"/>
            <a:ext cx="4114800" cy="4343400"/>
          </a:xfrm>
        </p:spPr>
        <p:txBody>
          <a:bodyPr/>
          <a:lstStyle/>
          <a:p>
            <a:pPr eaLnBrk="1" hangingPunct="1"/>
            <a:r>
              <a:rPr lang="en-US" altLang="en-US" dirty="0"/>
              <a:t>To summarize: </a:t>
            </a:r>
          </a:p>
          <a:p>
            <a:pPr lvl="1" eaLnBrk="1" hangingPunct="1"/>
            <a:r>
              <a:rPr lang="en-US" altLang="en-US" dirty="0"/>
              <a:t>Sort edges: O(E lg E) </a:t>
            </a:r>
            <a:endParaRPr lang="en-US" altLang="en-US" sz="1800" dirty="0"/>
          </a:p>
          <a:p>
            <a:pPr lvl="1" eaLnBrk="1" hangingPunct="1"/>
            <a:r>
              <a:rPr lang="en-US" altLang="en-US" dirty="0"/>
              <a:t>O(V) </a:t>
            </a:r>
            <a:r>
              <a:rPr lang="en-US" altLang="en-US" dirty="0" err="1"/>
              <a:t>MakeSet</a:t>
            </a:r>
            <a:r>
              <a:rPr lang="en-US" altLang="en-US" dirty="0"/>
              <a:t>()’s</a:t>
            </a:r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FCBA27-D516-4852-8A87-AC6E722D3103}"/>
              </a:ext>
            </a:extLst>
          </p:cNvPr>
          <p:cNvSpPr txBox="1">
            <a:spLocks/>
          </p:cNvSpPr>
          <p:nvPr/>
        </p:nvSpPr>
        <p:spPr bwMode="auto">
          <a:xfrm>
            <a:off x="4572000" y="1556791"/>
            <a:ext cx="4114800" cy="3991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 eaLnBrk="1" hangingPunct="1"/>
            <a:r>
              <a:rPr lang="en-US" altLang="en-US" dirty="0"/>
              <a:t>O(E) </a:t>
            </a:r>
            <a:r>
              <a:rPr lang="en-US" altLang="en-US" dirty="0" err="1"/>
              <a:t>FindSet</a:t>
            </a:r>
            <a:r>
              <a:rPr lang="en-US" altLang="en-US" dirty="0"/>
              <a:t>()’s</a:t>
            </a:r>
          </a:p>
          <a:p>
            <a:pPr lvl="1" eaLnBrk="1" hangingPunct="1"/>
            <a:r>
              <a:rPr lang="en-US" altLang="en-US" dirty="0"/>
              <a:t>O(V) Union()’s </a:t>
            </a:r>
          </a:p>
          <a:p>
            <a:endParaRPr lang="en-US" kern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BD5F19-7430-4569-B6D2-F7B9AB102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46" y="2420888"/>
            <a:ext cx="6948264" cy="37609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8D1285-54EF-4133-9659-2CB048B08678}"/>
              </a:ext>
            </a:extLst>
          </p:cNvPr>
          <p:cNvSpPr txBox="1"/>
          <p:nvPr/>
        </p:nvSpPr>
        <p:spPr>
          <a:xfrm>
            <a:off x="2987824" y="5783536"/>
            <a:ext cx="193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Cormen</a:t>
            </a:r>
            <a:r>
              <a:rPr lang="en-US" dirty="0"/>
              <a:t> 23.2</a:t>
            </a:r>
          </a:p>
        </p:txBody>
      </p:sp>
    </p:spTree>
    <p:extLst>
      <p:ext uri="{BB962C8B-B14F-4D97-AF65-F5344CB8AC3E}">
        <p14:creationId xmlns:p14="http://schemas.microsoft.com/office/powerpoint/2010/main" val="40153392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E7881-9B0E-4B76-8A1D-A23BAC7B9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How can you find the second best minimum spanning tree?</a:t>
            </a:r>
          </a:p>
          <a:p>
            <a:r>
              <a:rPr lang="en-US" sz="2400" dirty="0">
                <a:hlinkClick r:id="rId2"/>
              </a:rPr>
              <a:t>https://cp-algorithms.com/graph/second_best_mst.html</a:t>
            </a:r>
            <a:endParaRPr lang="en-US" sz="2400" dirty="0"/>
          </a:p>
          <a:p>
            <a:r>
              <a:rPr lang="en-US" sz="2400" dirty="0"/>
              <a:t>Draw a minimum spanning tree of the given graph G such that the minimum spanning tree always consists the edges with weights x and z.</a:t>
            </a:r>
          </a:p>
          <a:p>
            <a:r>
              <a:rPr lang="en-US" sz="2400" dirty="0"/>
              <a:t>Assign weights to each of the edges such that the MST of this graph consists exactly of the edges …</a:t>
            </a:r>
          </a:p>
          <a:p>
            <a:r>
              <a:rPr lang="en-US" sz="2400" dirty="0"/>
              <a:t>Kruskal’s algorithm may provide different Minimum Spanning Trees (MST) based on how it sorts the edge-list of the graph. Provide an example of a graph where the Kruskal’s algorithm will return two different MSTs on two different runs of the algorithm, based on the edge-list being sorted differently. </a:t>
            </a:r>
          </a:p>
          <a:p>
            <a:r>
              <a:rPr lang="en-US" sz="2400" dirty="0"/>
              <a:t>Analyze the running time of the algorithm.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0896143"/>
      </p:ext>
    </p:extLst>
  </p:cSld>
  <p:clrMapOvr>
    <a:masterClrMapping/>
  </p:clrMapOvr>
</p:sld>
</file>

<file path=ppt/theme/theme1.xml><?xml version="1.0" encoding="utf-8"?>
<a:theme xmlns:a="http://schemas.openxmlformats.org/drawingml/2006/main" name="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computer-bunny.blue">
      <a:majorFont>
        <a:latin typeface="Arial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computer-bunny.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uter-bunny.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25267</TotalTime>
  <Words>6275</Words>
  <Application>Microsoft Office PowerPoint</Application>
  <PresentationFormat>On-screen Show (4:3)</PresentationFormat>
  <Paragraphs>1414</Paragraphs>
  <Slides>73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4" baseType="lpstr">
      <vt:lpstr>Arial</vt:lpstr>
      <vt:lpstr>Arial</vt:lpstr>
      <vt:lpstr>Courier New</vt:lpstr>
      <vt:lpstr>Math B</vt:lpstr>
      <vt:lpstr>Microsoft Sans Serif</vt:lpstr>
      <vt:lpstr>Monotype Sorts</vt:lpstr>
      <vt:lpstr>Symbol</vt:lpstr>
      <vt:lpstr>Tahoma</vt:lpstr>
      <vt:lpstr>Times New Roman</vt:lpstr>
      <vt:lpstr>computer-bunny.blue</vt:lpstr>
      <vt:lpstr>Equation</vt:lpstr>
      <vt:lpstr>Algorithms: Greedy Method</vt:lpstr>
      <vt:lpstr>PowerPoint Presentation</vt:lpstr>
      <vt:lpstr>PowerPoint Presentation</vt:lpstr>
      <vt:lpstr>Spanning Tree</vt:lpstr>
      <vt:lpstr>Spanning Tree of a Graph</vt:lpstr>
      <vt:lpstr>Spanning Tree of a Graph</vt:lpstr>
      <vt:lpstr>Spanning Tree of a Graph</vt:lpstr>
      <vt:lpstr>Minimum Spanning Tree</vt:lpstr>
      <vt:lpstr>Minimum Spanning Tree</vt:lpstr>
      <vt:lpstr>helpful link</vt:lpstr>
      <vt:lpstr>Minimum Spanning Tree</vt:lpstr>
      <vt:lpstr>Minimum Spanning Tree</vt:lpstr>
      <vt:lpstr>Minimum Spanning Tree</vt:lpstr>
      <vt:lpstr>Prim’s Algorithm</vt:lpstr>
      <vt:lpstr>PowerPoint Presentation</vt:lpstr>
      <vt:lpstr>PowerPoint Presentation</vt:lpstr>
      <vt:lpstr>PowerPoint Presentation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Prim’s Algorithm</vt:lpstr>
      <vt:lpstr>Review: Prim’s Algorithm</vt:lpstr>
      <vt:lpstr>Review: Prim’s Algorithm</vt:lpstr>
      <vt:lpstr>Review: Prim’s Algorithm</vt:lpstr>
      <vt:lpstr>Review: Prim’s Algorithm</vt:lpstr>
      <vt:lpstr>        Cormen 23</vt:lpstr>
      <vt:lpstr>PowerPoint Presentation</vt:lpstr>
      <vt:lpstr>Disjoint-Set Union Problem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</vt:lpstr>
      <vt:lpstr>Kruskal’s Algorithm: Running Time</vt:lpstr>
      <vt:lpstr>Kruskal’s Algorithm: Running Time</vt:lpstr>
      <vt:lpstr>Kruskal’s Algorithm: Running Time</vt:lpstr>
      <vt:lpstr>Kruskal’s Algorithm: Running Time</vt:lpstr>
      <vt:lpstr>PowerPoint Presentation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1705040 - Umama Rahman</cp:lastModifiedBy>
  <cp:revision>1804</cp:revision>
  <dcterms:created xsi:type="dcterms:W3CDTF">2002-01-21T02:22:10Z</dcterms:created>
  <dcterms:modified xsi:type="dcterms:W3CDTF">2025-05-21T05:22:19Z</dcterms:modified>
</cp:coreProperties>
</file>